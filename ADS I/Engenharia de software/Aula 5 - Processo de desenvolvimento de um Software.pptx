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E1E142-74BC-926F-E2EB-77FBA875BF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81E985-7D4C-AA0D-A4AC-B1D337F4A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73DC81-4AAB-2884-556F-76996698B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15AAFB-C79B-746C-9791-D5E15668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BE9DBC-93D8-C890-6F27-4AACFA98E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403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0B30A5-6F4F-66C4-2342-1A838543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A61E31-A0DD-B6F9-FA15-A25A652B8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B91EC2-1E4E-B287-D094-0154CA46F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6A0734E-38A2-5881-B06B-C89B39998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5FAE09-B0D2-4DA9-5791-751BBE09A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944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728C34-41C9-39EF-C9A0-38CC64E46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8C2751-ABE4-EE58-3D1C-1B9221757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2514B5-4CB2-8C65-1C0A-CF342AE43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C154A6-158D-8F1F-AF4A-F5C89DDEC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E4022CE-098D-A09D-A757-6CE779F4C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5369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21E9C7-CB45-1853-CE29-7664FDF73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B60218-2D53-D910-5438-1F5B4A4634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8FD2EB3-BFE6-E18A-BCC0-5946D386A5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C38EF9A-30BF-DB97-4EEB-8F02816AF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5DC055-52D7-6596-43E3-EC486CA3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CA39D4-C4B9-D85C-024A-8E978B21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956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BF596C-5D65-BD9F-D6A2-37D30E876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4D6F4CA-6559-27A2-5E8F-6554EB735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4D8990-0437-58F3-B10C-7A61DF3F9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BEED627-C972-F0E2-4A2B-48BCB27F36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C407AF-D857-6100-8AC7-8FE7FFEF5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E92B7A-3242-D795-44C3-96611D54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119E54E-22E8-5790-98BE-619CC983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8F82D9A-9347-D87E-42E4-63C3D37C6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11824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3BBA8B-8ACB-27D4-B618-1244CCA7D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259340-78DA-5B8C-2DF0-152A8AF77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AB9173F-91F5-F203-4184-C28AD54E0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33BB08-C553-7883-2779-AAA921EF2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249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28C5704-E314-112F-AFCB-599B43303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90D5760-AAE4-DE15-A30D-35932BE43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39C456-1CC5-054F-768C-BD120FFE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3958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A94D0-9A60-9424-70C9-B31C7C970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E2C65-2653-FF85-327D-A6BD326FAD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0225E2D-A86D-0F74-0AAE-A6B78AD93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6D7526E-58F6-F9E5-B862-29310F9A0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F06302-70A4-4FC1-A621-FD94B394E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F2FAB4A-3BC6-95CB-BC15-EBEAAC434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776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8510FB-8D8E-BAFA-9FB7-0F492E29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7F63C6A-C658-7E67-3447-A697AA955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A8779E3-7D20-7E6E-8F78-525889158C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0EEEDC1-88AF-896B-C719-1CA220A09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EEC758-7947-0F58-F332-1A635B8AF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2338A1-A01B-EA7B-E2F0-97647DEE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524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EC9DF1-4B0B-D254-67C2-12EE363B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B0764F-B933-ECD0-703D-4966E09FE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FF4677-FEFD-EB9B-8000-E9F87DC0A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C4EF02-3C5F-F29C-35AC-3750AF21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764A907-2D89-05C9-6C5E-A43C5E4D2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6413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949481F-0423-F04F-7F62-A2E58041E4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93328F0-8B3E-35F1-4A04-FFFF32BD0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2551F63-0600-D1B2-5684-4059AC92C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13E758-04C0-A7BA-8BC9-BEBCAB024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FCA654-213B-B2EA-F2AA-8EB73D3A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5942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017B0B6-059F-8AB0-C276-9A1074FF0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27411C1-D900-4A5F-49E0-8CC8F784AA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81C08CC-B542-AC6B-B298-3B50669110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9620AA-6E5F-4125-B41F-3E3AEED7F1AA}" type="datetimeFigureOut">
              <a:rPr lang="pt-BR" smtClean="0"/>
              <a:t>30/01/2025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4772E5-ABB7-16D4-8F77-FC216250D3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AE2E56-00F2-9BFD-5310-55B69FAF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8E552C-E211-4F70-8BC2-7B71CEC424F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99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77820-038B-7C7E-8881-F05018D26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Aula 5 – Processo de desenvolvimento de um Software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A57165-1F9E-2CCC-7F43-077B3C1E8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Processo de desenvolvimento de softwares é o esforço de criar, desenvolver, projetar, programar e dar suporte a um software.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No processo de desenvolvimento de softwares existe um conjunto de atividades fundamentais para serem realizadas. Entre elas encontram-se: especificação, desenvolvimento, verificação e evolução.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4074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C05B0-327A-AC1C-4A1D-994D23B77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823B28-E3BF-4FD4-7E36-E11A0EE1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Etapas</a:t>
            </a:r>
          </a:p>
        </p:txBody>
      </p:sp>
      <p:pic>
        <p:nvPicPr>
          <p:cNvPr id="1026" name="Picture 2" descr="Etapas do processo de desenvolvimento de software">
            <a:extLst>
              <a:ext uri="{FF2B5EF4-FFF2-40B4-BE49-F238E27FC236}">
                <a16:creationId xmlns:a16="http://schemas.microsoft.com/office/drawing/2014/main" id="{887707B5-0524-74B3-2E84-9A797EFF9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047" y="1848565"/>
            <a:ext cx="10897772" cy="425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4743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8DC2-706A-91DD-8663-DFDF9AA1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593EF2-4E41-CD5E-9F70-BE36104A2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Etapa 1: Requisitos do cliente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91B7E0A-8E04-A812-1620-CA448787E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A primeira etapa no desenvolvimento de softwares e uma das mais importantes no processo é o levantamento de requisitos do cliente.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É o momento de analisar quais as necessidades e qual o objetivo de desenvolver determinado software. Para isso, é preciso saber quais as demandas do cliente e os quais resultados ele espera alcançar com aquele produto.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Portanto, é necessário fazer um compilado de todas as informações. Assim como, definir as condições e referências para a execução do software. Essa é a hora de maior diálogo entre o cliente e o desenvolvedor.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74963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EBAE5-5B44-F01A-822D-50A7337A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612E99-8DF6-1298-AA33-3A691D593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Etapa 2: Especificações técnicas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08974E-CE6D-FE75-E8CA-1E72286AA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Nessa etapa entra a criação de </a:t>
            </a:r>
            <a:r>
              <a:rPr lang="pt-BR" i="1" dirty="0" err="1"/>
              <a:t>user</a:t>
            </a:r>
            <a:r>
              <a:rPr lang="pt-BR" i="1" dirty="0"/>
              <a:t> stories</a:t>
            </a:r>
            <a:r>
              <a:rPr lang="pt-BR" dirty="0"/>
              <a:t>. Aqui é escrito as necessidades de negócio que serão enviadas para os desenvolvedores. Dessa forma, eles têm um entendimento de tudo aquilo que precisa ser desenvolvido.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A parte de desenvolvimento só inicia depois de toda a equipe entender o que deverá ser entregue. Pode ser escrito nas </a:t>
            </a:r>
            <a:r>
              <a:rPr lang="pt-BR" i="1" dirty="0" err="1"/>
              <a:t>user</a:t>
            </a:r>
            <a:r>
              <a:rPr lang="pt-BR" i="1" dirty="0"/>
              <a:t> stories</a:t>
            </a:r>
            <a:r>
              <a:rPr lang="pt-BR" dirty="0"/>
              <a:t>, por exemplo: “Ao clicar aqui, deve aparecer um botão que faça determinada ação”.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41651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29809-C77E-9C9E-9EA7-4C5EEB04C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96D5D3-5098-EBC2-F810-182273C8D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i="1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pt-BR" b="1" i="1" dirty="0">
                <a:latin typeface="Arial" panose="020B0604020202020204" pitchFamily="34" charset="0"/>
                <a:cs typeface="Arial" panose="020B0604020202020204" pitchFamily="34" charset="0"/>
              </a:rPr>
              <a:t> Stories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08514BB-A6A4-DECC-0B14-96AA36D24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77500" lnSpcReduction="20000"/>
          </a:bodyPr>
          <a:lstStyle/>
          <a:p>
            <a:pPr marL="0" indent="0" algn="just" fontAlgn="base">
              <a:lnSpc>
                <a:spcPct val="160000"/>
              </a:lnSpc>
              <a:buNone/>
            </a:pPr>
            <a:r>
              <a:rPr lang="pt-BR" dirty="0"/>
              <a:t>	Ator – O proprietário da </a:t>
            </a:r>
            <a:r>
              <a:rPr lang="pt-BR" dirty="0" err="1"/>
              <a:t>User</a:t>
            </a:r>
            <a:r>
              <a:rPr lang="pt-BR" dirty="0"/>
              <a:t> Story. De forma simplista é o usuário, o interessado naquela funcionalidade. Mas é recomendado descrever de forma específica quem é o ator para ser mais fácil identificar o contexto da história dentro do sistema.</a:t>
            </a:r>
          </a:p>
          <a:p>
            <a:pPr marL="0" indent="0" algn="just" fontAlgn="base">
              <a:lnSpc>
                <a:spcPct val="160000"/>
              </a:lnSpc>
              <a:buNone/>
            </a:pPr>
            <a:r>
              <a:rPr lang="pt-BR" dirty="0"/>
              <a:t>	Ação – É o que o ator quer fazer. Utilizando aquela ação ele espera alcançar seu objetivo dentro do sistema.</a:t>
            </a:r>
          </a:p>
          <a:p>
            <a:pPr marL="0" indent="0" algn="just" fontAlgn="base">
              <a:lnSpc>
                <a:spcPct val="160000"/>
              </a:lnSpc>
              <a:buNone/>
            </a:pPr>
            <a:r>
              <a:rPr lang="pt-BR" dirty="0"/>
              <a:t>	Funcionalidade – É o que o ator espera que aconteça ao realizar a ação. Ou seja, é o resultado de executar a ação segundo a ótica do ator. Também pode ser visto como justificativa.</a:t>
            </a:r>
          </a:p>
          <a:p>
            <a:pPr marL="0" indent="0" algn="just" fontAlgn="base">
              <a:lnSpc>
                <a:spcPct val="160000"/>
              </a:lnSpc>
              <a:buNone/>
            </a:pPr>
            <a:endParaRPr lang="pt-BR" dirty="0"/>
          </a:p>
          <a:p>
            <a:pPr marL="0" indent="0" algn="just">
              <a:lnSpc>
                <a:spcPct val="150000"/>
              </a:lnSpc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624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9AAC1-FCC6-8278-9115-5C21FF873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F5874B-12ED-2455-2725-5D91F0F7C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i="1" dirty="0" err="1">
                <a:latin typeface="Arial" panose="020B0604020202020204" pitchFamily="34" charset="0"/>
                <a:cs typeface="Arial" panose="020B0604020202020204" pitchFamily="34" charset="0"/>
              </a:rPr>
              <a:t>User</a:t>
            </a:r>
            <a:r>
              <a:rPr lang="pt-BR" b="1" i="1" dirty="0">
                <a:latin typeface="Arial" panose="020B0604020202020204" pitchFamily="34" charset="0"/>
                <a:cs typeface="Arial" panose="020B0604020202020204" pitchFamily="34" charset="0"/>
              </a:rPr>
              <a:t> Stories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7D7FEE4-6A10-2717-9E56-BD8D01494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808" y="1819560"/>
            <a:ext cx="6780554" cy="4328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8500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70205-04C3-23F0-63B9-352932CE4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481BE-09CF-E438-2E99-3635984C5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Etapa 3: processo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ABEDB6-EDB8-8EC0-0E18-DAD21C45B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Na etapa do processo, tudo que foi definido é encaminhado para a fábrica. Inicialmente, a fábrica “quebra” as histórias em tarefas de desenvolvimento e define qual a melhor forma de desenvolver as atividades.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Depois de toda a estrutura ser escrita e refinada, inicia-se o processo de codificação. Aqui o desenvolvedor começa a criar toda a estrutura lógica dentro do </a:t>
            </a:r>
            <a:r>
              <a:rPr lang="pt-BR" i="1" dirty="0"/>
              <a:t>software</a:t>
            </a:r>
            <a:r>
              <a:rPr lang="pt-BR" dirty="0"/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Atualmente, o software se divide em </a:t>
            </a:r>
            <a:r>
              <a:rPr lang="pt-BR" i="1" dirty="0"/>
              <a:t>front-</a:t>
            </a:r>
            <a:r>
              <a:rPr lang="pt-BR" i="1" dirty="0" err="1"/>
              <a:t>end</a:t>
            </a:r>
            <a:r>
              <a:rPr lang="pt-BR" dirty="0"/>
              <a:t> e </a:t>
            </a:r>
            <a:r>
              <a:rPr lang="pt-BR" i="1" dirty="0" err="1"/>
              <a:t>back</a:t>
            </a:r>
            <a:r>
              <a:rPr lang="pt-BR" i="1" dirty="0"/>
              <a:t>-end</a:t>
            </a:r>
            <a:r>
              <a:rPr lang="pt-BR" dirty="0"/>
              <a:t>. O </a:t>
            </a:r>
            <a:r>
              <a:rPr lang="pt-BR" i="1" dirty="0"/>
              <a:t>front-</a:t>
            </a:r>
            <a:r>
              <a:rPr lang="pt-BR" i="1" dirty="0" err="1"/>
              <a:t>end</a:t>
            </a:r>
            <a:r>
              <a:rPr lang="pt-BR" dirty="0"/>
              <a:t> se refere à tela e é aquilo que o que o usuário irá enxergar. Já no </a:t>
            </a:r>
            <a:r>
              <a:rPr lang="pt-BR" i="1" dirty="0" err="1"/>
              <a:t>back-end</a:t>
            </a:r>
            <a:r>
              <a:rPr lang="pt-BR" dirty="0"/>
              <a:t> é onde fica montada toda a estrutura da regra de negócios.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5138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F18CF8-A3CF-9904-8202-4A99B87CD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45CF3-12FA-AAC7-3A4C-B99C6760B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Etapa 4: Teste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39D2CA8-7C28-9635-C220-8710D77DC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35115"/>
            <a:ext cx="113538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Depois da etapa de produção e desenvolvimento do </a:t>
            </a:r>
            <a:r>
              <a:rPr lang="pt-BR" i="1" dirty="0"/>
              <a:t>software</a:t>
            </a:r>
            <a:r>
              <a:rPr lang="pt-BR" dirty="0"/>
              <a:t>, é o momento de testar e ver se ele cumpriu com os requisitos selecionados.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É importante saber que o teste nunca ocorre em um ambiente de produção e sim em um ambiente especifico para testes.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O teste é feito simulando diversos cenários, para ver como e onde ele impacta e também para evitar problemas na hora da publicação.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9640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62A03-F54A-10D4-CDBF-11E1A768F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D93E76-29B9-00B5-2BBC-C0CED1D0E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Etapa 5: Review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D682B0-D220-5148-380D-CB8B80275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21047"/>
            <a:ext cx="11353800" cy="4351338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Feito o teste, encontra-se a etapa da </a:t>
            </a:r>
            <a:r>
              <a:rPr lang="pt-BR" i="1" dirty="0"/>
              <a:t>review</a:t>
            </a:r>
            <a:r>
              <a:rPr lang="pt-BR" dirty="0"/>
              <a:t>. A </a:t>
            </a:r>
            <a:r>
              <a:rPr lang="pt-BR" i="1" dirty="0"/>
              <a:t>review</a:t>
            </a:r>
            <a:r>
              <a:rPr lang="pt-BR" dirty="0"/>
              <a:t> é uma apresentação realizada internamente na empresa desenvolvedora e tem como objetivo garantir a qualidade do produto desenvolvido e analisar se foi entregue o que o cliente queria.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Pode acontecer do produto em questão não ser aprovado na </a:t>
            </a:r>
            <a:r>
              <a:rPr lang="pt-BR" i="1" dirty="0"/>
              <a:t>review</a:t>
            </a:r>
            <a:r>
              <a:rPr lang="pt-BR" dirty="0"/>
              <a:t>. Sendo assim, ele volta para as correções necessárias e só passa para a etapa de publicação no momento que a equipe de negócios decidir que o </a:t>
            </a:r>
            <a:r>
              <a:rPr lang="pt-BR" i="1" dirty="0"/>
              <a:t>software</a:t>
            </a:r>
            <a:r>
              <a:rPr lang="pt-BR" dirty="0"/>
              <a:t> está de acordo com as necessidades do cliente.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8974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CB62C-4137-824D-49EF-EFC8A36FD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D85EE-B81B-F72B-81FF-1159E75E3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5" y="618349"/>
            <a:ext cx="11465169" cy="1325563"/>
          </a:xfrm>
        </p:spPr>
        <p:txBody>
          <a:bodyPr/>
          <a:lstStyle/>
          <a:p>
            <a:pPr algn="ctr"/>
            <a:r>
              <a:rPr lang="pt-BR" b="1" dirty="0">
                <a:latin typeface="Arial" panose="020B0604020202020204" pitchFamily="34" charset="0"/>
                <a:cs typeface="Arial" panose="020B0604020202020204" pitchFamily="34" charset="0"/>
              </a:rPr>
              <a:t>Etapa 6: Implementação / Publicação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F19B73F-3727-0E59-3092-1D3943236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9829" y="2121047"/>
            <a:ext cx="11353800" cy="4351338"/>
          </a:xfrm>
        </p:spPr>
        <p:txBody>
          <a:bodyPr>
            <a:normAutofit fontScale="925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Depois de passar por todas as etapas anteriores e garantir que o </a:t>
            </a:r>
            <a:r>
              <a:rPr lang="pt-BR" i="1" dirty="0"/>
              <a:t>software</a:t>
            </a:r>
            <a:r>
              <a:rPr lang="pt-BR" dirty="0"/>
              <a:t> alcançou os resultados esperados, ele está pronto para a publicação.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	É importante que nessa etapa, o cliente esteja integrado e adaptado com o </a:t>
            </a:r>
            <a:r>
              <a:rPr lang="pt-BR" i="1" dirty="0"/>
              <a:t>software</a:t>
            </a:r>
            <a:r>
              <a:rPr lang="pt-BR" dirty="0"/>
              <a:t>, para ter a melhor experiência com o produto possível. Para isso, a equipe pode fornecer treinamentos ou até mesmo disponibilizar um tutorial no próprio software.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7820104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742</Words>
  <Application>Microsoft Office PowerPoint</Application>
  <PresentationFormat>Widescreen</PresentationFormat>
  <Paragraphs>30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Aula 5 – Processo de desenvolvimento de um Software</vt:lpstr>
      <vt:lpstr>Etapas</vt:lpstr>
      <vt:lpstr>Etapa 1: Requisitos do cliente</vt:lpstr>
      <vt:lpstr>Etapa 2: Especificações técnicas</vt:lpstr>
      <vt:lpstr>User Stories</vt:lpstr>
      <vt:lpstr>User Stories</vt:lpstr>
      <vt:lpstr>Etapa 3: processo</vt:lpstr>
      <vt:lpstr>Etapa 4: Teste</vt:lpstr>
      <vt:lpstr>Etapa 5: Review</vt:lpstr>
      <vt:lpstr>Etapa 6: Implementação / Publicação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da disciplina</dc:title>
  <dc:creator>ALCIANO GUSTAVO GENOVEZ DE OLIVEIRA</dc:creator>
  <cp:lastModifiedBy>ALCIANO GUSTAVO GENOVEZ DE OLIVEIRA</cp:lastModifiedBy>
  <cp:revision>13</cp:revision>
  <dcterms:created xsi:type="dcterms:W3CDTF">2023-01-23T18:27:14Z</dcterms:created>
  <dcterms:modified xsi:type="dcterms:W3CDTF">2025-01-30T16:56:27Z</dcterms:modified>
</cp:coreProperties>
</file>