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1E142-74BC-926F-E2EB-77FBA875B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81E985-7D4C-AA0D-A4AC-B1D337F4A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73DC81-4AAB-2884-556F-76996698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15AAFB-C79B-746C-9791-D5E15668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BE9DBC-93D8-C890-6F27-4AACFA98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40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B30A5-6F4F-66C4-2342-1A838543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61E31-A0DD-B6F9-FA15-A25A652B8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B91EC2-1E4E-B287-D094-0154CA46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A0734E-38A2-5881-B06B-C89B39998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5FAE09-B0D2-4DA9-5791-751BBE09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44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28C34-41C9-39EF-C9A0-38CC64E4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8C2751-ABE4-EE58-3D1C-1B9221757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2514B5-4CB2-8C65-1C0A-CF342AE4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C154A6-158D-8F1F-AF4A-F5C89DDE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4022CE-098D-A09D-A757-6CE779F4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3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1E9C7-CB45-1853-CE29-7664FDF7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B60218-2D53-D910-5438-1F5B4A463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FD2EB3-BFE6-E18A-BCC0-5946D386A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38EF9A-30BF-DB97-4EEB-8F02816A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DC055-52D7-6596-43E3-EC486CA3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CA39D4-C4B9-D85C-024A-8E978B21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795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F596C-5D65-BD9F-D6A2-37D30E87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D6F4CA-6559-27A2-5E8F-6554EB735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4D8990-0437-58F3-B10C-7A61DF3F9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EED627-C972-F0E2-4A2B-48BCB27F3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C407AF-D857-6100-8AC7-8FE7FFEF5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E92B7A-3242-D795-44C3-96611D54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19E54E-22E8-5790-98BE-619CC983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8F82D9A-9347-D87E-42E4-63C3D37C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18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BBA8B-8ACB-27D4-B618-1244CCA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259340-78DA-5B8C-2DF0-152A8AF7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B9173F-91F5-F203-4184-C28AD54E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33BB08-C553-7883-2779-AAA921EF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24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8C5704-E314-112F-AFCB-599B4330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90D5760-AAE4-DE15-A30D-35932BE4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39C456-1CC5-054F-768C-BD120FFE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95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A94D0-9A60-9424-70C9-B31C7C97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E2C65-2653-FF85-327D-A6BD326FA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225E2D-A86D-0F74-0AAE-A6B78AD93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D7526E-58F6-F9E5-B862-29310F9A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F06302-70A4-4FC1-A621-FD94B394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2FAB4A-3BC6-95CB-BC15-EBEAAC43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7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510FB-8D8E-BAFA-9FB7-0F492E29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F63C6A-C658-7E67-3447-A697AA955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8779E3-7D20-7E6E-8F78-525889158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EEEDC1-88AF-896B-C719-1CA220A0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EEC758-7947-0F58-F332-1A635B8A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2338A1-A01B-EA7B-E2F0-97647DEE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52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C9DF1-4B0B-D254-67C2-12EE363B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B0764F-B933-ECD0-703D-4966E09FE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FF4677-FEFD-EB9B-8000-E9F87DC0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4EF02-3C5F-F29C-35AC-3750AF21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64A907-2D89-05C9-6C5E-A43C5E4D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641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49481F-0423-F04F-7F62-A2E58041E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3328F0-8B3E-35F1-4A04-FFFF32BD0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551F63-0600-D1B2-5684-4059AC92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13E758-04C0-A7BA-8BC9-BEBCAB02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FCA654-213B-B2EA-F2AA-8EB73D3A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94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017B0B6-059F-8AB0-C276-9A1074FF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7411C1-D900-4A5F-49E0-8CC8F784A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1C08CC-B542-AC6B-B298-3B506691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620AA-6E5F-4125-B41F-3E3AEED7F1AA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4772E5-ABB7-16D4-8F77-FC216250D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AE2E56-00F2-9BFD-5310-55B69FAF7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99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Apresentação da disciplina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Disciplina: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Engenharia de Software – I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Professor: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Dr. Alciano Gustavo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Genovez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de Oliveira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Carga horária: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4 horas aulas / semana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Horário das aulas: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Quarta-feira das 18:40 horas às 19:30 horas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Quinta-feira das 18:40 horas às 19:30 horas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Sexta-feira das 19:30 horas às 21:20 horas</a:t>
            </a:r>
          </a:p>
        </p:txBody>
      </p:sp>
    </p:spTree>
    <p:extLst>
      <p:ext uri="{BB962C8B-B14F-4D97-AF65-F5344CB8AC3E}">
        <p14:creationId xmlns:p14="http://schemas.microsoft.com/office/powerpoint/2010/main" val="1490671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Aulas teóricas e práticas ministradas de forma alternada conforme andamento do conteúdo da disciplina e desempenho dos alunos;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Aulas expositivas e dialogadas com utilização de recursos multimídia;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Debates em sala de aula para fixar o conteúdo e sanar dúvidas;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Material disponibilizado no Microsoft Teams;</a:t>
            </a:r>
          </a:p>
        </p:txBody>
      </p:sp>
    </p:spTree>
    <p:extLst>
      <p:ext uri="{BB962C8B-B14F-4D97-AF65-F5344CB8AC3E}">
        <p14:creationId xmlns:p14="http://schemas.microsoft.com/office/powerpoint/2010/main" val="392812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4900F-9C6A-08DE-D3E0-002059C31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3AB35-4EB6-B605-C585-F01AD010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Método de avaliação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3356B5-B221-D027-C33D-72CAC0B17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Duas atividades avaliativas durante o semestre a serem aplicadas conforme calendário de provas disponibilizado pela coordenação de curso.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As Atividades serão em forma de trabalhos com foco no desenvolvimento de um projeto a ser apresentado e discutido entre professor e alunos.</a:t>
            </a:r>
          </a:p>
        </p:txBody>
      </p:sp>
    </p:spTree>
    <p:extLst>
      <p:ext uri="{BB962C8B-B14F-4D97-AF65-F5344CB8AC3E}">
        <p14:creationId xmlns:p14="http://schemas.microsoft.com/office/powerpoint/2010/main" val="1563243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EF493-1802-06AD-3275-6D76BCA81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C60F1-D84B-5474-BB85-52D4221A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Método de avaliação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DCE9B7-D467-1FDA-6BEB-B1A96F038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Cada uma das atividades tem como peso a pontuação de 0 a 10 pontos.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média final do aluno será obtida por meio do calculo da média aritmética, considerando as notas da primeira e segunda atividade avaliativa.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Ao final do semestre, caso seja obtida frequência menor que 75%, a reprovação se dará por frequência independente das notas obtidas.</a:t>
            </a:r>
          </a:p>
        </p:txBody>
      </p:sp>
    </p:spTree>
    <p:extLst>
      <p:ext uri="{BB962C8B-B14F-4D97-AF65-F5344CB8AC3E}">
        <p14:creationId xmlns:p14="http://schemas.microsoft.com/office/powerpoint/2010/main" val="4143189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CBB6-448B-0FB9-B35F-D2ECFAFCC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83228-E50A-51BA-C31A-4029D74F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Atividade avaliativa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49229A-474C-A5EC-A5B2-58D0FC547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atividade avaliativa será realizada de forma individual ou em até 3 integrantes por grupo.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tema será escolhido conforme a disciplina de Projeto Integrador I e deverá ser comunicado ao professor, assim que o tema for definido para darmos início às aulas práticas.</a:t>
            </a:r>
          </a:p>
        </p:txBody>
      </p:sp>
    </p:spTree>
    <p:extLst>
      <p:ext uri="{BB962C8B-B14F-4D97-AF65-F5344CB8AC3E}">
        <p14:creationId xmlns:p14="http://schemas.microsoft.com/office/powerpoint/2010/main" val="3341105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D497-AE95-CEBF-B049-00046C155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3083E-1CB1-DDC9-637D-67A9C7BE8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6633"/>
            <a:ext cx="10515600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84CF75-5956-2AEE-616D-358569678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59004"/>
            <a:ext cx="10515600" cy="214146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Desejo a todos um bom semestre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Seja todos bem vindos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811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275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da disciplina</vt:lpstr>
      <vt:lpstr>Metodologia</vt:lpstr>
      <vt:lpstr>Método de avaliação</vt:lpstr>
      <vt:lpstr>Método de avaliação</vt:lpstr>
      <vt:lpstr>Atividade avaliativa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ALCIANO GUSTAVO GENOVEZ DE OLIVEIRA</dc:creator>
  <cp:lastModifiedBy>ALCIANO GUSTAVO GENOVEZ DE OLIVEIRA</cp:lastModifiedBy>
  <cp:revision>7</cp:revision>
  <dcterms:created xsi:type="dcterms:W3CDTF">2023-01-23T18:27:14Z</dcterms:created>
  <dcterms:modified xsi:type="dcterms:W3CDTF">2026-02-12T14:35:26Z</dcterms:modified>
</cp:coreProperties>
</file>