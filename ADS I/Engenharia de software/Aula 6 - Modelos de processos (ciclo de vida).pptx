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6 – Modelos de Processos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pt-BR" dirty="0"/>
              <a:t>	À medida que a capacidade de produzir software aumentou, também cresceu a complexidade dos sistemas requeridos. Novas tecnologias que resultam da convergência de sistema de computadores e de comunicação, trazem novas questões para os engenheiros de software. Por essa razão e pelo fato de muitas empresas não aplicarem as técnicas de Engenharia de Software de maneira eficaz, surgem diversos problemas nos Softwares desenvolvidos. A situação não é tão ruim como os pessimistas sugerem, mas, com certeza, há espaço para melhorias.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pt-BR" dirty="0"/>
              <a:t>	Um modelo de processo de software é uma representação abstrata de um processo de software. Cada modelo de processo representa um processo a partir de uma perspectiva particular, de uma maneira que proporciona apenas informações parciais sobre o processo</a:t>
            </a:r>
          </a:p>
        </p:txBody>
      </p:sp>
    </p:spTree>
    <p:extLst>
      <p:ext uri="{BB962C8B-B14F-4D97-AF65-F5344CB8AC3E}">
        <p14:creationId xmlns:p14="http://schemas.microsoft.com/office/powerpoint/2010/main" val="384407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A6A7-920D-8F92-6252-2B0F741B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84470-BD3A-2BC8-5F24-49C79552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Cascata, Linear ou Clássico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92E760-33D3-5657-32B5-187E91D59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O modelo cascata descreve um método de desenvolvimento que é linear e sequencial. Na primeira vez que uma fase de desenvolvimento é completada, o desenvolvimento prossegue para a próxima fase e não há retorno. A vantagem do desenvolvimento cascata é que ele permite controle departamental e gerencial. Um planejamento pode ser atribuído com prazo final para cada estágio de desenvolvimento e um produto pode prosseguir no processo de desenvolvimento, teoricamente ser entregue no prazo. O desenvolvimento move do conceito, através do projeto (design), implementação, teste, instalação, descoberta de defeitos e termina com a operação e manutenção. Cada fase de desenvolvimento prossegue em uma ordem estrita, sem qualquer sobreposição ou passos iterativos.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A desvantagem do desenvolvimento em cascata é que ele não permite muita flexibilidade ou revisão. A primeira vez que uma aplicação está em estágio de teste é muito difícil retornar e mudar alguma coisa que não foi bem pensada no estágio conceitual.</a:t>
            </a:r>
          </a:p>
        </p:txBody>
      </p:sp>
    </p:spTree>
    <p:extLst>
      <p:ext uri="{BB962C8B-B14F-4D97-AF65-F5344CB8AC3E}">
        <p14:creationId xmlns:p14="http://schemas.microsoft.com/office/powerpoint/2010/main" val="193547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954A-F22B-397D-6B79-035FAA0E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D47CB-43AF-B89D-5E1C-2F6AE155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Cascata, Linear ou Clássico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4C0C329-4291-9334-0DDB-FB98BEAD1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967" y="1736556"/>
            <a:ext cx="7400139" cy="481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4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18D2-8CE8-5AD5-EBD2-4792455A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7D717-F300-9C6F-A67D-FE08FB1E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Baseado em Prototipação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D9531-8CCF-8029-7480-F68E94310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A Prototipação, é a montagem de protótipos. A abordagem de prototipação tem um número de vantagens importante a oferecer, das quais são citadas as mais importantes. Primeira, todos os requisitos de sistema não tem que ser completamente determinados antecipadamente e podem mesmo serem trocados durante o curso do projeto. Segundo, a entrega de uma prototipação clara possibilita entender as definições de sistema, bem como as especificações para o usuário final. Como consequência, o envolvimento e satisfação do usuário final são fortemente aumentados. Finalmente, prototipação faz isso possível para rapidamente testar o ambiente de desenvolvimento voltado para a funcionalidade, performance, interface com banco de dados, etc.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Porém algumas desvantagens podem ser apontadas como, por exemplo, a modelagem é iniciada antecipadamente, sem ter uma atenção voltada suficientemente para a analise de uma situação corrente e desejada, reconhecimento do problema e formulação do problema são tão importantes quanto a própria solução.</a:t>
            </a:r>
          </a:p>
        </p:txBody>
      </p:sp>
    </p:spTree>
    <p:extLst>
      <p:ext uri="{BB962C8B-B14F-4D97-AF65-F5344CB8AC3E}">
        <p14:creationId xmlns:p14="http://schemas.microsoft.com/office/powerpoint/2010/main" val="46404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E72C-A673-7CB0-8EBB-826647CA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CCB03-1729-E542-9E98-F4C6AE48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Baseado na Prototipação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B02789-0D09-5F96-7A4B-8AB60C92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500" y="1771650"/>
            <a:ext cx="5639229" cy="498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2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CD04-1109-4084-86DE-4008E842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AE399-FC8E-E11C-E2CA-111F1BF4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de Processo em Espiral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B7F111-8DDC-DBF0-4043-E6E89CCC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828800"/>
            <a:ext cx="11353800" cy="465765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O modelo de Processos em Espiral foi desenvolvido para abranger as melhores características tanto do ciclo de vida clássico como da prototipação, acrescentando, ao mesmo tempo, um novo elemento, a análise de riscos que falta a esses paradigmas. O modelo define quatro importantes atividades representadas por quatro quadrantes: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1. Planejamento: determinação dos objetivos, alternativas e restrições.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2. Análise de riscos: análise de alternativas e identificação/resolução de riscos.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3. Engenharia: desenvolvimento do produto no “nível seguinte”.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4. Atualização feita pelo cliente: avaliação dos resultados da engenharia.</a:t>
            </a:r>
          </a:p>
        </p:txBody>
      </p:sp>
    </p:spTree>
    <p:extLst>
      <p:ext uri="{BB962C8B-B14F-4D97-AF65-F5344CB8AC3E}">
        <p14:creationId xmlns:p14="http://schemas.microsoft.com/office/powerpoint/2010/main" val="419428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3833-F027-1F76-ED1A-B6F07B1C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BFFDF-801C-EF4F-DC65-3BECDF78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de Processo em Espiral</a:t>
            </a:r>
          </a:p>
        </p:txBody>
      </p:sp>
      <p:pic>
        <p:nvPicPr>
          <p:cNvPr id="1026" name="Picture 2" descr="Modelo de processo de desenvolvimento em espiral proposto por Pressman |  Download Scientific Diagram">
            <a:extLst>
              <a:ext uri="{FF2B5EF4-FFF2-40B4-BE49-F238E27FC236}">
                <a16:creationId xmlns:a16="http://schemas.microsoft.com/office/drawing/2014/main" id="{D026A6C0-B624-BC0B-3AE4-5A9315789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2" y="1732187"/>
            <a:ext cx="6702230" cy="48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16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97DBB-45CA-DD65-BC7C-3683C00C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593E2-04FF-21DD-0CDA-D9FC4DB7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de Processo Incremental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65E0-0392-6FF9-875D-4EA9309D3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modelo incremental combina elementos do modelo cascata sendo aplicado de maneira interativa. O modelo de processo incremental é interativo igual à prototipagem, mais diferente a prototipagem o incremental tem como objetivo apresentar um produto operacional a cada incremento realizado. Esse modelo é muito útil quando a empresa não possui mão de obra disponível no momento para uma implementação completa, dentro do prazo estipulado.</a:t>
            </a:r>
          </a:p>
        </p:txBody>
      </p:sp>
    </p:spTree>
    <p:extLst>
      <p:ext uri="{BB962C8B-B14F-4D97-AF65-F5344CB8AC3E}">
        <p14:creationId xmlns:p14="http://schemas.microsoft.com/office/powerpoint/2010/main" val="380949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3405-052C-572A-A64C-0D96949A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1B16A-7B37-DB98-1383-A89DB6DA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 de Processo Incremental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DFC44C-4182-35F0-3639-58D98A05F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49" y="1724024"/>
            <a:ext cx="9180511" cy="497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183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698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Aula 6 – Modelos de Processos</vt:lpstr>
      <vt:lpstr>Modelo Cascata, Linear ou Clássico</vt:lpstr>
      <vt:lpstr>Modelo Cascata, Linear ou Clássico</vt:lpstr>
      <vt:lpstr>Modelo Baseado em Prototipação</vt:lpstr>
      <vt:lpstr>Modelo Baseado na Prototipação</vt:lpstr>
      <vt:lpstr>Modelo de Processo em Espiral</vt:lpstr>
      <vt:lpstr>Modelo de Processo em Espiral</vt:lpstr>
      <vt:lpstr>Modelo de Processo Incremental</vt:lpstr>
      <vt:lpstr>Modelo de Processo Incremental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18</cp:revision>
  <dcterms:created xsi:type="dcterms:W3CDTF">2023-01-23T18:27:14Z</dcterms:created>
  <dcterms:modified xsi:type="dcterms:W3CDTF">2025-03-27T19:24:57Z</dcterms:modified>
</cp:coreProperties>
</file>