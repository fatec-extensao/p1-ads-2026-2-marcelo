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2" r:id="rId4"/>
    <p:sldId id="263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1E142-74BC-926F-E2EB-77FBA875B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1E985-7D4C-AA0D-A4AC-B1D337F4A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73DC81-4AAB-2884-556F-76996698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5AAFB-C79B-746C-9791-D5E15668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E9DBC-93D8-C890-6F27-4AACFA98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40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B30A5-6F4F-66C4-2342-1A838543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61E31-A0DD-B6F9-FA15-A25A652B8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91EC2-1E4E-B287-D094-0154CA46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0734E-38A2-5881-B06B-C89B3999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FAE09-B0D2-4DA9-5791-751BBE09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44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8C34-41C9-39EF-C9A0-38CC64E4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8C2751-ABE4-EE58-3D1C-1B922175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2514B5-4CB2-8C65-1C0A-CF342AE4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154A6-158D-8F1F-AF4A-F5C89DDE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4022CE-098D-A09D-A757-6CE779F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3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1E9C7-CB45-1853-CE29-7664FDF7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60218-2D53-D910-5438-1F5B4A463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FD2EB3-BFE6-E18A-BCC0-5946D386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38EF9A-30BF-DB97-4EEB-8F02816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DC055-52D7-6596-43E3-EC486CA3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CA39D4-C4B9-D85C-024A-8E978B21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95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F596C-5D65-BD9F-D6A2-37D30E87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6F4CA-6559-27A2-5E8F-6554EB735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4D8990-0437-58F3-B10C-7A61DF3F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EED627-C972-F0E2-4A2B-48BCB27F3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C407AF-D857-6100-8AC7-8FE7FFEF5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E92B7A-3242-D795-44C3-96611D54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19E54E-22E8-5790-98BE-619CC983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F82D9A-9347-D87E-42E4-63C3D37C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18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BBA8B-8ACB-27D4-B618-1244CCA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259340-78DA-5B8C-2DF0-152A8AF7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B9173F-91F5-F203-4184-C28AD54E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33BB08-C553-7883-2779-AAA921EF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2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8C5704-E314-112F-AFCB-599B4330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0D5760-AAE4-DE15-A30D-35932BE4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9C456-1CC5-054F-768C-BD120FFE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95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A94D0-9A60-9424-70C9-B31C7C97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E2C65-2653-FF85-327D-A6BD326F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225E2D-A86D-0F74-0AAE-A6B78AD93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D7526E-58F6-F9E5-B862-29310F9A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F06302-70A4-4FC1-A621-FD94B394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FAB4A-3BC6-95CB-BC15-EBEAAC43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7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510FB-8D8E-BAFA-9FB7-0F492E29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F63C6A-C658-7E67-3447-A697AA955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779E3-7D20-7E6E-8F78-525889158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EEEDC1-88AF-896B-C719-1CA220A0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EEC758-7947-0F58-F332-1A635B8A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2338A1-A01B-EA7B-E2F0-97647DEE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52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C9DF1-4B0B-D254-67C2-12EE363B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B0764F-B933-ECD0-703D-4966E09FE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FF4677-FEFD-EB9B-8000-E9F87DC0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4EF02-3C5F-F29C-35AC-3750AF21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4A907-2D89-05C9-6C5E-A43C5E4D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41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49481F-0423-F04F-7F62-A2E58041E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3328F0-8B3E-35F1-4A04-FFFF32BD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51F63-0600-D1B2-5684-4059AC92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3E758-04C0-A7BA-8BC9-BEBCAB02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FCA654-213B-B2EA-F2AA-8EB73D3A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94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17B0B6-059F-8AB0-C276-9A1074FF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411C1-D900-4A5F-49E0-8CC8F784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C08CC-B542-AC6B-B298-3B506691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620AA-6E5F-4125-B41F-3E3AEED7F1AA}" type="datetimeFigureOut">
              <a:rPr lang="pt-BR" smtClean="0"/>
              <a:t>23/01/2023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4772E5-ABB7-16D4-8F77-FC216250D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AE2E56-00F2-9BFD-5310-55B69FAF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99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1 – Crise do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F</a:t>
            </a:r>
            <a:r>
              <a:rPr lang="pt-BR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oi um termo que surgiu nos anos 70, O termo expressava as dificuldades do desenvolvimento de software frente ao rápido crescimento da demanda por software, da complexidade dos problemas a serem resolvidos e da inexistência de técnicas estabelecidas para o desenvolvimento de sistemas que funcionassem adequadamente ou pudessem ser validados.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67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1 – Crise do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No Início dos anos 70, houveram muitos problemas de prazo e custo no desenvolvimento de software, devido a: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aixa produtividade;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aixa qualidade;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ifícil manutenção do software. 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12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1 – Crise do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77" y="1434906"/>
            <a:ext cx="11114649" cy="5289452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Os problemas mais comuns que ocorriam no desenvolvimento de software:</a:t>
            </a:r>
          </a:p>
          <a:p>
            <a:pPr algn="just">
              <a:lnSpc>
                <a:spcPct val="150000"/>
              </a:lnSpc>
            </a:pPr>
            <a:r>
              <a:rPr lang="pt-BR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Estimativas de prazo e de custo imprecisas;</a:t>
            </a:r>
          </a:p>
          <a:p>
            <a:pPr algn="just">
              <a:lnSpc>
                <a:spcPct val="150000"/>
              </a:lnSpc>
            </a:pPr>
            <a:r>
              <a:rPr lang="pt-BR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Produtividade das pessoas da área de software não acompanha a demanda;</a:t>
            </a:r>
          </a:p>
          <a:p>
            <a:pPr algn="just">
              <a:lnSpc>
                <a:spcPct val="150000"/>
              </a:lnSpc>
            </a:pPr>
            <a:r>
              <a:rPr lang="pt-BR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Prazos ultrapassados;</a:t>
            </a:r>
          </a:p>
          <a:p>
            <a:pPr algn="just">
              <a:lnSpc>
                <a:spcPct val="150000"/>
              </a:lnSpc>
            </a:pPr>
            <a:r>
              <a:rPr lang="pt-BR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Custos acima do previsto;</a:t>
            </a:r>
          </a:p>
          <a:p>
            <a:pPr algn="just">
              <a:lnSpc>
                <a:spcPct val="150000"/>
              </a:lnSpc>
            </a:pPr>
            <a:r>
              <a:rPr lang="pt-BR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facilidade de manutenção não era enfatizada como um critério importante, gerando assim custos de manutenção elevados;</a:t>
            </a:r>
          </a:p>
          <a:p>
            <a:pPr algn="just">
              <a:lnSpc>
                <a:spcPct val="150000"/>
              </a:lnSpc>
            </a:pPr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pt-BR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ão atendimento dos requisitos do usuário;</a:t>
            </a:r>
          </a:p>
          <a:p>
            <a:pPr algn="just">
              <a:lnSpc>
                <a:spcPct val="150000"/>
              </a:lnSpc>
            </a:pPr>
            <a:r>
              <a:rPr lang="pt-BR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1/3 dos projetos eram cancelados;</a:t>
            </a:r>
          </a:p>
          <a:p>
            <a:pPr algn="just">
              <a:lnSpc>
                <a:spcPct val="150000"/>
              </a:lnSpc>
            </a:pPr>
            <a:r>
              <a:rPr lang="pt-BR" sz="26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2/3 dos projetos extrapolavam o orçamento.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563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1 – Crise do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577" y="1434906"/>
            <a:ext cx="11114649" cy="528945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pt-BR" b="0" i="0" dirty="0">
              <a:effectLst/>
              <a:latin typeface="Roboto" panose="02000000000000000000" pitchFamily="2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pt-BR" b="0" i="0" dirty="0">
                <a:effectLst/>
                <a:latin typeface="Roboto" panose="02000000000000000000" pitchFamily="2" charset="0"/>
              </a:rPr>
              <a:t>Custo hardware x software:</a:t>
            </a:r>
          </a:p>
          <a:p>
            <a:pPr algn="just">
              <a:lnSpc>
                <a:spcPct val="150000"/>
              </a:lnSpc>
            </a:pPr>
            <a:r>
              <a:rPr lang="pt-BR" b="0" i="0" dirty="0">
                <a:effectLst/>
                <a:latin typeface="Roboto" panose="02000000000000000000" pitchFamily="2" charset="0"/>
              </a:rPr>
              <a:t>1970 = 8:2</a:t>
            </a:r>
          </a:p>
          <a:p>
            <a:pPr algn="just">
              <a:lnSpc>
                <a:spcPct val="150000"/>
              </a:lnSpc>
            </a:pPr>
            <a:r>
              <a:rPr lang="pt-BR" b="0" i="0" dirty="0">
                <a:effectLst/>
                <a:latin typeface="Roboto" panose="02000000000000000000" pitchFamily="2" charset="0"/>
              </a:rPr>
              <a:t>1991 = 2:8</a:t>
            </a:r>
          </a:p>
          <a:p>
            <a:pPr algn="just">
              <a:lnSpc>
                <a:spcPct val="150000"/>
              </a:lnSpc>
            </a:pPr>
            <a:r>
              <a:rPr lang="pt-BR" b="0" i="0" dirty="0">
                <a:effectLst/>
                <a:latin typeface="Roboto" panose="02000000000000000000" pitchFamily="2" charset="0"/>
              </a:rPr>
              <a:t>Hoje = 1:9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pt-BR" dirty="0"/>
            </a:b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357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1 – Crise do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Crise do Software ainda existe?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	Grande parte dos projetos continuam com estes problemas ainda na atualidade, assim pode-se dizer que a crise continua vigente.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93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1 – Crise do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Onde isso nos Leva?</a:t>
            </a:r>
          </a:p>
          <a:p>
            <a:pPr algn="just">
              <a:lnSpc>
                <a:spcPct val="150000"/>
              </a:lnSpc>
            </a:pPr>
            <a:r>
              <a:rPr lang="pt-BR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Frameworks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Ferramentas No-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Falta de profissionais realmente capacitados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Documentação: Deu erro, cadê o projeto do Banco de Dados?</a:t>
            </a:r>
          </a:p>
          <a:p>
            <a:pPr algn="just">
              <a:lnSpc>
                <a:spcPct val="150000"/>
              </a:lnSpc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 assim por diante.</a:t>
            </a:r>
          </a:p>
        </p:txBody>
      </p:sp>
    </p:spTree>
    <p:extLst>
      <p:ext uri="{BB962C8B-B14F-4D97-AF65-F5344CB8AC3E}">
        <p14:creationId xmlns:p14="http://schemas.microsoft.com/office/powerpoint/2010/main" val="4051135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276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Roboto</vt:lpstr>
      <vt:lpstr>Tema do Office</vt:lpstr>
      <vt:lpstr>Aula 1 – Crise do Software</vt:lpstr>
      <vt:lpstr>Aula 1 – Crise do Software</vt:lpstr>
      <vt:lpstr>Aula 1 – Crise do Software</vt:lpstr>
      <vt:lpstr>Aula 1 – Crise do Software</vt:lpstr>
      <vt:lpstr>Aula 1 – Crise do Software</vt:lpstr>
      <vt:lpstr>Aula 1 – Crise do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ALCIANO GUSTAVO GENOVEZ DE OLIVEIRA</dc:creator>
  <cp:lastModifiedBy>ALCIANO GUSTAVO GENOVEZ DE OLIVEIRA</cp:lastModifiedBy>
  <cp:revision>4</cp:revision>
  <dcterms:created xsi:type="dcterms:W3CDTF">2023-01-23T18:27:14Z</dcterms:created>
  <dcterms:modified xsi:type="dcterms:W3CDTF">2023-01-23T18:52:54Z</dcterms:modified>
</cp:coreProperties>
</file>