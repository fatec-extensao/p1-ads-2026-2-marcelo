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9 – Introdução à orientação à objeto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A Programação Orientada a Objetos (POO) surgiu com a finalidade de facilitar a vida daqueles que trabalham com desenvolvimento de </a:t>
            </a:r>
            <a:r>
              <a:rPr lang="pt-BR" b="0" i="1" dirty="0">
                <a:solidFill>
                  <a:srgbClr val="000000"/>
                </a:solidFill>
                <a:effectLst/>
                <a:latin typeface="system-ui"/>
              </a:rPr>
              <a:t>software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, pois na POO o difícil não é desenvolver bem um </a:t>
            </a:r>
            <a:r>
              <a:rPr lang="pt-BR" b="0" i="1" dirty="0">
                <a:solidFill>
                  <a:srgbClr val="000000"/>
                </a:solidFill>
                <a:effectLst/>
                <a:latin typeface="system-ui"/>
              </a:rPr>
              <a:t>software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, mas sim desenvolver um </a:t>
            </a:r>
            <a:r>
              <a:rPr lang="pt-BR" b="0" i="1" dirty="0">
                <a:solidFill>
                  <a:srgbClr val="000000"/>
                </a:solidFill>
                <a:effectLst/>
                <a:latin typeface="system-ui"/>
              </a:rPr>
              <a:t>software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 que satisfaça o cliente, ou seja, garantir que o que será entregue será realmente o que foi pedido.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solidFill>
                  <a:srgbClr val="000000"/>
                </a:solidFill>
                <a:latin typeface="system-ui"/>
              </a:rPr>
              <a:t>	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Uma das características da POO é fazer com que o programador pense as coisas de forma distintas, transformando-as assim em objeto, aplicando propriedades e métodos, reduzindo assim a complexidade no desenvolvimento e manutenção de </a:t>
            </a:r>
            <a:r>
              <a:rPr lang="pt-BR" b="0" i="1" dirty="0">
                <a:solidFill>
                  <a:srgbClr val="000000"/>
                </a:solidFill>
                <a:effectLst/>
                <a:latin typeface="system-ui"/>
              </a:rPr>
              <a:t>software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, aumentando a produtividade.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407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4390-329B-567B-7B4E-792D9130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7DF62-2D31-DDB4-9D2D-BA79DF2D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 da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743858-B692-A3C3-93A8-2A90B070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72529"/>
            <a:ext cx="11353800" cy="4713924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A POO trabalha utilizando classes, ela é quem dá a vida ao objeto, pois nela é que são criadas as funcionalidades através dos métodos, dizendo se o objeto vai andar, parar, rodar, etc., e suas especificidades através dos atributos, sua cor, seu nome, etc.. a classe não é o objeto, ela é utilizada para construí-lo.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O objeto é uma abstração de </a:t>
            </a:r>
            <a:r>
              <a:rPr lang="pt-BR" i="1" dirty="0"/>
              <a:t>software</a:t>
            </a:r>
            <a:r>
              <a:rPr lang="pt-BR" dirty="0"/>
              <a:t> que pode ser algo representado por algo real ou virtual, que é formado por um conjunto de propriedades (variáveis) e procedimentos (métodos), onde as variáveis possuem um tipo que define os possíveis valores que pode representar um número inteiro, real ou </a:t>
            </a:r>
            <a:r>
              <a:rPr lang="pt-BR" dirty="0" err="1"/>
              <a:t>string</a:t>
            </a:r>
            <a:r>
              <a:rPr lang="pt-BR" dirty="0"/>
              <a:t> e, os métodos são rotinas que, quando executadas realizam algumas tarefas como alterar o conteúdo de uma variável do objeto.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A classe é a abstração do objeto. Na realidade ao programarmos um objeto, definindo suas características e funcionalidades, estamos programando uma classe.</a:t>
            </a:r>
          </a:p>
        </p:txBody>
      </p:sp>
    </p:spTree>
    <p:extLst>
      <p:ext uri="{BB962C8B-B14F-4D97-AF65-F5344CB8AC3E}">
        <p14:creationId xmlns:p14="http://schemas.microsoft.com/office/powerpoint/2010/main" val="348232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4467-B3DF-73A4-54D7-DD48A6CF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96E3D-FA8B-6BC0-9C83-1E5F60A8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E5F16-3CB9-61F3-D54B-FC439C23E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72529"/>
            <a:ext cx="11353800" cy="471392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inherit"/>
              </a:rPr>
              <a:t>	</a:t>
            </a:r>
            <a:r>
              <a:rPr lang="pt-BR" dirty="0"/>
              <a:t>Dentre alguns recursos aplicados na programação orientada a objeto, temos: encapsulamento, herança e polimorfismo.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Encapsulamento é a limitação imposta a atributos de uma classe, restringindo o acesso aos métodos dessa classe através de limitadores de acesso, dos quais os mais utilizados são: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Público (</a:t>
            </a:r>
            <a:r>
              <a:rPr lang="pt-BR" dirty="0" err="1"/>
              <a:t>public</a:t>
            </a:r>
            <a:r>
              <a:rPr lang="pt-BR" dirty="0"/>
              <a:t>) – a classe só é vista pelas demais classes se estiverem dentro do mesmo pacote;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Protegida (</a:t>
            </a:r>
            <a:r>
              <a:rPr lang="pt-BR" dirty="0" err="1"/>
              <a:t>protected</a:t>
            </a:r>
            <a:r>
              <a:rPr lang="pt-BR" dirty="0"/>
              <a:t>) – o acesso se restringe apenas a própria classe e suas subclasses;</a:t>
            </a:r>
          </a:p>
          <a:p>
            <a:pPr lvl="1"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Privado (</a:t>
            </a:r>
            <a:r>
              <a:rPr lang="pt-BR" dirty="0" err="1"/>
              <a:t>private</a:t>
            </a:r>
            <a:r>
              <a:rPr lang="pt-BR" dirty="0"/>
              <a:t>) – o acesso só é permitido somente pela própria classe.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25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4CF7-4BC6-DAFB-E11B-9C409018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577B4-C71F-6279-22AA-AFF31273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0301E3-BACC-FA06-1403-01129204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72529"/>
            <a:ext cx="11353800" cy="4713924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inherit"/>
              </a:rPr>
              <a:t>	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O conceito de herança nos permite definir uma nova classe, com base em uma já existente. A classe criada (subclasse ou classe derivada) automaticamente herda todas as variáveis e métodos da classe já existente (superclasse).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	O mecanismo de herança permite que a subclasse inclua ou sobre ponha novas variáveis e métodos da superclasse. O mecanismo de herança é recursivo, permitindo criar-se uma hierarquia de classes, do nível mais alto, onde as características herdadas são comuns a todos os objetos desta classe até os níveis inferiores, onde estão as especializações das classes superiores.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>
                <a:solidFill>
                  <a:srgbClr val="000000"/>
                </a:solidFill>
                <a:latin typeface="system-ui"/>
              </a:rPr>
              <a:t>	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As subclasses herdam as características comuns, definindo suas propriedades específicas, ou seja, facilita a construção de novos objetos a partir de outros já existentes, sem a necessidade de reescrevê-lo todo.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304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D9D6-3281-4DC4-2C59-F7FE0374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C1487-61DC-7F92-37D0-5614581E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Polimorfismo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695170-2A2C-79CB-BDAC-E3EAF162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72529"/>
            <a:ext cx="11353800" cy="471392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>
                <a:solidFill>
                  <a:srgbClr val="000000"/>
                </a:solidFill>
                <a:latin typeface="inherit"/>
              </a:rPr>
              <a:t>	</a:t>
            </a:r>
            <a:r>
              <a:rPr lang="pt-BR" dirty="0"/>
              <a:t>A palavra polimorfismo utilizada na biologia para definir várias formas de membros de uma mesma espécie. Utilizando essa analogia, o mecanismo de polimorfismo utilizado na POO, nos permite tratar objetos semelhantes de uma maneira uniforme.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Para que o polimorfismo seja utilizado, é necessária a aplicação do conceito de herança, aplicados somente aos métodos da classe.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Anterior a utilização da POO, sempre que uma nova funcionalidade fosse criada ou acrescentada, a aplicação deveria ser alterada e recompilada, porém com a utilização do polimorfismo, acrescentar novos métodos a classe já existente sem a necessidade de ter que recompilar a aplicação tornou-se mais fácil.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60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AE8C-D45C-B491-D5C4-7156BD71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3D0AF-E4B9-7D3C-3008-6697DFF1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 da POO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F9170-8B39-B138-75F5-DD4A6521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72529"/>
            <a:ext cx="11353800" cy="471392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pt-BR" dirty="0"/>
              <a:t>	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Com base nos conceitos de objetos, classes, métodos, atributos, encapsulamento, herança e polimorfismo, que são considerados como o paradigma da POO representando uma forma inovadora de pensar e criar novos </a:t>
            </a:r>
            <a:r>
              <a:rPr lang="pt-BR" b="0" i="1" dirty="0">
                <a:solidFill>
                  <a:srgbClr val="000000"/>
                </a:solidFill>
                <a:effectLst/>
                <a:latin typeface="system-ui"/>
              </a:rPr>
              <a:t>softwares</a:t>
            </a:r>
            <a:r>
              <a:rPr lang="pt-BR" b="0" i="0" dirty="0">
                <a:solidFill>
                  <a:srgbClr val="000000"/>
                </a:solidFill>
                <a:effectLst/>
                <a:latin typeface="system-ui"/>
              </a:rPr>
              <a:t>, trazendo inúmeros benefícios e valores agregados no desenvolvimento deles, tais como: a reutilização de códigos que reduz o tempo e o risco no desenvolvimento, aumentando assim a confiabilidade do software, haja vista que, os códigos reutilizados já foram testados, facilita também a compreensão da linguagem com desenvolvedor na hora da manutenção de softwares complexos.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1284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760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inherit</vt:lpstr>
      <vt:lpstr>system-ui</vt:lpstr>
      <vt:lpstr>Tema do Office</vt:lpstr>
      <vt:lpstr>Aula 9 – Introdução à orientação à objeto</vt:lpstr>
      <vt:lpstr>Características da POO</vt:lpstr>
      <vt:lpstr>Encapsulamento</vt:lpstr>
      <vt:lpstr>Herança</vt:lpstr>
      <vt:lpstr>Polimorfismo</vt:lpstr>
      <vt:lpstr>Características da POO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21</cp:revision>
  <dcterms:created xsi:type="dcterms:W3CDTF">2023-01-23T18:27:14Z</dcterms:created>
  <dcterms:modified xsi:type="dcterms:W3CDTF">2025-01-31T18:02:05Z</dcterms:modified>
</cp:coreProperties>
</file>