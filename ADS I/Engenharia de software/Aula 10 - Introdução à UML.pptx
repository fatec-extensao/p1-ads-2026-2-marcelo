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1"/>
  </p:sldMasterIdLst>
  <p:notesMasterIdLst>
    <p:notesMasterId r:id="rId60"/>
  </p:notesMasterIdLst>
  <p:handoutMasterIdLst>
    <p:handoutMasterId r:id="rId61"/>
  </p:handoutMasterIdLst>
  <p:sldIdLst>
    <p:sldId id="257" r:id="rId2"/>
    <p:sldId id="262" r:id="rId3"/>
    <p:sldId id="259" r:id="rId4"/>
    <p:sldId id="264" r:id="rId5"/>
    <p:sldId id="265" r:id="rId6"/>
    <p:sldId id="266" r:id="rId7"/>
    <p:sldId id="267" r:id="rId8"/>
    <p:sldId id="268" r:id="rId9"/>
    <p:sldId id="270" r:id="rId10"/>
    <p:sldId id="272" r:id="rId11"/>
    <p:sldId id="273" r:id="rId12"/>
    <p:sldId id="274" r:id="rId13"/>
    <p:sldId id="277" r:id="rId14"/>
    <p:sldId id="275" r:id="rId15"/>
    <p:sldId id="276" r:id="rId16"/>
    <p:sldId id="278" r:id="rId17"/>
    <p:sldId id="279" r:id="rId18"/>
    <p:sldId id="280" r:id="rId19"/>
    <p:sldId id="281" r:id="rId20"/>
    <p:sldId id="282" r:id="rId21"/>
    <p:sldId id="283" r:id="rId22"/>
    <p:sldId id="284" r:id="rId23"/>
    <p:sldId id="285" r:id="rId24"/>
    <p:sldId id="286" r:id="rId25"/>
    <p:sldId id="287" r:id="rId26"/>
    <p:sldId id="288" r:id="rId27"/>
    <p:sldId id="289" r:id="rId28"/>
    <p:sldId id="303" r:id="rId29"/>
    <p:sldId id="304" r:id="rId30"/>
    <p:sldId id="305" r:id="rId31"/>
    <p:sldId id="306" r:id="rId32"/>
    <p:sldId id="307" r:id="rId33"/>
    <p:sldId id="308" r:id="rId34"/>
    <p:sldId id="309" r:id="rId35"/>
    <p:sldId id="310" r:id="rId36"/>
    <p:sldId id="311" r:id="rId37"/>
    <p:sldId id="312" r:id="rId38"/>
    <p:sldId id="313" r:id="rId39"/>
    <p:sldId id="314" r:id="rId40"/>
    <p:sldId id="315" r:id="rId41"/>
    <p:sldId id="316" r:id="rId42"/>
    <p:sldId id="317" r:id="rId43"/>
    <p:sldId id="318" r:id="rId44"/>
    <p:sldId id="319" r:id="rId45"/>
    <p:sldId id="320" r:id="rId46"/>
    <p:sldId id="321" r:id="rId47"/>
    <p:sldId id="323" r:id="rId48"/>
    <p:sldId id="324" r:id="rId49"/>
    <p:sldId id="325" r:id="rId50"/>
    <p:sldId id="326" r:id="rId51"/>
    <p:sldId id="327" r:id="rId52"/>
    <p:sldId id="328" r:id="rId53"/>
    <p:sldId id="329" r:id="rId54"/>
    <p:sldId id="330" r:id="rId55"/>
    <p:sldId id="331" r:id="rId56"/>
    <p:sldId id="332" r:id="rId57"/>
    <p:sldId id="333" r:id="rId58"/>
    <p:sldId id="334" r:id="rId59"/>
  </p:sldIdLst>
  <p:sldSz cx="12192000" cy="6858000"/>
  <p:notesSz cx="6858000" cy="9144000"/>
  <p:defaultTextStyle>
    <a:defPPr rtl="0"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510C"/>
    <a:srgbClr val="FF9900"/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844" autoAdjust="0"/>
    <p:restoredTop sz="94660"/>
  </p:normalViewPr>
  <p:slideViewPr>
    <p:cSldViewPr snapToGrid="0">
      <p:cViewPr varScale="1">
        <p:scale>
          <a:sx n="72" d="100"/>
          <a:sy n="72" d="100"/>
        </p:scale>
        <p:origin x="99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0" d="100"/>
          <a:sy n="120" d="100"/>
        </p:scale>
        <p:origin x="5040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handoutMaster" Target="handoutMasters/handout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5C3E0910-793C-46A0-8623-CEAD4857882F}" type="datetime1">
              <a:rPr lang="pt-BR" smtClean="0"/>
              <a:t>04/02/2025</a:t>
            </a:fld>
            <a:endParaRPr lang="en-US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Espaço Reservado para o Número do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ED92CB86-0DB9-4A70-B1CF-B23508471F6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557642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9EE704A-765A-48C7-8594-25B15929F837}" type="datetime1">
              <a:rPr lang="pt-BR" smtClean="0"/>
              <a:t>04/02/2025</a:t>
            </a:fld>
            <a:endParaRPr lang="en-US"/>
          </a:p>
        </p:txBody>
      </p:sp>
      <p:sp>
        <p:nvSpPr>
          <p:cNvPr id="4" name="Espaço Reservado para Imagem do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br"/>
              <a:t>Clique para editar o texto Mestre</a:t>
            </a:r>
            <a:endParaRPr lang="en-US"/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2B151B-D7D1-48E5-8230-5AADBC794F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59278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1097280" y="758952"/>
            <a:ext cx="10058400" cy="3566160"/>
          </a:xfrm>
        </p:spPr>
        <p:txBody>
          <a:bodyPr rtlCol="0"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pt-br" dirty="0"/>
              <a:t>Clique para editar o estilo de título Mestre</a:t>
            </a:r>
            <a:endParaRPr lang="en-U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 rtlCol="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pPr rtl="0"/>
            <a:r>
              <a:rPr lang="pt-BR"/>
              <a:t>Clique para editar o estilo do subtítulo Mestre</a:t>
            </a:r>
            <a:endParaRPr lang="en-US" dirty="0"/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E92B5B4-4D0A-4964-A1A3-B85B0EE00890}" type="datetime1">
              <a:rPr lang="pt-BR" smtClean="0"/>
              <a:t>04/02/2025</a:t>
            </a:fld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pt-br" dirty="0"/>
              <a:t>Clique para editar o estilo de título Mestre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23252B5-F3E6-4058-A723-196087E9E541}" type="datetime1">
              <a:rPr lang="pt-BR" smtClean="0"/>
              <a:t>04/02/2025</a:t>
            </a:fld>
            <a:endParaRPr lang="en-US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1097280" y="758952"/>
            <a:ext cx="10058400" cy="3566160"/>
          </a:xfrm>
        </p:spPr>
        <p:txBody>
          <a:bodyPr rtlCol="0"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pt-br" dirty="0"/>
              <a:t>Clique para editar o estilo de título Mestre</a:t>
            </a:r>
            <a:endParaRPr lang="en-US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rtlCol="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A251DFA-97D2-4C90-9100-D1173CC96C37}" type="datetime1">
              <a:rPr lang="pt-BR" smtClean="0"/>
              <a:t>04/02/2025</a:t>
            </a:fld>
            <a:endParaRPr lang="en-US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1" name="Espaço Reservado para o Número do Slide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 rtlCol="0"/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 rtlCol="0"/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651B26C-F0DB-4889-B6A3-FE07E152272F}" type="datetime1">
              <a:rPr lang="pt-BR" smtClean="0"/>
              <a:t>04/02/2025</a:t>
            </a:fld>
            <a:endParaRPr lang="en-US" dirty="0"/>
          </a:p>
        </p:txBody>
      </p:sp>
      <p:sp>
        <p:nvSpPr>
          <p:cNvPr id="9" name="Espaço Reservado para Rodapé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Espaço reservado para o número do slide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/>
          <p:cNvSpPr>
            <a:spLocks noGrp="1"/>
          </p:cNvSpPr>
          <p:nvPr>
            <p:ph type="title" hasCustomPrompt="1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>
            <a:lvl1pPr>
              <a:defRPr/>
            </a:lvl1pPr>
          </a:lstStyle>
          <a:p>
            <a:pPr rtl="0"/>
            <a:r>
              <a:rPr lang="pt-br" dirty="0"/>
              <a:t>Clique para editar o estilo de título Mestre</a:t>
            </a:r>
            <a:endParaRPr lang="en-US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 rtlCol="0"/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 rtlCol="0"/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B0565EE-A4B5-4AB4-9432-D16ECAE9EF1F}" type="datetime1">
              <a:rPr lang="pt-BR" smtClean="0"/>
              <a:t>04/02/2025</a:t>
            </a:fld>
            <a:endParaRPr lang="en-US" dirty="0"/>
          </a:p>
        </p:txBody>
      </p:sp>
      <p:sp>
        <p:nvSpPr>
          <p:cNvPr id="11" name="Espaço Reservado para Rodapé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2" name="Espaço Reservado para Número de Slide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C470C2D-02C8-4A1B-A79F-498A53DD951F}" type="datetime1">
              <a:rPr lang="pt-BR" smtClean="0"/>
              <a:t>04/02/2025</a:t>
            </a:fld>
            <a:endParaRPr lang="en-US" dirty="0"/>
          </a:p>
        </p:txBody>
      </p:sp>
      <p:sp>
        <p:nvSpPr>
          <p:cNvPr id="7" name="Espaço Reservado para Rodapé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8" name="Espaço reservado para o número do slide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094EF83-1835-4C7A-B4B2-F0B720F5AC0B}" type="datetime1">
              <a:rPr lang="pt-BR" smtClean="0"/>
              <a:t>04/02/2025</a:t>
            </a:fld>
            <a:endParaRPr lang="en-US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rtlCol="0" anchor="b">
            <a:normAutofit/>
          </a:bodyPr>
          <a:lstStyle>
            <a:lvl1pPr>
              <a:lnSpc>
                <a:spcPct val="90000"/>
              </a:lnSpc>
              <a:defRPr sz="34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 rtlCol="0"/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643465" y="3043050"/>
            <a:ext cx="3517567" cy="3064505"/>
          </a:xfrm>
        </p:spPr>
        <p:txBody>
          <a:bodyPr lIns="91440" rIns="91440" rtlCol="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dirty="0"/>
              <a:t>Clique para editar os estilos de 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 rtlCol="0"/>
          <a:lstStyle>
            <a:lvl1pPr algn="l">
              <a:defRPr/>
            </a:lvl1pPr>
          </a:lstStyle>
          <a:p>
            <a:pPr rtl="0"/>
            <a:fld id="{6F5D5688-1774-4625-9E74-88EA94DB2550}" type="datetime1">
              <a:rPr lang="pt-BR" smtClean="0"/>
              <a:t>04/02/2025</a:t>
            </a:fld>
            <a:endParaRPr lang="en-US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 rtlCol="0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3A98EE3D-8CD1-4C3F-BD1C-C98C9596463C}" type="slidenum">
              <a:rPr lang="en-US" smtClean="0"/>
              <a:pPr rtl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Espaço Reservado para Imagem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rtlCol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fld id="{3D5E4E1C-696A-4E82-B6DD-87ECA4CC925A}" type="datetime1">
              <a:rPr lang="pt-BR" smtClean="0"/>
              <a:t>04/02/2025</a:t>
            </a:fld>
            <a:endParaRPr lang="en-US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 rtlCol="0"/>
          <a:lstStyle/>
          <a:p>
            <a:pPr algn="l" rtl="0"/>
            <a:endParaRPr lang="en-US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pt-br" dirty="0"/>
              <a:t>Clique para editar o estilo de título Mestre</a:t>
            </a:r>
            <a:endParaRPr lang="en-US" dirty="0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 rtlCol="0"/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2E1A5F9-C71D-4DE8-8BF4-9F6FC06A94B8}" type="datetime1">
              <a:rPr lang="pt-BR" smtClean="0"/>
              <a:t>04/02/2025</a:t>
            </a:fld>
            <a:endParaRPr lang="en-US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vertical 1"/>
          <p:cNvSpPr>
            <a:spLocks noGrp="1"/>
          </p:cNvSpPr>
          <p:nvPr>
            <p:ph type="title" orient="vert" hasCustomPrompt="1"/>
          </p:nvPr>
        </p:nvSpPr>
        <p:spPr>
          <a:xfrm>
            <a:off x="8724900" y="412302"/>
            <a:ext cx="2628900" cy="5759898"/>
          </a:xfrm>
        </p:spPr>
        <p:txBody>
          <a:bodyPr vert="eaVert" rtlCol="0"/>
          <a:lstStyle>
            <a:lvl1pPr>
              <a:defRPr/>
            </a:lvl1pPr>
          </a:lstStyle>
          <a:p>
            <a:pPr rtl="0"/>
            <a:r>
              <a:rPr lang="pt-br" dirty="0"/>
              <a:t>Clique para editar o estilo de título Mestre</a:t>
            </a:r>
            <a:endParaRPr lang="en-US" dirty="0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 rtlCol="0"/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21DCD7D-5BFD-485D-AED5-B62EAACA4CB6}" type="datetime1">
              <a:rPr lang="pt-BR" smtClean="0"/>
              <a:t>04/02/2025</a:t>
            </a:fld>
            <a:endParaRPr lang="en-US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Espaço Reservado para o Número do Slide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pt-br" dirty="0"/>
              <a:t>Clique para editar o estilo de título Mestre</a:t>
            </a:r>
            <a:endParaRPr lang="en-US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pPr rtl="0"/>
            <a:fld id="{66BA6665-D630-4C43-9989-3D086DA68E5F}" type="datetime1">
              <a:rPr lang="pt-BR" smtClean="0"/>
              <a:t>04/02/2025</a:t>
            </a:fld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microsoft.com/office/2007/relationships/hdphoto" Target="../media/hdphoto3.wdp"/></Relationships>
</file>

<file path=ppt/slides/_rels/slide30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microsoft.com/office/2007/relationships/hdphoto" Target="../media/hdphoto5.wdp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tângulo 21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89754" y="639097"/>
            <a:ext cx="6253317" cy="3686015"/>
          </a:xfrm>
        </p:spPr>
        <p:txBody>
          <a:bodyPr rtlCol="0">
            <a:normAutofit/>
          </a:bodyPr>
          <a:lstStyle/>
          <a:p>
            <a:pPr rtl="0"/>
            <a:r>
              <a:rPr lang="pt-br" sz="8000" dirty="0"/>
              <a:t>UML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8E9CFF2-3777-4FF4-A759-8491175B0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89753" y="4672739"/>
            <a:ext cx="6269347" cy="1021498"/>
          </a:xfrm>
        </p:spPr>
        <p:txBody>
          <a:bodyPr rtlCol="0">
            <a:normAutofit/>
          </a:bodyPr>
          <a:lstStyle/>
          <a:p>
            <a:pPr rtl="0"/>
            <a:r>
              <a:rPr lang="pt-BR" sz="2400" b="0" i="0" u="none" strike="noStrike" baseline="0" dirty="0" err="1">
                <a:latin typeface="CIDFont+F1"/>
              </a:rPr>
              <a:t>Unified</a:t>
            </a:r>
            <a:r>
              <a:rPr lang="pt-BR" sz="2400" b="0" i="0" u="none" strike="noStrike" baseline="0" dirty="0">
                <a:latin typeface="CIDFont+F1"/>
              </a:rPr>
              <a:t> </a:t>
            </a:r>
            <a:r>
              <a:rPr lang="pt-BR" sz="2400" b="0" i="0" u="none" strike="noStrike" baseline="0" dirty="0" err="1">
                <a:latin typeface="CIDFont+F1"/>
              </a:rPr>
              <a:t>Modeling</a:t>
            </a:r>
            <a:r>
              <a:rPr lang="pt-BR" sz="2400" b="0" i="0" u="none" strike="noStrike" baseline="0" dirty="0">
                <a:latin typeface="CIDFont+F1"/>
              </a:rPr>
              <a:t> </a:t>
            </a:r>
            <a:r>
              <a:rPr lang="pt-BR" sz="2400" b="0" i="0" u="none" strike="noStrike" baseline="0" dirty="0" err="1">
                <a:latin typeface="CIDFont+F1"/>
              </a:rPr>
              <a:t>Language</a:t>
            </a:r>
            <a:endParaRPr lang="pt-br" sz="2400" dirty="0"/>
          </a:p>
        </p:txBody>
      </p:sp>
      <p:pic>
        <p:nvPicPr>
          <p:cNvPr id="5" name="Imagem 4" descr="Uma imagem contendo prédio, banco, bancada, lateral&#10;&#10;Descrição gerada automaticamente">
            <a:extLst>
              <a:ext uri="{FF2B5EF4-FFF2-40B4-BE49-F238E27FC236}">
                <a16:creationId xmlns:a16="http://schemas.microsoft.com/office/drawing/2014/main" id="{282CF6DD-7FE8-4063-9551-1B7BBCE92AB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"/>
            <a:ext cx="4635315" cy="6857999"/>
          </a:xfrm>
          <a:prstGeom prst="rect">
            <a:avLst/>
          </a:prstGeom>
        </p:spPr>
      </p:pic>
      <p:cxnSp>
        <p:nvCxnSpPr>
          <p:cNvPr id="24" name="Conector Reto 23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56C9AD99-92F6-89AD-D8DE-89339B91EB1D}"/>
              </a:ext>
            </a:extLst>
          </p:cNvPr>
          <p:cNvSpPr txBox="1"/>
          <p:nvPr/>
        </p:nvSpPr>
        <p:spPr>
          <a:xfrm>
            <a:off x="327198" y="389493"/>
            <a:ext cx="75522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/>
              <a:t>Introdução UML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116E1D1-DAF6-703C-DD32-A15087E4AA2E}"/>
              </a:ext>
            </a:extLst>
          </p:cNvPr>
          <p:cNvSpPr txBox="1"/>
          <p:nvPr/>
        </p:nvSpPr>
        <p:spPr>
          <a:xfrm>
            <a:off x="664075" y="1313378"/>
            <a:ext cx="1094102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400" b="0" i="0" u="none" strike="noStrike" baseline="0" dirty="0">
                <a:latin typeface="BirkaLTPro-Regular"/>
              </a:rPr>
              <a:t>A UML – </a:t>
            </a:r>
            <a:r>
              <a:rPr lang="pt-BR" sz="2400" b="0" i="0" u="none" strike="noStrike" baseline="0" dirty="0" err="1">
                <a:latin typeface="BirkaLTPro-Regular"/>
              </a:rPr>
              <a:t>Unified</a:t>
            </a:r>
            <a:r>
              <a:rPr lang="pt-BR" sz="2400" b="0" i="0" u="none" strike="noStrike" baseline="0" dirty="0">
                <a:latin typeface="BirkaLTPro-Regular"/>
              </a:rPr>
              <a:t> </a:t>
            </a:r>
            <a:r>
              <a:rPr lang="pt-BR" sz="2400" b="0" i="0" u="none" strike="noStrike" baseline="0" dirty="0" err="1">
                <a:latin typeface="BirkaLTPro-Regular"/>
              </a:rPr>
              <a:t>Modeling</a:t>
            </a:r>
            <a:r>
              <a:rPr lang="pt-BR" sz="2400" b="0" i="0" u="none" strike="noStrike" baseline="0" dirty="0">
                <a:latin typeface="BirkaLTPro-Regular"/>
              </a:rPr>
              <a:t> </a:t>
            </a:r>
            <a:r>
              <a:rPr lang="pt-BR" sz="2400" b="0" i="0" u="none" strike="noStrike" baseline="0" dirty="0" err="1">
                <a:latin typeface="BirkaLTPro-Regular"/>
              </a:rPr>
              <a:t>Language</a:t>
            </a:r>
            <a:r>
              <a:rPr lang="pt-BR" sz="2400" b="0" i="0" u="none" strike="noStrike" baseline="0" dirty="0">
                <a:latin typeface="BirkaLTPro-Regular"/>
              </a:rPr>
              <a:t> ou Linguagem de Modelagem Unificada – é uma linguagem visual utilizada para modelar softwares baseados no paradigma de orientação a objetos.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BR" sz="2400" dirty="0">
              <a:latin typeface="BirkaLTPro-Regular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400" b="0" i="0" u="none" strike="noStrike" baseline="0" dirty="0">
                <a:latin typeface="BirkaLTPro-Regular"/>
              </a:rPr>
              <a:t>É uma linguagem de modelagem de propósito geral que pode ser aplicada a todos os domínios de aplicação. Essa linguagem é atualmente a linguagem-padrão de modelagem adotada internacionalmente pela indústria de engenharia de software.</a:t>
            </a:r>
            <a:endParaRPr lang="pt-BR" sz="2400" dirty="0">
              <a:latin typeface="Franklin Gothic Book (Corpo)"/>
            </a:endParaRPr>
          </a:p>
        </p:txBody>
      </p:sp>
    </p:spTree>
    <p:extLst>
      <p:ext uri="{BB962C8B-B14F-4D97-AF65-F5344CB8AC3E}">
        <p14:creationId xmlns:p14="http://schemas.microsoft.com/office/powerpoint/2010/main" val="39430552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56C9AD99-92F6-89AD-D8DE-89339B91EB1D}"/>
              </a:ext>
            </a:extLst>
          </p:cNvPr>
          <p:cNvSpPr txBox="1"/>
          <p:nvPr/>
        </p:nvSpPr>
        <p:spPr>
          <a:xfrm>
            <a:off x="327198" y="389493"/>
            <a:ext cx="75522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/>
              <a:t>Introdução UML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116E1D1-DAF6-703C-DD32-A15087E4AA2E}"/>
              </a:ext>
            </a:extLst>
          </p:cNvPr>
          <p:cNvSpPr txBox="1"/>
          <p:nvPr/>
        </p:nvSpPr>
        <p:spPr>
          <a:xfrm>
            <a:off x="664075" y="1313378"/>
            <a:ext cx="1094102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400" b="0" i="0" u="none" strike="noStrike" baseline="0" dirty="0">
                <a:latin typeface="BirkaLTPro-Regular"/>
              </a:rPr>
              <a:t>Deve ficar claro, que a UML não é uma linguagem de programação, e sim uma linguagem de modelagem, ou seja, uma notação cujo objetivo é auxiliar os engenheiros de software a definirem as características do sistema, como seus requisitos, seu comportamento, sua estrutura lógica, a dinâmica de seus processos e até mesmo suas necessidades físicas em relação ao equipamento sobre o qual o sistema deverá ser implantado.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20044126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56C9AD99-92F6-89AD-D8DE-89339B91EB1D}"/>
              </a:ext>
            </a:extLst>
          </p:cNvPr>
          <p:cNvSpPr txBox="1"/>
          <p:nvPr/>
        </p:nvSpPr>
        <p:spPr>
          <a:xfrm>
            <a:off x="327198" y="389493"/>
            <a:ext cx="75522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/>
              <a:t>Introdução UML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116E1D1-DAF6-703C-DD32-A15087E4AA2E}"/>
              </a:ext>
            </a:extLst>
          </p:cNvPr>
          <p:cNvSpPr txBox="1"/>
          <p:nvPr/>
        </p:nvSpPr>
        <p:spPr>
          <a:xfrm>
            <a:off x="664075" y="1313378"/>
            <a:ext cx="1094102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400" b="0" i="0" u="none" strike="noStrike" baseline="0" dirty="0">
                <a:latin typeface="BirkaLTPro-Regular"/>
              </a:rPr>
              <a:t>Tais características podem ser definidas por meio da UML antes de o software começar a ser realmente desenvolvido. </a:t>
            </a:r>
          </a:p>
          <a:p>
            <a:pPr algn="just"/>
            <a:endParaRPr lang="pt-BR" sz="2400" dirty="0">
              <a:latin typeface="BirkaLTPro-Regular"/>
            </a:endParaRPr>
          </a:p>
          <a:p>
            <a:pPr algn="just"/>
            <a:r>
              <a:rPr lang="pt-BR" sz="2400" b="0" i="0" u="none" strike="noStrike" baseline="0" dirty="0">
                <a:latin typeface="BirkaLTPro-Regular"/>
              </a:rPr>
              <a:t>Além disso, a UML não é um processo de desenvolvimento de software e tampouco está ligada a um de forma exclusiva, sendo totalmente independente, assim, ela pode ser utilizada por qualquer processo de desenvolvimento ou mesmo da forma que o engenheiro de software considerar mais adequada.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7145301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56C9AD99-92F6-89AD-D8DE-89339B91EB1D}"/>
              </a:ext>
            </a:extLst>
          </p:cNvPr>
          <p:cNvSpPr txBox="1"/>
          <p:nvPr/>
        </p:nvSpPr>
        <p:spPr>
          <a:xfrm>
            <a:off x="327198" y="389493"/>
            <a:ext cx="75522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i="0" u="none" strike="noStrike" baseline="0" dirty="0"/>
              <a:t>Breve Histórico da UML</a:t>
            </a:r>
            <a:endParaRPr lang="pt-BR" sz="2400" b="1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116E1D1-DAF6-703C-DD32-A15087E4AA2E}"/>
              </a:ext>
            </a:extLst>
          </p:cNvPr>
          <p:cNvSpPr txBox="1"/>
          <p:nvPr/>
        </p:nvSpPr>
        <p:spPr>
          <a:xfrm>
            <a:off x="664075" y="1313378"/>
            <a:ext cx="10941023" cy="40857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4965" marR="360680" indent="-342900" algn="just">
              <a:lnSpc>
                <a:spcPts val="3170"/>
              </a:lnSpc>
              <a:spcBef>
                <a:spcPts val="215"/>
              </a:spcBef>
              <a:buClr>
                <a:srgbClr val="FFCC00"/>
              </a:buClr>
              <a:buSzPct val="73584"/>
              <a:buFont typeface="Arial" panose="020B0604020202020204" pitchFamily="34" charset="0"/>
              <a:buChar char="•"/>
              <a:tabLst>
                <a:tab pos="390525" algn="l"/>
              </a:tabLst>
            </a:pPr>
            <a:r>
              <a:rPr lang="pt-BR" sz="2400" dirty="0">
                <a:latin typeface="BirkaLTPro-Regular"/>
                <a:cs typeface="Arial"/>
              </a:rPr>
              <a:t>Linguagens</a:t>
            </a:r>
            <a:r>
              <a:rPr lang="pt-BR" sz="2400" spc="-60" dirty="0">
                <a:latin typeface="BirkaLTPro-Regular"/>
                <a:cs typeface="Arial"/>
              </a:rPr>
              <a:t> </a:t>
            </a:r>
            <a:r>
              <a:rPr lang="pt-BR" sz="2400" dirty="0">
                <a:latin typeface="BirkaLTPro-Regular"/>
                <a:cs typeface="Arial"/>
              </a:rPr>
              <a:t>orientadas</a:t>
            </a:r>
            <a:r>
              <a:rPr lang="pt-BR" sz="2400" spc="-80" dirty="0">
                <a:latin typeface="BirkaLTPro-Regular"/>
                <a:cs typeface="Arial"/>
              </a:rPr>
              <a:t> </a:t>
            </a:r>
            <a:r>
              <a:rPr lang="pt-BR" sz="2400" dirty="0">
                <a:latin typeface="BirkaLTPro-Regular"/>
                <a:cs typeface="Arial"/>
              </a:rPr>
              <a:t>a</a:t>
            </a:r>
            <a:r>
              <a:rPr lang="pt-BR" sz="2400" spc="-45" dirty="0">
                <a:latin typeface="BirkaLTPro-Regular"/>
                <a:cs typeface="Arial"/>
              </a:rPr>
              <a:t> </a:t>
            </a:r>
            <a:r>
              <a:rPr lang="pt-BR" sz="2400" dirty="0">
                <a:latin typeface="BirkaLTPro-Regular"/>
                <a:cs typeface="Arial"/>
              </a:rPr>
              <a:t>objetos</a:t>
            </a:r>
            <a:r>
              <a:rPr lang="pt-BR" sz="2400" spc="-60" dirty="0">
                <a:latin typeface="BirkaLTPro-Regular"/>
                <a:cs typeface="Arial"/>
              </a:rPr>
              <a:t> </a:t>
            </a:r>
            <a:r>
              <a:rPr lang="pt-BR" sz="2400" dirty="0">
                <a:latin typeface="BirkaLTPro-Regular"/>
                <a:cs typeface="Arial"/>
              </a:rPr>
              <a:t>surgiram</a:t>
            </a:r>
            <a:r>
              <a:rPr lang="pt-BR" sz="2400" spc="-85" dirty="0">
                <a:latin typeface="BirkaLTPro-Regular"/>
                <a:cs typeface="Arial"/>
              </a:rPr>
              <a:t> </a:t>
            </a:r>
            <a:r>
              <a:rPr lang="pt-BR" sz="2400" dirty="0">
                <a:latin typeface="BirkaLTPro-Regular"/>
                <a:cs typeface="Arial"/>
              </a:rPr>
              <a:t>entre</a:t>
            </a:r>
            <a:r>
              <a:rPr lang="pt-BR" sz="2400" spc="-80" dirty="0">
                <a:latin typeface="BirkaLTPro-Regular"/>
                <a:cs typeface="Arial"/>
              </a:rPr>
              <a:t> </a:t>
            </a:r>
            <a:r>
              <a:rPr lang="pt-BR" sz="2400" dirty="0">
                <a:latin typeface="BirkaLTPro-Regular"/>
                <a:cs typeface="Arial"/>
              </a:rPr>
              <a:t>a</a:t>
            </a:r>
            <a:r>
              <a:rPr lang="pt-BR" sz="2400" spc="-75" dirty="0">
                <a:latin typeface="BirkaLTPro-Regular"/>
                <a:cs typeface="Arial"/>
              </a:rPr>
              <a:t> </a:t>
            </a:r>
            <a:r>
              <a:rPr lang="pt-BR" sz="2400" spc="-10" dirty="0">
                <a:latin typeface="BirkaLTPro-Regular"/>
                <a:cs typeface="Arial"/>
              </a:rPr>
              <a:t>metade </a:t>
            </a:r>
            <a:r>
              <a:rPr lang="pt-BR" sz="2400" dirty="0">
                <a:latin typeface="BirkaLTPro-Regular"/>
                <a:cs typeface="Arial"/>
              </a:rPr>
              <a:t>da</a:t>
            </a:r>
            <a:r>
              <a:rPr lang="pt-BR" sz="2400" spc="-60" dirty="0">
                <a:latin typeface="BirkaLTPro-Regular"/>
                <a:cs typeface="Arial"/>
              </a:rPr>
              <a:t> </a:t>
            </a:r>
            <a:r>
              <a:rPr lang="pt-BR" sz="2400" dirty="0">
                <a:latin typeface="BirkaLTPro-Regular"/>
                <a:cs typeface="Arial"/>
              </a:rPr>
              <a:t>década</a:t>
            </a:r>
            <a:r>
              <a:rPr lang="pt-BR" sz="2400" spc="-60" dirty="0">
                <a:latin typeface="BirkaLTPro-Regular"/>
                <a:cs typeface="Arial"/>
              </a:rPr>
              <a:t> </a:t>
            </a:r>
            <a:r>
              <a:rPr lang="pt-BR" sz="2400" dirty="0">
                <a:latin typeface="BirkaLTPro-Regular"/>
                <a:cs typeface="Arial"/>
              </a:rPr>
              <a:t>de</a:t>
            </a:r>
            <a:r>
              <a:rPr lang="pt-BR" sz="2400" spc="-60" dirty="0">
                <a:latin typeface="BirkaLTPro-Regular"/>
                <a:cs typeface="Arial"/>
              </a:rPr>
              <a:t> </a:t>
            </a:r>
            <a:r>
              <a:rPr lang="pt-BR" sz="2400" dirty="0">
                <a:latin typeface="BirkaLTPro-Regular"/>
                <a:cs typeface="Arial"/>
              </a:rPr>
              <a:t>1970</a:t>
            </a:r>
            <a:r>
              <a:rPr lang="pt-BR" sz="2400" spc="-30" dirty="0">
                <a:latin typeface="BirkaLTPro-Regular"/>
                <a:cs typeface="Arial"/>
              </a:rPr>
              <a:t> </a:t>
            </a:r>
            <a:r>
              <a:rPr lang="pt-BR" sz="2400" dirty="0">
                <a:latin typeface="BirkaLTPro-Regular"/>
                <a:cs typeface="Arial"/>
              </a:rPr>
              <a:t>e</a:t>
            </a:r>
            <a:r>
              <a:rPr lang="pt-BR" sz="2400" spc="-60" dirty="0">
                <a:latin typeface="BirkaLTPro-Regular"/>
                <a:cs typeface="Arial"/>
              </a:rPr>
              <a:t> </a:t>
            </a:r>
            <a:r>
              <a:rPr lang="pt-BR" sz="2400" spc="-20" dirty="0">
                <a:latin typeface="BirkaLTPro-Regular"/>
                <a:cs typeface="Arial"/>
              </a:rPr>
              <a:t>1980</a:t>
            </a:r>
            <a:endParaRPr lang="pt-BR" sz="2400" dirty="0">
              <a:latin typeface="BirkaLTPro-Regular"/>
              <a:cs typeface="Arial"/>
            </a:endParaRPr>
          </a:p>
          <a:p>
            <a:pPr marL="354965" marR="5080" indent="-342900" algn="just">
              <a:lnSpc>
                <a:spcPct val="100000"/>
              </a:lnSpc>
              <a:spcBef>
                <a:spcPts val="530"/>
              </a:spcBef>
              <a:buClr>
                <a:srgbClr val="FFCC00"/>
              </a:buClr>
              <a:buSzPct val="73584"/>
              <a:buFont typeface="Arial" panose="020B0604020202020204" pitchFamily="34" charset="0"/>
              <a:buChar char="•"/>
              <a:tabLst>
                <a:tab pos="390525" algn="l"/>
              </a:tabLst>
            </a:pPr>
            <a:r>
              <a:rPr lang="pt-BR" sz="2400" dirty="0">
                <a:latin typeface="BirkaLTPro-Regular"/>
                <a:cs typeface="Arial"/>
              </a:rPr>
              <a:t>Entre</a:t>
            </a:r>
            <a:r>
              <a:rPr lang="pt-BR" sz="2400" spc="-75" dirty="0">
                <a:latin typeface="BirkaLTPro-Regular"/>
                <a:cs typeface="Arial"/>
              </a:rPr>
              <a:t> </a:t>
            </a:r>
            <a:r>
              <a:rPr lang="pt-BR" sz="2400" dirty="0">
                <a:latin typeface="BirkaLTPro-Regular"/>
                <a:cs typeface="Arial"/>
              </a:rPr>
              <a:t>1989</a:t>
            </a:r>
            <a:r>
              <a:rPr lang="pt-BR" sz="2400" spc="-75" dirty="0">
                <a:latin typeface="BirkaLTPro-Regular"/>
                <a:cs typeface="Arial"/>
              </a:rPr>
              <a:t> </a:t>
            </a:r>
            <a:r>
              <a:rPr lang="pt-BR" sz="2400" dirty="0">
                <a:latin typeface="BirkaLTPro-Regular"/>
                <a:cs typeface="Arial"/>
              </a:rPr>
              <a:t>e</a:t>
            </a:r>
            <a:r>
              <a:rPr lang="pt-BR" sz="2400" spc="-55" dirty="0">
                <a:latin typeface="BirkaLTPro-Regular"/>
                <a:cs typeface="Arial"/>
              </a:rPr>
              <a:t> </a:t>
            </a:r>
            <a:r>
              <a:rPr lang="pt-BR" sz="2400" dirty="0">
                <a:latin typeface="BirkaLTPro-Regular"/>
                <a:cs typeface="Arial"/>
              </a:rPr>
              <a:t>1994</a:t>
            </a:r>
            <a:r>
              <a:rPr lang="pt-BR" sz="2400" spc="-75" dirty="0">
                <a:latin typeface="BirkaLTPro-Regular"/>
                <a:cs typeface="Arial"/>
              </a:rPr>
              <a:t> </a:t>
            </a:r>
            <a:r>
              <a:rPr lang="pt-BR" sz="2400" dirty="0">
                <a:latin typeface="BirkaLTPro-Regular"/>
                <a:cs typeface="Arial"/>
              </a:rPr>
              <a:t>a</a:t>
            </a:r>
            <a:r>
              <a:rPr lang="pt-BR" sz="2400" spc="-75" dirty="0">
                <a:latin typeface="BirkaLTPro-Regular"/>
                <a:cs typeface="Arial"/>
              </a:rPr>
              <a:t> </a:t>
            </a:r>
            <a:r>
              <a:rPr lang="pt-BR" sz="2400" dirty="0">
                <a:latin typeface="BirkaLTPro-Regular"/>
                <a:cs typeface="Arial"/>
              </a:rPr>
              <a:t>quantidade</a:t>
            </a:r>
            <a:r>
              <a:rPr lang="pt-BR" sz="2400" spc="-50" dirty="0">
                <a:latin typeface="BirkaLTPro-Regular"/>
                <a:cs typeface="Arial"/>
              </a:rPr>
              <a:t> </a:t>
            </a:r>
            <a:r>
              <a:rPr lang="pt-BR" sz="2400" dirty="0">
                <a:latin typeface="BirkaLTPro-Regular"/>
                <a:cs typeface="Arial"/>
              </a:rPr>
              <a:t>de</a:t>
            </a:r>
            <a:r>
              <a:rPr lang="pt-BR" sz="2400" spc="-50" dirty="0">
                <a:latin typeface="BirkaLTPro-Regular"/>
                <a:cs typeface="Arial"/>
              </a:rPr>
              <a:t> </a:t>
            </a:r>
            <a:r>
              <a:rPr lang="pt-BR" sz="2400" dirty="0">
                <a:latin typeface="BirkaLTPro-Regular"/>
                <a:cs typeface="Arial"/>
              </a:rPr>
              <a:t>métodos</a:t>
            </a:r>
            <a:r>
              <a:rPr lang="pt-BR" sz="2400" spc="-80" dirty="0">
                <a:latin typeface="BirkaLTPro-Regular"/>
                <a:cs typeface="Arial"/>
              </a:rPr>
              <a:t> </a:t>
            </a:r>
            <a:r>
              <a:rPr lang="pt-BR" sz="2400" dirty="0">
                <a:latin typeface="BirkaLTPro-Regular"/>
                <a:cs typeface="Arial"/>
              </a:rPr>
              <a:t>de</a:t>
            </a:r>
            <a:r>
              <a:rPr lang="pt-BR" sz="2400" spc="-65" dirty="0">
                <a:latin typeface="BirkaLTPro-Regular"/>
                <a:cs typeface="Arial"/>
              </a:rPr>
              <a:t> </a:t>
            </a:r>
            <a:r>
              <a:rPr lang="pt-BR" sz="2400" spc="-10" dirty="0">
                <a:latin typeface="BirkaLTPro-Regular"/>
                <a:cs typeface="Arial"/>
              </a:rPr>
              <a:t>modelagem </a:t>
            </a:r>
            <a:r>
              <a:rPr lang="pt-BR" sz="2400" dirty="0">
                <a:latin typeface="BirkaLTPro-Regular"/>
                <a:cs typeface="Arial"/>
              </a:rPr>
              <a:t>aumentou</a:t>
            </a:r>
            <a:r>
              <a:rPr lang="pt-BR" sz="2400" spc="-75" dirty="0">
                <a:latin typeface="BirkaLTPro-Regular"/>
                <a:cs typeface="Arial"/>
              </a:rPr>
              <a:t> </a:t>
            </a:r>
            <a:r>
              <a:rPr lang="pt-BR" sz="2400" dirty="0">
                <a:latin typeface="BirkaLTPro-Regular"/>
                <a:cs typeface="Arial"/>
              </a:rPr>
              <a:t>de</a:t>
            </a:r>
            <a:r>
              <a:rPr lang="pt-BR" sz="2400" spc="-75" dirty="0">
                <a:latin typeface="BirkaLTPro-Regular"/>
                <a:cs typeface="Arial"/>
              </a:rPr>
              <a:t> </a:t>
            </a:r>
            <a:r>
              <a:rPr lang="pt-BR" sz="2400" dirty="0">
                <a:latin typeface="BirkaLTPro-Regular"/>
                <a:cs typeface="Arial"/>
              </a:rPr>
              <a:t>10</a:t>
            </a:r>
            <a:r>
              <a:rPr lang="pt-BR" sz="2400" spc="-75" dirty="0">
                <a:latin typeface="BirkaLTPro-Regular"/>
                <a:cs typeface="Arial"/>
              </a:rPr>
              <a:t> </a:t>
            </a:r>
            <a:r>
              <a:rPr lang="pt-BR" sz="2400" dirty="0">
                <a:latin typeface="BirkaLTPro-Regular"/>
                <a:cs typeface="Arial"/>
              </a:rPr>
              <a:t>para</a:t>
            </a:r>
            <a:r>
              <a:rPr lang="pt-BR" sz="2400" spc="-70" dirty="0">
                <a:latin typeface="BirkaLTPro-Regular"/>
                <a:cs typeface="Arial"/>
              </a:rPr>
              <a:t> </a:t>
            </a:r>
            <a:r>
              <a:rPr lang="pt-BR" sz="2400" spc="-25" dirty="0">
                <a:latin typeface="BirkaLTPro-Regular"/>
                <a:cs typeface="Arial"/>
              </a:rPr>
              <a:t>50</a:t>
            </a:r>
            <a:endParaRPr lang="pt-BR" sz="2400" dirty="0">
              <a:latin typeface="BirkaLTPro-Regular"/>
              <a:cs typeface="Arial"/>
            </a:endParaRPr>
          </a:p>
          <a:p>
            <a:pPr marL="354965" marR="393700" indent="-342900" algn="just">
              <a:lnSpc>
                <a:spcPct val="99800"/>
              </a:lnSpc>
              <a:spcBef>
                <a:spcPts val="640"/>
              </a:spcBef>
              <a:buClr>
                <a:srgbClr val="FFCC00"/>
              </a:buClr>
              <a:buSzPct val="73584"/>
              <a:buFont typeface="Arial" panose="020B0604020202020204" pitchFamily="34" charset="0"/>
              <a:buChar char="•"/>
              <a:tabLst>
                <a:tab pos="390525" algn="l"/>
              </a:tabLst>
            </a:pPr>
            <a:r>
              <a:rPr lang="pt-BR" sz="2400" dirty="0">
                <a:latin typeface="BirkaLTPro-Regular"/>
                <a:cs typeface="Arial"/>
              </a:rPr>
              <a:t>Havia</a:t>
            </a:r>
            <a:r>
              <a:rPr lang="pt-BR" sz="2400" spc="-65" dirty="0">
                <a:latin typeface="BirkaLTPro-Regular"/>
                <a:cs typeface="Arial"/>
              </a:rPr>
              <a:t> </a:t>
            </a:r>
            <a:r>
              <a:rPr lang="pt-BR" sz="2400" dirty="0">
                <a:latin typeface="BirkaLTPro-Regular"/>
                <a:cs typeface="Arial"/>
              </a:rPr>
              <a:t>uma</a:t>
            </a:r>
            <a:r>
              <a:rPr lang="pt-BR" sz="2400" spc="-60" dirty="0">
                <a:latin typeface="BirkaLTPro-Regular"/>
                <a:cs typeface="Arial"/>
              </a:rPr>
              <a:t> </a:t>
            </a:r>
            <a:r>
              <a:rPr lang="pt-BR" sz="2400" dirty="0">
                <a:latin typeface="BirkaLTPro-Regular"/>
                <a:cs typeface="Arial"/>
              </a:rPr>
              <a:t>dificuldade</a:t>
            </a:r>
            <a:r>
              <a:rPr lang="pt-BR" sz="2400" spc="-60" dirty="0">
                <a:latin typeface="BirkaLTPro-Regular"/>
                <a:cs typeface="Arial"/>
              </a:rPr>
              <a:t> </a:t>
            </a:r>
            <a:r>
              <a:rPr lang="pt-BR" sz="2400" dirty="0">
                <a:latin typeface="BirkaLTPro-Regular"/>
                <a:cs typeface="Arial"/>
              </a:rPr>
              <a:t>inicial,</a:t>
            </a:r>
            <a:r>
              <a:rPr lang="pt-BR" sz="2400" spc="-55" dirty="0">
                <a:latin typeface="BirkaLTPro-Regular"/>
                <a:cs typeface="Arial"/>
              </a:rPr>
              <a:t> </a:t>
            </a:r>
            <a:r>
              <a:rPr lang="pt-BR" sz="2400" dirty="0">
                <a:latin typeface="BirkaLTPro-Regular"/>
                <a:cs typeface="Arial"/>
              </a:rPr>
              <a:t>por</a:t>
            </a:r>
            <a:r>
              <a:rPr lang="pt-BR" sz="2400" spc="-50" dirty="0">
                <a:latin typeface="BirkaLTPro-Regular"/>
                <a:cs typeface="Arial"/>
              </a:rPr>
              <a:t> </a:t>
            </a:r>
            <a:r>
              <a:rPr lang="pt-BR" sz="2400" dirty="0">
                <a:latin typeface="BirkaLTPro-Regular"/>
                <a:cs typeface="Arial"/>
              </a:rPr>
              <a:t>parte</a:t>
            </a:r>
            <a:r>
              <a:rPr lang="pt-BR" sz="2400" spc="-60" dirty="0">
                <a:latin typeface="BirkaLTPro-Regular"/>
                <a:cs typeface="Arial"/>
              </a:rPr>
              <a:t> </a:t>
            </a:r>
            <a:r>
              <a:rPr lang="pt-BR" sz="2400" spc="-25" dirty="0">
                <a:latin typeface="BirkaLTPro-Regular"/>
                <a:cs typeface="Arial"/>
              </a:rPr>
              <a:t>dos </a:t>
            </a:r>
            <a:r>
              <a:rPr lang="pt-BR" sz="2400" spc="-10" dirty="0">
                <a:latin typeface="BirkaLTPro-Regular"/>
                <a:cs typeface="Arial"/>
              </a:rPr>
              <a:t>desenvolvedores,</a:t>
            </a:r>
            <a:r>
              <a:rPr lang="pt-BR" sz="2400" spc="-85" dirty="0">
                <a:latin typeface="BirkaLTPro-Regular"/>
                <a:cs typeface="Arial"/>
              </a:rPr>
              <a:t> </a:t>
            </a:r>
            <a:r>
              <a:rPr lang="pt-BR" sz="2400" dirty="0">
                <a:latin typeface="BirkaLTPro-Regular"/>
                <a:cs typeface="Arial"/>
              </a:rPr>
              <a:t>devido</a:t>
            </a:r>
            <a:r>
              <a:rPr lang="pt-BR" sz="2400" spc="-85" dirty="0">
                <a:latin typeface="BirkaLTPro-Regular"/>
                <a:cs typeface="Arial"/>
              </a:rPr>
              <a:t> </a:t>
            </a:r>
            <a:r>
              <a:rPr lang="pt-BR" sz="2400" dirty="0">
                <a:latin typeface="BirkaLTPro-Regular"/>
                <a:cs typeface="Arial"/>
              </a:rPr>
              <a:t>a</a:t>
            </a:r>
            <a:r>
              <a:rPr lang="pt-BR" sz="2400" spc="-35" dirty="0">
                <a:latin typeface="BirkaLTPro-Regular"/>
                <a:cs typeface="Arial"/>
              </a:rPr>
              <a:t> </a:t>
            </a:r>
            <a:r>
              <a:rPr lang="pt-BR" sz="2400" dirty="0">
                <a:latin typeface="BirkaLTPro-Regular"/>
                <a:cs typeface="Arial"/>
              </a:rPr>
              <a:t>diversidade</a:t>
            </a:r>
            <a:r>
              <a:rPr lang="pt-BR" sz="2400" spc="-60" dirty="0">
                <a:latin typeface="BirkaLTPro-Regular"/>
                <a:cs typeface="Arial"/>
              </a:rPr>
              <a:t> </a:t>
            </a:r>
            <a:r>
              <a:rPr lang="pt-BR" sz="2400" dirty="0">
                <a:latin typeface="BirkaLTPro-Regular"/>
                <a:cs typeface="Arial"/>
              </a:rPr>
              <a:t>de</a:t>
            </a:r>
            <a:r>
              <a:rPr lang="pt-BR" sz="2400" spc="-55" dirty="0">
                <a:latin typeface="BirkaLTPro-Regular"/>
                <a:cs typeface="Arial"/>
              </a:rPr>
              <a:t> </a:t>
            </a:r>
            <a:r>
              <a:rPr lang="pt-BR" sz="2400" dirty="0">
                <a:latin typeface="BirkaLTPro-Regular"/>
                <a:cs typeface="Arial"/>
              </a:rPr>
              <a:t>métodos,</a:t>
            </a:r>
            <a:r>
              <a:rPr lang="pt-BR" sz="2400" spc="-85" dirty="0">
                <a:latin typeface="BirkaLTPro-Regular"/>
                <a:cs typeface="Arial"/>
              </a:rPr>
              <a:t> </a:t>
            </a:r>
            <a:r>
              <a:rPr lang="pt-BR" sz="2400" spc="-10" dirty="0">
                <a:latin typeface="BirkaLTPro-Regular"/>
                <a:cs typeface="Arial"/>
              </a:rPr>
              <a:t>visto </a:t>
            </a:r>
            <a:r>
              <a:rPr lang="pt-BR" sz="2400" dirty="0">
                <a:latin typeface="BirkaLTPro-Regular"/>
                <a:cs typeface="Arial"/>
              </a:rPr>
              <a:t>que</a:t>
            </a:r>
            <a:r>
              <a:rPr lang="pt-BR" sz="2400" spc="-50" dirty="0">
                <a:latin typeface="BirkaLTPro-Regular"/>
                <a:cs typeface="Arial"/>
              </a:rPr>
              <a:t> </a:t>
            </a:r>
            <a:r>
              <a:rPr lang="pt-BR" sz="2400" dirty="0">
                <a:latin typeface="BirkaLTPro-Regular"/>
                <a:cs typeface="Arial"/>
              </a:rPr>
              <a:t>não</a:t>
            </a:r>
            <a:r>
              <a:rPr lang="pt-BR" sz="2400" spc="-75" dirty="0">
                <a:latin typeface="BirkaLTPro-Regular"/>
                <a:cs typeface="Arial"/>
              </a:rPr>
              <a:t> </a:t>
            </a:r>
            <a:r>
              <a:rPr lang="pt-BR" sz="2400" dirty="0">
                <a:latin typeface="BirkaLTPro-Regular"/>
                <a:cs typeface="Arial"/>
              </a:rPr>
              <a:t>atendiam</a:t>
            </a:r>
            <a:r>
              <a:rPr lang="pt-BR" sz="2400" spc="-55" dirty="0">
                <a:latin typeface="BirkaLTPro-Regular"/>
                <a:cs typeface="Arial"/>
              </a:rPr>
              <a:t> </a:t>
            </a:r>
            <a:r>
              <a:rPr lang="pt-BR" sz="2400" spc="-10" dirty="0">
                <a:latin typeface="BirkaLTPro-Regular"/>
                <a:cs typeface="Arial"/>
              </a:rPr>
              <a:t>completamente</a:t>
            </a:r>
            <a:r>
              <a:rPr lang="pt-BR" sz="2400" spc="-75" dirty="0">
                <a:latin typeface="BirkaLTPro-Regular"/>
                <a:cs typeface="Arial"/>
              </a:rPr>
              <a:t> </a:t>
            </a:r>
            <a:r>
              <a:rPr lang="pt-BR" sz="2400" dirty="0">
                <a:latin typeface="BirkaLTPro-Regular"/>
                <a:cs typeface="Arial"/>
              </a:rPr>
              <a:t>às</a:t>
            </a:r>
            <a:r>
              <a:rPr lang="pt-BR" sz="2400" spc="-75" dirty="0">
                <a:latin typeface="BirkaLTPro-Regular"/>
                <a:cs typeface="Arial"/>
              </a:rPr>
              <a:t> </a:t>
            </a:r>
            <a:r>
              <a:rPr lang="pt-BR" sz="2400" dirty="0">
                <a:latin typeface="BirkaLTPro-Regular"/>
                <a:cs typeface="Arial"/>
              </a:rPr>
              <a:t>suas</a:t>
            </a:r>
            <a:r>
              <a:rPr lang="pt-BR" sz="2400" spc="-50" dirty="0">
                <a:latin typeface="BirkaLTPro-Regular"/>
                <a:cs typeface="Arial"/>
              </a:rPr>
              <a:t> </a:t>
            </a:r>
            <a:r>
              <a:rPr lang="pt-BR" sz="2400" spc="-10" dirty="0">
                <a:latin typeface="BirkaLTPro-Regular"/>
                <a:cs typeface="Arial"/>
              </a:rPr>
              <a:t>necessidades.</a:t>
            </a:r>
            <a:endParaRPr lang="pt-BR" sz="2400" dirty="0">
              <a:latin typeface="BirkaLTPro-Regular"/>
              <a:cs typeface="Arial"/>
            </a:endParaRPr>
          </a:p>
          <a:p>
            <a:pPr marL="354965" marR="125095" indent="-342900" algn="just">
              <a:lnSpc>
                <a:spcPct val="99900"/>
              </a:lnSpc>
              <a:spcBef>
                <a:spcPts val="640"/>
              </a:spcBef>
              <a:buClr>
                <a:srgbClr val="FFCC00"/>
              </a:buClr>
              <a:buSzPct val="73584"/>
              <a:buFont typeface="Arial" panose="020B0604020202020204" pitchFamily="34" charset="0"/>
              <a:buChar char="•"/>
              <a:tabLst>
                <a:tab pos="390525" algn="l"/>
              </a:tabLst>
            </a:pPr>
            <a:r>
              <a:rPr lang="pt-BR" sz="2400" dirty="0">
                <a:latin typeface="BirkaLTPro-Regular"/>
                <a:cs typeface="Arial"/>
              </a:rPr>
              <a:t>Neste</a:t>
            </a:r>
            <a:r>
              <a:rPr lang="pt-BR" sz="2400" spc="-80" dirty="0">
                <a:latin typeface="BirkaLTPro-Regular"/>
                <a:cs typeface="Arial"/>
              </a:rPr>
              <a:t> </a:t>
            </a:r>
            <a:r>
              <a:rPr lang="pt-BR" sz="2400" dirty="0" err="1">
                <a:latin typeface="BirkaLTPro-Regular"/>
                <a:cs typeface="Arial"/>
              </a:rPr>
              <a:t>conexto</a:t>
            </a:r>
            <a:r>
              <a:rPr lang="pt-BR" sz="2400" spc="-110" dirty="0">
                <a:latin typeface="BirkaLTPro-Regular"/>
                <a:cs typeface="Arial"/>
              </a:rPr>
              <a:t> </a:t>
            </a:r>
            <a:r>
              <a:rPr lang="pt-BR" sz="2400" dirty="0">
                <a:latin typeface="BirkaLTPro-Regular"/>
                <a:cs typeface="Arial"/>
              </a:rPr>
              <a:t>alguns</a:t>
            </a:r>
            <a:r>
              <a:rPr lang="pt-BR" sz="2400" spc="-55" dirty="0">
                <a:latin typeface="BirkaLTPro-Regular"/>
                <a:cs typeface="Arial"/>
              </a:rPr>
              <a:t> </a:t>
            </a:r>
            <a:r>
              <a:rPr lang="pt-BR" sz="2400" dirty="0">
                <a:latin typeface="BirkaLTPro-Regular"/>
                <a:cs typeface="Arial"/>
              </a:rPr>
              <a:t>método</a:t>
            </a:r>
            <a:r>
              <a:rPr lang="pt-BR" sz="2400" spc="-110" dirty="0">
                <a:latin typeface="BirkaLTPro-Regular"/>
                <a:cs typeface="Arial"/>
              </a:rPr>
              <a:t> </a:t>
            </a:r>
            <a:r>
              <a:rPr lang="pt-BR" sz="2400" dirty="0">
                <a:latin typeface="BirkaLTPro-Regular"/>
                <a:cs typeface="Arial"/>
              </a:rPr>
              <a:t>se</a:t>
            </a:r>
            <a:r>
              <a:rPr lang="pt-BR" sz="2400" spc="-80" dirty="0">
                <a:latin typeface="BirkaLTPro-Regular"/>
                <a:cs typeface="Arial"/>
              </a:rPr>
              <a:t> </a:t>
            </a:r>
            <a:r>
              <a:rPr lang="pt-BR" sz="2400" dirty="0">
                <a:latin typeface="BirkaLTPro-Regular"/>
                <a:cs typeface="Arial"/>
              </a:rPr>
              <a:t>destacaram:</a:t>
            </a:r>
            <a:r>
              <a:rPr lang="pt-BR" sz="2400" spc="-100" dirty="0">
                <a:latin typeface="BirkaLTPro-Regular"/>
                <a:cs typeface="Arial"/>
              </a:rPr>
              <a:t> </a:t>
            </a:r>
            <a:r>
              <a:rPr lang="pt-BR" sz="2400" dirty="0">
                <a:latin typeface="BirkaLTPro-Regular"/>
                <a:cs typeface="Arial"/>
              </a:rPr>
              <a:t>Notação</a:t>
            </a:r>
            <a:r>
              <a:rPr lang="pt-BR" sz="2400" spc="-80" dirty="0">
                <a:latin typeface="BirkaLTPro-Regular"/>
                <a:cs typeface="Arial"/>
              </a:rPr>
              <a:t> </a:t>
            </a:r>
            <a:r>
              <a:rPr lang="pt-BR" sz="2400" spc="-25" dirty="0">
                <a:latin typeface="BirkaLTPro-Regular"/>
                <a:cs typeface="Arial"/>
              </a:rPr>
              <a:t>de </a:t>
            </a:r>
            <a:r>
              <a:rPr lang="pt-BR" sz="2400" dirty="0" err="1">
                <a:latin typeface="BirkaLTPro-Regular"/>
                <a:cs typeface="Arial"/>
              </a:rPr>
              <a:t>Booch</a:t>
            </a:r>
            <a:r>
              <a:rPr lang="pt-BR" sz="2400" dirty="0">
                <a:latin typeface="BirkaLTPro-Regular"/>
                <a:cs typeface="Arial"/>
              </a:rPr>
              <a:t>;</a:t>
            </a:r>
            <a:r>
              <a:rPr lang="pt-BR" sz="2400" spc="-110" dirty="0">
                <a:latin typeface="BirkaLTPro-Regular"/>
                <a:cs typeface="Arial"/>
              </a:rPr>
              <a:t> </a:t>
            </a:r>
            <a:r>
              <a:rPr lang="pt-BR" sz="2400" dirty="0">
                <a:latin typeface="BirkaLTPro-Regular"/>
                <a:cs typeface="Arial"/>
              </a:rPr>
              <a:t>o</a:t>
            </a:r>
            <a:r>
              <a:rPr lang="pt-BR" sz="2400" spc="-50" dirty="0">
                <a:latin typeface="BirkaLTPro-Regular"/>
                <a:cs typeface="Arial"/>
              </a:rPr>
              <a:t> </a:t>
            </a:r>
            <a:r>
              <a:rPr lang="pt-BR" sz="2400" dirty="0">
                <a:latin typeface="BirkaLTPro-Regular"/>
                <a:cs typeface="Arial"/>
              </a:rPr>
              <a:t>OOSE</a:t>
            </a:r>
            <a:r>
              <a:rPr lang="pt-BR" sz="2400" spc="-80" dirty="0">
                <a:latin typeface="BirkaLTPro-Regular"/>
                <a:cs typeface="Arial"/>
              </a:rPr>
              <a:t> </a:t>
            </a:r>
            <a:r>
              <a:rPr lang="pt-BR" sz="2400" spc="-10" dirty="0">
                <a:latin typeface="BirkaLTPro-Regular"/>
                <a:cs typeface="Arial"/>
              </a:rPr>
              <a:t>(Object-</a:t>
            </a:r>
            <a:r>
              <a:rPr lang="pt-BR" sz="2400" dirty="0" err="1">
                <a:latin typeface="BirkaLTPro-Regular"/>
                <a:cs typeface="Arial"/>
              </a:rPr>
              <a:t>Oriented</a:t>
            </a:r>
            <a:r>
              <a:rPr lang="pt-BR" sz="2400" spc="-80" dirty="0">
                <a:latin typeface="BirkaLTPro-Regular"/>
                <a:cs typeface="Arial"/>
              </a:rPr>
              <a:t> </a:t>
            </a:r>
            <a:r>
              <a:rPr lang="pt-BR" sz="2400" dirty="0">
                <a:latin typeface="BirkaLTPro-Regular"/>
                <a:cs typeface="Arial"/>
              </a:rPr>
              <a:t>Software</a:t>
            </a:r>
            <a:r>
              <a:rPr lang="pt-BR" sz="2400" spc="-114" dirty="0">
                <a:latin typeface="BirkaLTPro-Regular"/>
                <a:cs typeface="Arial"/>
              </a:rPr>
              <a:t> </a:t>
            </a:r>
            <a:r>
              <a:rPr lang="pt-BR" sz="2400" dirty="0" err="1">
                <a:latin typeface="BirkaLTPro-Regular"/>
                <a:cs typeface="Arial"/>
              </a:rPr>
              <a:t>Engineering</a:t>
            </a:r>
            <a:r>
              <a:rPr lang="pt-BR" sz="2400" dirty="0">
                <a:latin typeface="BirkaLTPro-Regular"/>
                <a:cs typeface="Arial"/>
              </a:rPr>
              <a:t>)</a:t>
            </a:r>
            <a:r>
              <a:rPr lang="pt-BR" sz="2400" spc="-70" dirty="0">
                <a:latin typeface="BirkaLTPro-Regular"/>
                <a:cs typeface="Arial"/>
              </a:rPr>
              <a:t> </a:t>
            </a:r>
            <a:r>
              <a:rPr lang="pt-BR" sz="2400" spc="-25" dirty="0">
                <a:latin typeface="BirkaLTPro-Regular"/>
                <a:cs typeface="Arial"/>
              </a:rPr>
              <a:t>de </a:t>
            </a:r>
            <a:r>
              <a:rPr lang="pt-BR" sz="2400" dirty="0">
                <a:latin typeface="BirkaLTPro-Regular"/>
                <a:cs typeface="Arial"/>
              </a:rPr>
              <a:t>Ivar</a:t>
            </a:r>
            <a:r>
              <a:rPr lang="pt-BR" sz="2400" spc="-55" dirty="0">
                <a:latin typeface="BirkaLTPro-Regular"/>
                <a:cs typeface="Arial"/>
              </a:rPr>
              <a:t> </a:t>
            </a:r>
            <a:r>
              <a:rPr lang="pt-BR" sz="2400" dirty="0">
                <a:latin typeface="BirkaLTPro-Regular"/>
                <a:cs typeface="Arial"/>
              </a:rPr>
              <a:t>Jacobson</a:t>
            </a:r>
            <a:r>
              <a:rPr lang="pt-BR" sz="2400" spc="-95" dirty="0">
                <a:latin typeface="BirkaLTPro-Regular"/>
                <a:cs typeface="Arial"/>
              </a:rPr>
              <a:t> </a:t>
            </a:r>
            <a:r>
              <a:rPr lang="pt-BR" sz="2400" dirty="0">
                <a:latin typeface="BirkaLTPro-Regular"/>
                <a:cs typeface="Arial"/>
              </a:rPr>
              <a:t>e</a:t>
            </a:r>
            <a:r>
              <a:rPr lang="pt-BR" sz="2400" spc="-45" dirty="0">
                <a:latin typeface="BirkaLTPro-Regular"/>
                <a:cs typeface="Arial"/>
              </a:rPr>
              <a:t> </a:t>
            </a:r>
            <a:r>
              <a:rPr lang="pt-BR" sz="2400" dirty="0">
                <a:latin typeface="BirkaLTPro-Regular"/>
                <a:cs typeface="Arial"/>
              </a:rPr>
              <a:t>o</a:t>
            </a:r>
            <a:r>
              <a:rPr lang="pt-BR" sz="2400" spc="-65" dirty="0">
                <a:latin typeface="BirkaLTPro-Regular"/>
                <a:cs typeface="Arial"/>
              </a:rPr>
              <a:t> </a:t>
            </a:r>
            <a:r>
              <a:rPr lang="pt-BR" sz="2400" dirty="0">
                <a:latin typeface="BirkaLTPro-Regular"/>
                <a:cs typeface="Arial"/>
              </a:rPr>
              <a:t>OMT</a:t>
            </a:r>
            <a:r>
              <a:rPr lang="pt-BR" sz="2400" spc="-75" dirty="0">
                <a:latin typeface="BirkaLTPro-Regular"/>
                <a:cs typeface="Arial"/>
              </a:rPr>
              <a:t> </a:t>
            </a:r>
            <a:r>
              <a:rPr lang="pt-BR" sz="2400" dirty="0">
                <a:latin typeface="BirkaLTPro-Regular"/>
                <a:cs typeface="Arial"/>
              </a:rPr>
              <a:t>(Object</a:t>
            </a:r>
            <a:r>
              <a:rPr lang="pt-BR" sz="2400" spc="-90" dirty="0">
                <a:latin typeface="BirkaLTPro-Regular"/>
                <a:cs typeface="Arial"/>
              </a:rPr>
              <a:t> </a:t>
            </a:r>
            <a:r>
              <a:rPr lang="pt-BR" sz="2400" dirty="0" err="1">
                <a:latin typeface="BirkaLTPro-Regular"/>
                <a:cs typeface="Arial"/>
              </a:rPr>
              <a:t>Modeling</a:t>
            </a:r>
            <a:r>
              <a:rPr lang="pt-BR" sz="2400" spc="-65" dirty="0">
                <a:latin typeface="BirkaLTPro-Regular"/>
                <a:cs typeface="Arial"/>
              </a:rPr>
              <a:t> </a:t>
            </a:r>
            <a:r>
              <a:rPr lang="pt-BR" sz="2400" dirty="0" err="1">
                <a:latin typeface="BirkaLTPro-Regular"/>
                <a:cs typeface="Arial"/>
              </a:rPr>
              <a:t>Technique</a:t>
            </a:r>
            <a:r>
              <a:rPr lang="pt-BR" sz="2400" dirty="0">
                <a:latin typeface="BirkaLTPro-Regular"/>
                <a:cs typeface="Arial"/>
              </a:rPr>
              <a:t>)</a:t>
            </a:r>
            <a:r>
              <a:rPr lang="pt-BR" sz="2400" spc="-75" dirty="0">
                <a:latin typeface="BirkaLTPro-Regular"/>
                <a:cs typeface="Arial"/>
              </a:rPr>
              <a:t> </a:t>
            </a:r>
            <a:r>
              <a:rPr lang="pt-BR" sz="2400" spc="-25" dirty="0">
                <a:latin typeface="BirkaLTPro-Regular"/>
                <a:cs typeface="Arial"/>
              </a:rPr>
              <a:t>de </a:t>
            </a:r>
            <a:r>
              <a:rPr lang="pt-BR" sz="2400" dirty="0">
                <a:latin typeface="BirkaLTPro-Regular"/>
                <a:cs typeface="Arial"/>
              </a:rPr>
              <a:t>James</a:t>
            </a:r>
            <a:r>
              <a:rPr lang="pt-BR" sz="2400" spc="-70" dirty="0">
                <a:latin typeface="BirkaLTPro-Regular"/>
                <a:cs typeface="Arial"/>
              </a:rPr>
              <a:t> </a:t>
            </a:r>
            <a:r>
              <a:rPr lang="pt-BR" sz="2400" spc="-10" dirty="0" err="1">
                <a:latin typeface="BirkaLTPro-Regular"/>
                <a:cs typeface="Arial"/>
              </a:rPr>
              <a:t>Rumbaugh</a:t>
            </a:r>
            <a:r>
              <a:rPr lang="pt-BR" sz="2400" spc="-10" dirty="0">
                <a:latin typeface="BirkaLTPro-Regular"/>
                <a:cs typeface="Arial"/>
              </a:rPr>
              <a:t>. </a:t>
            </a:r>
            <a:r>
              <a:rPr lang="pt-BR" sz="2400" b="0" i="0" u="none" strike="noStrike" baseline="0" dirty="0">
                <a:solidFill>
                  <a:srgbClr val="000000"/>
                </a:solidFill>
                <a:latin typeface="BirkaLTPro-Regular"/>
              </a:rPr>
              <a:t>Todos eram completos, apresentando pontos fortes e fracos </a:t>
            </a:r>
          </a:p>
        </p:txBody>
      </p:sp>
    </p:spTree>
    <p:extLst>
      <p:ext uri="{BB962C8B-B14F-4D97-AF65-F5344CB8AC3E}">
        <p14:creationId xmlns:p14="http://schemas.microsoft.com/office/powerpoint/2010/main" val="29448703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56C9AD99-92F6-89AD-D8DE-89339B91EB1D}"/>
              </a:ext>
            </a:extLst>
          </p:cNvPr>
          <p:cNvSpPr txBox="1"/>
          <p:nvPr/>
        </p:nvSpPr>
        <p:spPr>
          <a:xfrm>
            <a:off x="327198" y="389493"/>
            <a:ext cx="75522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i="0" u="none" strike="noStrike" baseline="0" dirty="0"/>
              <a:t>Breve Histórico da UML</a:t>
            </a:r>
            <a:endParaRPr lang="pt-BR" sz="2400" b="1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116E1D1-DAF6-703C-DD32-A15087E4AA2E}"/>
              </a:ext>
            </a:extLst>
          </p:cNvPr>
          <p:cNvSpPr txBox="1"/>
          <p:nvPr/>
        </p:nvSpPr>
        <p:spPr>
          <a:xfrm>
            <a:off x="664075" y="1313378"/>
            <a:ext cx="10941023" cy="38010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b="0" i="0" u="none" strike="noStrike" baseline="0" dirty="0">
                <a:solidFill>
                  <a:srgbClr val="000000"/>
                </a:solidFill>
                <a:latin typeface="BirkaLTPro-Regular"/>
              </a:rPr>
              <a:t>Por volta da metade da década de 1990 </a:t>
            </a:r>
            <a:r>
              <a:rPr lang="pt-BR" sz="2400" b="0" i="0" u="none" strike="noStrike" baseline="0" dirty="0" err="1">
                <a:solidFill>
                  <a:srgbClr val="000000"/>
                </a:solidFill>
                <a:latin typeface="BirkaLTPro-Regular"/>
              </a:rPr>
              <a:t>Booch</a:t>
            </a:r>
            <a:r>
              <a:rPr lang="pt-BR" sz="2400" b="0" i="0" u="none" strike="noStrike" baseline="0" dirty="0">
                <a:solidFill>
                  <a:srgbClr val="000000"/>
                </a:solidFill>
                <a:latin typeface="BirkaLTPro-Regular"/>
              </a:rPr>
              <a:t> (</a:t>
            </a:r>
            <a:r>
              <a:rPr lang="pt-BR" sz="2400" b="0" i="0" u="none" strike="noStrike" baseline="0" dirty="0" err="1">
                <a:solidFill>
                  <a:srgbClr val="000000"/>
                </a:solidFill>
                <a:latin typeface="BirkaLTPro-Regular"/>
              </a:rPr>
              <a:t>Rational</a:t>
            </a:r>
            <a:r>
              <a:rPr lang="pt-BR" sz="2400" b="0" i="0" u="none" strike="noStrike" baseline="0" dirty="0">
                <a:solidFill>
                  <a:srgbClr val="000000"/>
                </a:solidFill>
                <a:latin typeface="BirkaLTPro-Regular"/>
              </a:rPr>
              <a:t> 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BirkaLTPro-Regular"/>
              </a:rPr>
              <a:t>Software), Jacobson (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BirkaLTPro-Regular"/>
              </a:rPr>
              <a:t>Objectory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BirkaLTPro-Regular"/>
              </a:rPr>
              <a:t>) e Rumbaugh(GE) se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BirkaLTPro-Regular"/>
              </a:rPr>
              <a:t>unem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BirkaLTPro-Regular"/>
              </a:rPr>
              <a:t> </a:t>
            </a:r>
            <a:r>
              <a:rPr lang="pt-BR" sz="2400" b="0" i="0" u="none" strike="noStrike" baseline="0" dirty="0">
                <a:solidFill>
                  <a:srgbClr val="000000"/>
                </a:solidFill>
                <a:latin typeface="BirkaLTPro-Regular"/>
              </a:rPr>
              <a:t>para desenvolver a UML</a:t>
            </a:r>
          </a:p>
          <a:p>
            <a:pPr marL="342900" indent="-34290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b="0" i="0" u="none" strike="noStrike" baseline="0" dirty="0">
                <a:solidFill>
                  <a:srgbClr val="000000"/>
                </a:solidFill>
                <a:latin typeface="BirkaLTPro-Regular"/>
              </a:rPr>
              <a:t>Outubro/1995 o esboço da versão 0.8 foi lançada</a:t>
            </a:r>
          </a:p>
          <a:p>
            <a:pPr marL="342900" indent="-34290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b="0" i="0" u="none" strike="noStrike" baseline="0" dirty="0">
                <a:solidFill>
                  <a:srgbClr val="000000"/>
                </a:solidFill>
                <a:latin typeface="BirkaLTPro-Regular"/>
              </a:rPr>
              <a:t>Junho/1996 – Lançada a versão 0.9 da UML</a:t>
            </a:r>
          </a:p>
          <a:p>
            <a:pPr marL="342900" indent="-34290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b="0" i="0" u="none" strike="noStrike" baseline="0" dirty="0">
                <a:solidFill>
                  <a:srgbClr val="000000"/>
                </a:solidFill>
                <a:latin typeface="BirkaLTPro-Regular"/>
              </a:rPr>
              <a:t>Foi estabelecido um consórcio de UML com a participação das empresas: </a:t>
            </a:r>
            <a:r>
              <a:rPr lang="pt-BR" sz="2400" b="0" i="0" u="none" strike="noStrike" baseline="0" dirty="0" err="1">
                <a:solidFill>
                  <a:srgbClr val="000000"/>
                </a:solidFill>
                <a:latin typeface="BirkaLTPro-Regular"/>
              </a:rPr>
              <a:t>Rational</a:t>
            </a:r>
            <a:r>
              <a:rPr lang="pt-BR" sz="2400" b="0" i="0" u="none" strike="noStrike" baseline="0" dirty="0">
                <a:solidFill>
                  <a:srgbClr val="000000"/>
                </a:solidFill>
                <a:latin typeface="BirkaLTPro-Regular"/>
              </a:rPr>
              <a:t> Software; Digital; Hewlett-Packard;</a:t>
            </a:r>
          </a:p>
          <a:p>
            <a:pPr marL="342900" indent="-34290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b="0" i="0" u="none" strike="noStrike" baseline="0" dirty="0">
                <a:solidFill>
                  <a:srgbClr val="000000"/>
                </a:solidFill>
                <a:latin typeface="BirkaLTPro-Regular"/>
              </a:rPr>
              <a:t>I-</a:t>
            </a:r>
            <a:r>
              <a:rPr lang="pt-BR" sz="2400" b="0" i="0" u="none" strike="noStrike" baseline="0" dirty="0" err="1">
                <a:solidFill>
                  <a:srgbClr val="000000"/>
                </a:solidFill>
                <a:latin typeface="BirkaLTPro-Regular"/>
              </a:rPr>
              <a:t>Logix</a:t>
            </a:r>
            <a:r>
              <a:rPr lang="pt-BR" sz="2400" b="0" i="0" u="none" strike="noStrike" baseline="0" dirty="0">
                <a:solidFill>
                  <a:srgbClr val="000000"/>
                </a:solidFill>
                <a:latin typeface="BirkaLTPro-Regular"/>
              </a:rPr>
              <a:t>; </a:t>
            </a:r>
            <a:r>
              <a:rPr lang="pt-BR" sz="2400" b="0" i="0" u="none" strike="noStrike" baseline="0" dirty="0" err="1">
                <a:solidFill>
                  <a:srgbClr val="000000"/>
                </a:solidFill>
                <a:latin typeface="BirkaLTPro-Regular"/>
              </a:rPr>
              <a:t>Intelicorp</a:t>
            </a:r>
            <a:r>
              <a:rPr lang="pt-BR" sz="2400" b="0" i="0" u="none" strike="noStrike" baseline="0" dirty="0">
                <a:solidFill>
                  <a:srgbClr val="000000"/>
                </a:solidFill>
                <a:latin typeface="BirkaLTPro-Regular"/>
              </a:rPr>
              <a:t>; IBM; </a:t>
            </a:r>
            <a:r>
              <a:rPr lang="pt-BR" sz="2400" b="0" i="0" u="none" strike="noStrike" baseline="0" dirty="0" err="1">
                <a:solidFill>
                  <a:srgbClr val="000000"/>
                </a:solidFill>
                <a:latin typeface="BirkaLTPro-Regular"/>
              </a:rPr>
              <a:t>Icon</a:t>
            </a:r>
            <a:r>
              <a:rPr lang="pt-BR" sz="2400" b="0" i="0" u="none" strike="noStrike" baseline="0" dirty="0">
                <a:solidFill>
                  <a:srgbClr val="000000"/>
                </a:solidFill>
                <a:latin typeface="BirkaLTPro-Regular"/>
              </a:rPr>
              <a:t> </a:t>
            </a:r>
            <a:r>
              <a:rPr lang="pt-BR" sz="2400" b="0" i="0" u="none" strike="noStrike" baseline="0" dirty="0" err="1">
                <a:solidFill>
                  <a:srgbClr val="000000"/>
                </a:solidFill>
                <a:latin typeface="BirkaLTPro-Regular"/>
              </a:rPr>
              <a:t>Computing</a:t>
            </a:r>
            <a:r>
              <a:rPr lang="pt-BR" sz="2400" b="0" i="0" u="none" strike="noStrike" baseline="0" dirty="0">
                <a:solidFill>
                  <a:srgbClr val="000000"/>
                </a:solidFill>
                <a:latin typeface="BirkaLTPro-Regular"/>
              </a:rPr>
              <a:t>; MCI </a:t>
            </a:r>
            <a:r>
              <a:rPr lang="pt-BR" sz="2400" b="0" i="0" u="none" strike="noStrike" baseline="0" dirty="0" err="1">
                <a:solidFill>
                  <a:srgbClr val="000000"/>
                </a:solidFill>
                <a:latin typeface="BirkaLTPro-Regular"/>
              </a:rPr>
              <a:t>SystemHouse</a:t>
            </a:r>
            <a:r>
              <a:rPr lang="pt-BR" sz="2400" b="0" i="0" u="none" strike="noStrike" baseline="0" dirty="0">
                <a:solidFill>
                  <a:srgbClr val="000000"/>
                </a:solidFill>
                <a:latin typeface="BirkaLTPro-Regular"/>
              </a:rPr>
              <a:t>; Microsoft; Oracle; Texas </a:t>
            </a:r>
            <a:r>
              <a:rPr lang="pt-BR" sz="2400" b="0" i="0" u="none" strike="noStrike" baseline="0" dirty="0" err="1">
                <a:solidFill>
                  <a:srgbClr val="000000"/>
                </a:solidFill>
                <a:latin typeface="BirkaLTPro-Regular"/>
              </a:rPr>
              <a:t>Instruments</a:t>
            </a:r>
            <a:r>
              <a:rPr lang="pt-BR" sz="2400" b="0" i="0" u="none" strike="noStrike" baseline="0" dirty="0">
                <a:solidFill>
                  <a:srgbClr val="000000"/>
                </a:solidFill>
                <a:latin typeface="BirkaLTPro-Regular"/>
              </a:rPr>
              <a:t> e </a:t>
            </a:r>
            <a:r>
              <a:rPr lang="pt-BR" sz="2400" b="0" i="0" u="none" strike="noStrike" baseline="0" dirty="0" err="1">
                <a:solidFill>
                  <a:srgbClr val="000000"/>
                </a:solidFill>
                <a:latin typeface="BirkaLTPro-Regular"/>
              </a:rPr>
              <a:t>Unysis</a:t>
            </a:r>
            <a:r>
              <a:rPr lang="pt-BR" sz="2400" b="0" i="0" u="none" strike="noStrike" baseline="0" dirty="0">
                <a:solidFill>
                  <a:srgbClr val="000000"/>
                </a:solidFill>
                <a:latin typeface="BirkaLTPro-Regular"/>
              </a:rPr>
              <a:t>.</a:t>
            </a:r>
          </a:p>
          <a:p>
            <a:pPr marL="342900" indent="-34290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b="0" i="0" u="none" strike="noStrike" baseline="0" dirty="0">
                <a:solidFill>
                  <a:srgbClr val="000000"/>
                </a:solidFill>
                <a:latin typeface="BirkaLTPro-Regular"/>
              </a:rPr>
              <a:t>Este consórcio apresenta em Janeiro/1997 a UML 1.0</a:t>
            </a:r>
            <a:endParaRPr lang="pt-BR" sz="2400" dirty="0">
              <a:latin typeface="BirkaLTPro-Regular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822420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56C9AD99-92F6-89AD-D8DE-89339B91EB1D}"/>
              </a:ext>
            </a:extLst>
          </p:cNvPr>
          <p:cNvSpPr txBox="1"/>
          <p:nvPr/>
        </p:nvSpPr>
        <p:spPr>
          <a:xfrm>
            <a:off x="327198" y="389493"/>
            <a:ext cx="75522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i="0" u="none" strike="noStrike" baseline="0" dirty="0"/>
              <a:t>Breve Histórico da UML</a:t>
            </a:r>
            <a:endParaRPr lang="pt-BR" sz="2400" b="1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116E1D1-DAF6-703C-DD32-A15087E4AA2E}"/>
              </a:ext>
            </a:extLst>
          </p:cNvPr>
          <p:cNvSpPr txBox="1"/>
          <p:nvPr/>
        </p:nvSpPr>
        <p:spPr>
          <a:xfrm>
            <a:off x="664075" y="1313378"/>
            <a:ext cx="1094102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pt-BR" sz="2400" b="0" i="0" u="none" strike="noStrike" baseline="0" dirty="0">
                <a:solidFill>
                  <a:srgbClr val="000000"/>
                </a:solidFill>
                <a:latin typeface="BirkaLTPro-Regular"/>
              </a:rPr>
              <a:t>A UML 1.0 foi oferecida ao OMG (Object </a:t>
            </a:r>
            <a:r>
              <a:rPr lang="pt-BR" sz="2400" b="0" i="0" u="none" strike="noStrike" baseline="0" dirty="0" err="1">
                <a:solidFill>
                  <a:srgbClr val="000000"/>
                </a:solidFill>
                <a:latin typeface="BirkaLTPro-Regular"/>
              </a:rPr>
              <a:t>ManagementGroup</a:t>
            </a:r>
            <a:r>
              <a:rPr lang="pt-BR" sz="2400" b="0" i="0" u="none" strike="noStrike" baseline="0" dirty="0">
                <a:solidFill>
                  <a:srgbClr val="000000"/>
                </a:solidFill>
                <a:latin typeface="BirkaLTPro-Regular"/>
              </a:rPr>
              <a:t>)</a:t>
            </a:r>
          </a:p>
          <a:p>
            <a:pPr marL="342900" indent="-342900" algn="l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t-BR" sz="2400" b="0" i="0" u="none" strike="noStrike" baseline="0" dirty="0">
                <a:solidFill>
                  <a:srgbClr val="000000"/>
                </a:solidFill>
                <a:latin typeface="BirkaLTPro-Regular"/>
              </a:rPr>
              <a:t>Em 1997 o consórcio se ampliou</a:t>
            </a:r>
          </a:p>
          <a:p>
            <a:pPr marL="342900" indent="-342900" algn="l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t-BR" sz="2400" b="0" i="0" u="none" strike="noStrike" baseline="0" dirty="0">
                <a:solidFill>
                  <a:srgbClr val="000000"/>
                </a:solidFill>
                <a:latin typeface="BirkaLTPro-Regular"/>
              </a:rPr>
              <a:t>Em Novembro/1997 o OMG adotou a UML 1.1</a:t>
            </a:r>
          </a:p>
          <a:p>
            <a:pPr marL="342900" indent="-342900" algn="l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t-BR" sz="2400" b="0" i="0" u="none" strike="noStrike" baseline="0" dirty="0">
                <a:solidFill>
                  <a:srgbClr val="000000"/>
                </a:solidFill>
                <a:latin typeface="BirkaLTPro-Regular"/>
              </a:rPr>
              <a:t>O grupo </a:t>
            </a:r>
            <a:r>
              <a:rPr lang="pt-BR" sz="2400" b="0" i="0" u="none" strike="noStrike" baseline="0" dirty="0" err="1">
                <a:solidFill>
                  <a:srgbClr val="000000"/>
                </a:solidFill>
                <a:latin typeface="BirkaLTPro-Regular"/>
              </a:rPr>
              <a:t>Revision</a:t>
            </a:r>
            <a:r>
              <a:rPr lang="pt-BR" sz="2400" b="0" i="0" u="none" strike="noStrike" baseline="0" dirty="0">
                <a:solidFill>
                  <a:srgbClr val="000000"/>
                </a:solidFill>
                <a:latin typeface="BirkaLTPro-Regular"/>
              </a:rPr>
              <a:t> Task Force (RTF) do OMG assume a manutenção da linguagem e em Junho/1998 a versão 1.2 foi lançada</a:t>
            </a:r>
          </a:p>
          <a:p>
            <a:pPr marL="342900" indent="-342900" algn="l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t-BR" sz="2400" b="0" i="0" u="none" strike="noStrike" baseline="0" dirty="0">
                <a:solidFill>
                  <a:srgbClr val="000000"/>
                </a:solidFill>
                <a:latin typeface="BirkaLTPro-Regular"/>
              </a:rPr>
              <a:t>Em Dezembro/1998 o RTF lançou a versão 1.3 da UML</a:t>
            </a:r>
          </a:p>
          <a:p>
            <a:pPr marL="342900" indent="-342900" algn="l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t-BR" sz="2400" b="0" i="0" u="none" strike="noStrike" baseline="0" dirty="0">
                <a:solidFill>
                  <a:srgbClr val="000000"/>
                </a:solidFill>
                <a:latin typeface="BirkaLTPro-Regular"/>
              </a:rPr>
              <a:t>2001 - Versão 1.5</a:t>
            </a:r>
          </a:p>
          <a:p>
            <a:pPr marL="342900" indent="-342900" algn="l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t-BR" sz="2400" b="0" i="0" u="none" strike="noStrike" baseline="0" dirty="0">
                <a:solidFill>
                  <a:srgbClr val="000000"/>
                </a:solidFill>
                <a:latin typeface="BirkaLTPro-Regular"/>
              </a:rPr>
              <a:t>2003 – Lançamento da Especificação 2.0 pelo OMG</a:t>
            </a:r>
            <a:endParaRPr lang="pt-BR" sz="2400" dirty="0">
              <a:latin typeface="BirkaLTPro-Regular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65740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56C9AD99-92F6-89AD-D8DE-89339B91EB1D}"/>
              </a:ext>
            </a:extLst>
          </p:cNvPr>
          <p:cNvSpPr txBox="1"/>
          <p:nvPr/>
        </p:nvSpPr>
        <p:spPr>
          <a:xfrm>
            <a:off x="327198" y="389493"/>
            <a:ext cx="75522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i="0" u="none" strike="noStrike" baseline="0" dirty="0"/>
              <a:t>Por que Modelar?</a:t>
            </a:r>
            <a:endParaRPr lang="pt-BR" sz="2400" b="1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116E1D1-DAF6-703C-DD32-A15087E4AA2E}"/>
              </a:ext>
            </a:extLst>
          </p:cNvPr>
          <p:cNvSpPr txBox="1"/>
          <p:nvPr/>
        </p:nvSpPr>
        <p:spPr>
          <a:xfrm>
            <a:off x="664075" y="1313378"/>
            <a:ext cx="10941023" cy="43806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69265" marR="5080" indent="-457200">
              <a:lnSpc>
                <a:spcPct val="99800"/>
              </a:lnSpc>
              <a:spcBef>
                <a:spcPts val="105"/>
              </a:spcBef>
              <a:buClr>
                <a:srgbClr val="FFCC00"/>
              </a:buClr>
              <a:buSzPct val="73584"/>
              <a:buFont typeface="Arial" panose="020B0604020202020204" pitchFamily="34" charset="0"/>
              <a:buChar char="•"/>
              <a:tabLst>
                <a:tab pos="390525" algn="l"/>
              </a:tabLst>
            </a:pPr>
            <a:r>
              <a:rPr lang="pt-BR" sz="2650" dirty="0">
                <a:latin typeface="BirkaLTPro-Regular"/>
                <a:cs typeface="Arial"/>
              </a:rPr>
              <a:t>Uma</a:t>
            </a:r>
            <a:r>
              <a:rPr lang="pt-BR" sz="2650" spc="-75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empresa</a:t>
            </a:r>
            <a:r>
              <a:rPr lang="pt-BR" sz="2650" spc="-100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bem</a:t>
            </a:r>
            <a:r>
              <a:rPr lang="pt-BR" sz="2650" spc="-80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sucedida</a:t>
            </a:r>
            <a:r>
              <a:rPr lang="pt-BR" sz="2650" spc="-100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é</a:t>
            </a:r>
            <a:r>
              <a:rPr lang="pt-BR" sz="2650" spc="-45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aquela</a:t>
            </a:r>
            <a:r>
              <a:rPr lang="pt-BR" sz="2650" spc="-50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que</a:t>
            </a:r>
            <a:r>
              <a:rPr lang="pt-BR" sz="2650" spc="-70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fornece</a:t>
            </a:r>
            <a:r>
              <a:rPr lang="pt-BR" sz="2650" spc="-100" dirty="0">
                <a:latin typeface="BirkaLTPro-Regular"/>
                <a:cs typeface="Arial"/>
              </a:rPr>
              <a:t> </a:t>
            </a:r>
            <a:r>
              <a:rPr lang="pt-BR" sz="2650" spc="-10" dirty="0">
                <a:latin typeface="BirkaLTPro-Regular"/>
                <a:cs typeface="Arial"/>
              </a:rPr>
              <a:t>software </a:t>
            </a:r>
            <a:r>
              <a:rPr lang="pt-BR" sz="2650" dirty="0">
                <a:latin typeface="BirkaLTPro-Regular"/>
                <a:cs typeface="Arial"/>
              </a:rPr>
              <a:t>de</a:t>
            </a:r>
            <a:r>
              <a:rPr lang="pt-BR" sz="2650" spc="-75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qualidade</a:t>
            </a:r>
            <a:r>
              <a:rPr lang="pt-BR" sz="2650" spc="-60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e</a:t>
            </a:r>
            <a:r>
              <a:rPr lang="pt-BR" sz="2650" spc="-40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é</a:t>
            </a:r>
            <a:r>
              <a:rPr lang="pt-BR" sz="2650" spc="-60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capaz</a:t>
            </a:r>
            <a:r>
              <a:rPr lang="pt-BR" sz="2650" spc="-40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de</a:t>
            </a:r>
            <a:r>
              <a:rPr lang="pt-BR" sz="2650" spc="-50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atender</a:t>
            </a:r>
            <a:r>
              <a:rPr lang="pt-BR" sz="2650" spc="-50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as</a:t>
            </a:r>
            <a:r>
              <a:rPr lang="pt-BR" sz="2650" spc="-65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necessidades</a:t>
            </a:r>
            <a:r>
              <a:rPr lang="pt-BR" sz="2650" spc="-65" dirty="0">
                <a:latin typeface="BirkaLTPro-Regular"/>
                <a:cs typeface="Arial"/>
              </a:rPr>
              <a:t> </a:t>
            </a:r>
            <a:r>
              <a:rPr lang="pt-BR" sz="2650" spc="-25" dirty="0">
                <a:latin typeface="BirkaLTPro-Regular"/>
                <a:cs typeface="Arial"/>
              </a:rPr>
              <a:t>dos </a:t>
            </a:r>
            <a:r>
              <a:rPr lang="pt-BR" sz="2650" spc="-10" dirty="0">
                <a:latin typeface="BirkaLTPro-Regular"/>
                <a:cs typeface="Arial"/>
              </a:rPr>
              <a:t>usuários.</a:t>
            </a:r>
            <a:endParaRPr lang="pt-BR" sz="2650" dirty="0">
              <a:latin typeface="BirkaLTPro-Regular"/>
              <a:cs typeface="Arial"/>
            </a:endParaRPr>
          </a:p>
          <a:p>
            <a:pPr marL="469265" marR="233679" indent="-457200">
              <a:lnSpc>
                <a:spcPct val="100000"/>
              </a:lnSpc>
              <a:spcBef>
                <a:spcPts val="640"/>
              </a:spcBef>
              <a:buClr>
                <a:srgbClr val="FFCC00"/>
              </a:buClr>
              <a:buSzPct val="73584"/>
              <a:buFont typeface="Arial" panose="020B0604020202020204" pitchFamily="34" charset="0"/>
              <a:buChar char="•"/>
              <a:tabLst>
                <a:tab pos="390525" algn="l"/>
              </a:tabLst>
            </a:pPr>
            <a:r>
              <a:rPr lang="pt-BR" sz="2650" dirty="0">
                <a:latin typeface="BirkaLTPro-Regular"/>
                <a:cs typeface="Arial"/>
              </a:rPr>
              <a:t>A</a:t>
            </a:r>
            <a:r>
              <a:rPr lang="pt-BR" sz="2650" spc="-60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modelagem</a:t>
            </a:r>
            <a:r>
              <a:rPr lang="pt-BR" sz="2650" spc="-50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é</a:t>
            </a:r>
            <a:r>
              <a:rPr lang="pt-BR" sz="2650" spc="-35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a</a:t>
            </a:r>
            <a:r>
              <a:rPr lang="pt-BR" sz="2650" spc="-50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parte</a:t>
            </a:r>
            <a:r>
              <a:rPr lang="pt-BR" sz="2650" spc="-65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central</a:t>
            </a:r>
            <a:r>
              <a:rPr lang="pt-BR" sz="2650" spc="-45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de</a:t>
            </a:r>
            <a:r>
              <a:rPr lang="pt-BR" sz="2650" spc="-30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todas</a:t>
            </a:r>
            <a:r>
              <a:rPr lang="pt-BR" sz="2650" spc="-70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as</a:t>
            </a:r>
            <a:r>
              <a:rPr lang="pt-BR" sz="2650" spc="-40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atividades</a:t>
            </a:r>
            <a:r>
              <a:rPr lang="pt-BR" sz="2650" spc="-40" dirty="0">
                <a:latin typeface="BirkaLTPro-Regular"/>
                <a:cs typeface="Arial"/>
              </a:rPr>
              <a:t> </a:t>
            </a:r>
            <a:r>
              <a:rPr lang="pt-BR" sz="2650" spc="-25" dirty="0">
                <a:latin typeface="BirkaLTPro-Regular"/>
                <a:cs typeface="Arial"/>
              </a:rPr>
              <a:t>que </a:t>
            </a:r>
            <a:r>
              <a:rPr lang="pt-BR" sz="2650" dirty="0">
                <a:latin typeface="BirkaLTPro-Regular"/>
                <a:cs typeface="Arial"/>
              </a:rPr>
              <a:t>levam</a:t>
            </a:r>
            <a:r>
              <a:rPr lang="pt-BR" sz="2650" spc="-50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a</a:t>
            </a:r>
            <a:r>
              <a:rPr lang="pt-BR" sz="2650" spc="-75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implantação</a:t>
            </a:r>
            <a:r>
              <a:rPr lang="pt-BR" sz="2650" spc="-60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de</a:t>
            </a:r>
            <a:r>
              <a:rPr lang="pt-BR" sz="2650" spc="-60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um</a:t>
            </a:r>
            <a:r>
              <a:rPr lang="pt-BR" sz="2650" spc="-45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bom</a:t>
            </a:r>
            <a:r>
              <a:rPr lang="pt-BR" sz="2650" spc="-45" dirty="0">
                <a:latin typeface="BirkaLTPro-Regular"/>
                <a:cs typeface="Arial"/>
              </a:rPr>
              <a:t> </a:t>
            </a:r>
            <a:r>
              <a:rPr lang="pt-BR" sz="2650" spc="-10" dirty="0">
                <a:latin typeface="BirkaLTPro-Regular"/>
                <a:cs typeface="Arial"/>
              </a:rPr>
              <a:t>software</a:t>
            </a:r>
            <a:endParaRPr lang="pt-BR" sz="2650" dirty="0">
              <a:latin typeface="BirkaLTPro-Regular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635"/>
              </a:spcBef>
              <a:buClr>
                <a:srgbClr val="FFCC00"/>
              </a:buClr>
              <a:buSzPct val="73584"/>
              <a:buFont typeface="Arial" panose="020B0604020202020204" pitchFamily="34" charset="0"/>
              <a:buChar char="•"/>
              <a:tabLst>
                <a:tab pos="390525" algn="l"/>
              </a:tabLst>
            </a:pPr>
            <a:r>
              <a:rPr lang="pt-BR" sz="2650" dirty="0">
                <a:latin typeface="BirkaLTPro-Regular"/>
                <a:cs typeface="Arial"/>
              </a:rPr>
              <a:t>Um</a:t>
            </a:r>
            <a:r>
              <a:rPr lang="pt-BR" sz="2650" spc="-55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modelo</a:t>
            </a:r>
            <a:r>
              <a:rPr lang="pt-BR" sz="2650" spc="-70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é</a:t>
            </a:r>
            <a:r>
              <a:rPr lang="pt-BR" sz="2650" spc="-70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uma</a:t>
            </a:r>
            <a:r>
              <a:rPr lang="pt-BR" sz="2650" spc="-70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simplificação</a:t>
            </a:r>
            <a:r>
              <a:rPr lang="pt-BR" sz="2650" spc="-70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da</a:t>
            </a:r>
            <a:r>
              <a:rPr lang="pt-BR" sz="2650" spc="-65" dirty="0">
                <a:latin typeface="BirkaLTPro-Regular"/>
                <a:cs typeface="Arial"/>
              </a:rPr>
              <a:t> </a:t>
            </a:r>
            <a:r>
              <a:rPr lang="pt-BR" sz="2650" spc="-10" dirty="0">
                <a:latin typeface="BirkaLTPro-Regular"/>
                <a:cs typeface="Arial"/>
              </a:rPr>
              <a:t>realidade</a:t>
            </a:r>
            <a:endParaRPr lang="pt-BR" sz="2650" dirty="0">
              <a:latin typeface="BirkaLTPro-Regular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625"/>
              </a:spcBef>
              <a:buClr>
                <a:srgbClr val="FFCC00"/>
              </a:buClr>
              <a:buSzPct val="73584"/>
              <a:buFont typeface="Arial" panose="020B0604020202020204" pitchFamily="34" charset="0"/>
              <a:buChar char="•"/>
              <a:tabLst>
                <a:tab pos="390525" algn="l"/>
              </a:tabLst>
            </a:pPr>
            <a:r>
              <a:rPr lang="pt-BR" sz="2650" dirty="0">
                <a:latin typeface="BirkaLTPro-Regular"/>
                <a:cs typeface="Arial"/>
              </a:rPr>
              <a:t>Modelos</a:t>
            </a:r>
            <a:r>
              <a:rPr lang="pt-BR" sz="2650" spc="-100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são</a:t>
            </a:r>
            <a:r>
              <a:rPr lang="pt-BR" sz="2650" spc="-70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construídos</a:t>
            </a:r>
            <a:r>
              <a:rPr lang="pt-BR" sz="2650" spc="-125" dirty="0">
                <a:latin typeface="BirkaLTPro-Regular"/>
                <a:cs typeface="Arial"/>
              </a:rPr>
              <a:t> </a:t>
            </a:r>
            <a:r>
              <a:rPr lang="pt-BR" sz="2650" spc="-10" dirty="0">
                <a:latin typeface="BirkaLTPro-Regular"/>
                <a:cs typeface="Arial"/>
              </a:rPr>
              <a:t>para:</a:t>
            </a:r>
            <a:endParaRPr lang="pt-BR" sz="2650" dirty="0">
              <a:latin typeface="BirkaLTPro-Regular"/>
              <a:cs typeface="Arial"/>
            </a:endParaRPr>
          </a:p>
          <a:p>
            <a:pPr marL="832485" marR="698500" lvl="1" indent="-315595">
              <a:lnSpc>
                <a:spcPct val="100499"/>
              </a:lnSpc>
              <a:spcBef>
                <a:spcPts val="530"/>
              </a:spcBef>
              <a:buClr>
                <a:srgbClr val="666699"/>
              </a:buClr>
              <a:buSzPct val="75000"/>
              <a:buFont typeface="Times New Roman"/>
              <a:buChar char="■"/>
              <a:tabLst>
                <a:tab pos="832485" algn="l"/>
              </a:tabLst>
            </a:pPr>
            <a:r>
              <a:rPr lang="pt-BR" sz="2200" dirty="0">
                <a:latin typeface="BirkaLTPro-Regular"/>
                <a:cs typeface="Arial"/>
              </a:rPr>
              <a:t>Prover</a:t>
            </a:r>
            <a:r>
              <a:rPr lang="pt-BR" sz="2200" spc="-10" dirty="0">
                <a:latin typeface="BirkaLTPro-Regular"/>
                <a:cs typeface="Arial"/>
              </a:rPr>
              <a:t> </a:t>
            </a:r>
            <a:r>
              <a:rPr lang="pt-BR" sz="2200" dirty="0">
                <a:latin typeface="BirkaLTPro-Regular"/>
                <a:cs typeface="Arial"/>
              </a:rPr>
              <a:t>a</a:t>
            </a:r>
            <a:r>
              <a:rPr lang="pt-BR" sz="2200" spc="-35" dirty="0">
                <a:latin typeface="BirkaLTPro-Regular"/>
                <a:cs typeface="Arial"/>
              </a:rPr>
              <a:t> </a:t>
            </a:r>
            <a:r>
              <a:rPr lang="pt-BR" sz="2200" dirty="0">
                <a:latin typeface="BirkaLTPro-Regular"/>
                <a:cs typeface="Arial"/>
              </a:rPr>
              <a:t>comunicação</a:t>
            </a:r>
            <a:r>
              <a:rPr lang="pt-BR" sz="2200" spc="-35" dirty="0">
                <a:latin typeface="BirkaLTPro-Regular"/>
                <a:cs typeface="Arial"/>
              </a:rPr>
              <a:t> </a:t>
            </a:r>
            <a:r>
              <a:rPr lang="pt-BR" sz="2200" dirty="0">
                <a:latin typeface="BirkaLTPro-Regular"/>
                <a:cs typeface="Arial"/>
              </a:rPr>
              <a:t>entre</a:t>
            </a:r>
            <a:r>
              <a:rPr lang="pt-BR" sz="2200" spc="-35" dirty="0">
                <a:latin typeface="BirkaLTPro-Regular"/>
                <a:cs typeface="Arial"/>
              </a:rPr>
              <a:t> </a:t>
            </a:r>
            <a:r>
              <a:rPr lang="pt-BR" sz="2200" dirty="0">
                <a:latin typeface="BirkaLTPro-Regular"/>
                <a:cs typeface="Arial"/>
              </a:rPr>
              <a:t>a</a:t>
            </a:r>
            <a:r>
              <a:rPr lang="pt-BR" sz="2200" spc="-35" dirty="0">
                <a:latin typeface="BirkaLTPro-Regular"/>
                <a:cs typeface="Arial"/>
              </a:rPr>
              <a:t> </a:t>
            </a:r>
            <a:r>
              <a:rPr lang="pt-BR" sz="2200" dirty="0">
                <a:latin typeface="BirkaLTPro-Regular"/>
                <a:cs typeface="Arial"/>
              </a:rPr>
              <a:t>estrutura</a:t>
            </a:r>
            <a:r>
              <a:rPr lang="pt-BR" sz="2200" spc="-35" dirty="0">
                <a:latin typeface="BirkaLTPro-Regular"/>
                <a:cs typeface="Arial"/>
              </a:rPr>
              <a:t> </a:t>
            </a:r>
            <a:r>
              <a:rPr lang="pt-BR" sz="2200" dirty="0">
                <a:latin typeface="BirkaLTPro-Regular"/>
                <a:cs typeface="Arial"/>
              </a:rPr>
              <a:t>e</a:t>
            </a:r>
            <a:r>
              <a:rPr lang="pt-BR" sz="2200" spc="-35" dirty="0">
                <a:latin typeface="BirkaLTPro-Regular"/>
                <a:cs typeface="Arial"/>
              </a:rPr>
              <a:t> </a:t>
            </a:r>
            <a:r>
              <a:rPr lang="pt-BR" sz="2200" dirty="0">
                <a:latin typeface="BirkaLTPro-Regular"/>
                <a:cs typeface="Arial"/>
              </a:rPr>
              <a:t>o</a:t>
            </a:r>
            <a:r>
              <a:rPr lang="pt-BR" sz="2200" spc="-35" dirty="0">
                <a:latin typeface="BirkaLTPro-Regular"/>
                <a:cs typeface="Arial"/>
              </a:rPr>
              <a:t> </a:t>
            </a:r>
            <a:r>
              <a:rPr lang="pt-BR" sz="2200" dirty="0">
                <a:latin typeface="BirkaLTPro-Regular"/>
                <a:cs typeface="Arial"/>
              </a:rPr>
              <a:t>comportamento</a:t>
            </a:r>
            <a:r>
              <a:rPr lang="pt-BR" sz="2200" spc="-35" dirty="0">
                <a:latin typeface="BirkaLTPro-Regular"/>
                <a:cs typeface="Arial"/>
              </a:rPr>
              <a:t> </a:t>
            </a:r>
            <a:r>
              <a:rPr lang="pt-BR" sz="2200" spc="-25" dirty="0">
                <a:latin typeface="BirkaLTPro-Regular"/>
                <a:cs typeface="Arial"/>
              </a:rPr>
              <a:t>do </a:t>
            </a:r>
            <a:r>
              <a:rPr lang="pt-BR" sz="2200" spc="-10" dirty="0">
                <a:latin typeface="BirkaLTPro-Regular"/>
                <a:cs typeface="Arial"/>
              </a:rPr>
              <a:t>sistema</a:t>
            </a:r>
            <a:endParaRPr lang="pt-BR" sz="2200" dirty="0">
              <a:latin typeface="BirkaLTPro-Regular"/>
              <a:cs typeface="Arial"/>
            </a:endParaRPr>
          </a:p>
          <a:p>
            <a:pPr marL="832485" lvl="1" indent="-315595">
              <a:lnSpc>
                <a:spcPct val="100000"/>
              </a:lnSpc>
              <a:spcBef>
                <a:spcPts val="540"/>
              </a:spcBef>
              <a:buClr>
                <a:srgbClr val="666699"/>
              </a:buClr>
              <a:buSzPct val="75000"/>
              <a:buFont typeface="Times New Roman"/>
              <a:buChar char="■"/>
              <a:tabLst>
                <a:tab pos="832485" algn="l"/>
              </a:tabLst>
            </a:pPr>
            <a:r>
              <a:rPr lang="pt-BR" sz="2200" dirty="0">
                <a:latin typeface="BirkaLTPro-Regular"/>
                <a:cs typeface="Arial"/>
              </a:rPr>
              <a:t>Visualizar</a:t>
            </a:r>
            <a:r>
              <a:rPr lang="pt-BR" sz="2200" spc="-25" dirty="0">
                <a:latin typeface="BirkaLTPro-Regular"/>
                <a:cs typeface="Arial"/>
              </a:rPr>
              <a:t> </a:t>
            </a:r>
            <a:r>
              <a:rPr lang="pt-BR" sz="2200" dirty="0">
                <a:latin typeface="BirkaLTPro-Regular"/>
                <a:cs typeface="Arial"/>
              </a:rPr>
              <a:t>e</a:t>
            </a:r>
            <a:r>
              <a:rPr lang="pt-BR" sz="2200" spc="-10" dirty="0">
                <a:latin typeface="BirkaLTPro-Regular"/>
                <a:cs typeface="Arial"/>
              </a:rPr>
              <a:t> </a:t>
            </a:r>
            <a:r>
              <a:rPr lang="pt-BR" sz="2200" dirty="0">
                <a:latin typeface="BirkaLTPro-Regular"/>
                <a:cs typeface="Arial"/>
              </a:rPr>
              <a:t>controlar a</a:t>
            </a:r>
            <a:r>
              <a:rPr lang="pt-BR" sz="2200" spc="-55" dirty="0">
                <a:latin typeface="BirkaLTPro-Regular"/>
                <a:cs typeface="Arial"/>
              </a:rPr>
              <a:t> </a:t>
            </a:r>
            <a:r>
              <a:rPr lang="pt-BR" sz="2200" dirty="0">
                <a:latin typeface="BirkaLTPro-Regular"/>
                <a:cs typeface="Arial"/>
              </a:rPr>
              <a:t>arquitetura</a:t>
            </a:r>
            <a:r>
              <a:rPr lang="pt-BR" sz="2200" spc="-30" dirty="0">
                <a:latin typeface="BirkaLTPro-Regular"/>
                <a:cs typeface="Arial"/>
              </a:rPr>
              <a:t> </a:t>
            </a:r>
            <a:r>
              <a:rPr lang="pt-BR" sz="2200" dirty="0">
                <a:latin typeface="BirkaLTPro-Regular"/>
                <a:cs typeface="Arial"/>
              </a:rPr>
              <a:t>do</a:t>
            </a:r>
            <a:r>
              <a:rPr lang="pt-BR" sz="2200" spc="-35" dirty="0">
                <a:latin typeface="BirkaLTPro-Regular"/>
                <a:cs typeface="Arial"/>
              </a:rPr>
              <a:t> </a:t>
            </a:r>
            <a:r>
              <a:rPr lang="pt-BR" sz="2200" spc="-10" dirty="0">
                <a:latin typeface="BirkaLTPro-Regular"/>
                <a:cs typeface="Arial"/>
              </a:rPr>
              <a:t>sistema</a:t>
            </a:r>
            <a:endParaRPr lang="pt-BR" sz="2200" dirty="0">
              <a:latin typeface="BirkaLTPro-Regular"/>
              <a:cs typeface="Arial"/>
            </a:endParaRPr>
          </a:p>
          <a:p>
            <a:pPr marL="832485" lvl="1" indent="-315595">
              <a:lnSpc>
                <a:spcPct val="100000"/>
              </a:lnSpc>
              <a:spcBef>
                <a:spcPts val="540"/>
              </a:spcBef>
              <a:buClr>
                <a:srgbClr val="666699"/>
              </a:buClr>
              <a:buSzPct val="75000"/>
              <a:buFont typeface="Times New Roman"/>
              <a:buChar char="■"/>
              <a:tabLst>
                <a:tab pos="832485" algn="l"/>
              </a:tabLst>
            </a:pPr>
            <a:r>
              <a:rPr lang="pt-BR" sz="2200" dirty="0">
                <a:latin typeface="BirkaLTPro-Regular"/>
                <a:cs typeface="Arial"/>
              </a:rPr>
              <a:t>Ter</a:t>
            </a:r>
            <a:r>
              <a:rPr lang="pt-BR" sz="2200" spc="-30" dirty="0">
                <a:latin typeface="BirkaLTPro-Regular"/>
                <a:cs typeface="Arial"/>
              </a:rPr>
              <a:t> </a:t>
            </a:r>
            <a:r>
              <a:rPr lang="pt-BR" sz="2200" dirty="0">
                <a:latin typeface="BirkaLTPro-Regular"/>
                <a:cs typeface="Arial"/>
              </a:rPr>
              <a:t>uma</a:t>
            </a:r>
            <a:r>
              <a:rPr lang="pt-BR" sz="2200" spc="-40" dirty="0">
                <a:latin typeface="BirkaLTPro-Regular"/>
                <a:cs typeface="Arial"/>
              </a:rPr>
              <a:t> </a:t>
            </a:r>
            <a:r>
              <a:rPr lang="pt-BR" sz="2200" dirty="0">
                <a:latin typeface="BirkaLTPro-Regular"/>
                <a:cs typeface="Arial"/>
              </a:rPr>
              <a:t>melhor</a:t>
            </a:r>
            <a:r>
              <a:rPr lang="pt-BR" sz="2200" spc="-30" dirty="0">
                <a:latin typeface="BirkaLTPro-Regular"/>
                <a:cs typeface="Arial"/>
              </a:rPr>
              <a:t> </a:t>
            </a:r>
            <a:r>
              <a:rPr lang="pt-BR" sz="2200" dirty="0">
                <a:latin typeface="BirkaLTPro-Regular"/>
                <a:cs typeface="Arial"/>
              </a:rPr>
              <a:t>compreensão</a:t>
            </a:r>
            <a:r>
              <a:rPr lang="pt-BR" sz="2200" spc="-15" dirty="0">
                <a:latin typeface="BirkaLTPro-Regular"/>
                <a:cs typeface="Arial"/>
              </a:rPr>
              <a:t> </a:t>
            </a:r>
            <a:r>
              <a:rPr lang="pt-BR" sz="2200" dirty="0">
                <a:latin typeface="BirkaLTPro-Regular"/>
                <a:cs typeface="Arial"/>
              </a:rPr>
              <a:t>do</a:t>
            </a:r>
            <a:r>
              <a:rPr lang="pt-BR" sz="2200" spc="-40" dirty="0">
                <a:latin typeface="BirkaLTPro-Regular"/>
                <a:cs typeface="Arial"/>
              </a:rPr>
              <a:t> </a:t>
            </a:r>
            <a:r>
              <a:rPr lang="pt-BR" sz="2200" spc="-10" dirty="0">
                <a:latin typeface="BirkaLTPro-Regular"/>
                <a:cs typeface="Arial"/>
              </a:rPr>
              <a:t>sistema</a:t>
            </a:r>
            <a:endParaRPr lang="pt-BR" sz="2200" dirty="0">
              <a:latin typeface="BirkaLTPro-Regular"/>
              <a:cs typeface="Arial"/>
            </a:endParaRPr>
          </a:p>
          <a:p>
            <a:pPr marL="832485" lvl="1" indent="-315595">
              <a:lnSpc>
                <a:spcPct val="100000"/>
              </a:lnSpc>
              <a:spcBef>
                <a:spcPts val="530"/>
              </a:spcBef>
              <a:buClr>
                <a:srgbClr val="666699"/>
              </a:buClr>
              <a:buSzPct val="75000"/>
              <a:buFont typeface="Times New Roman"/>
              <a:buChar char="■"/>
              <a:tabLst>
                <a:tab pos="832485" algn="l"/>
              </a:tabLst>
            </a:pPr>
            <a:r>
              <a:rPr lang="pt-BR" sz="2200" dirty="0">
                <a:latin typeface="BirkaLTPro-Regular"/>
                <a:cs typeface="Arial"/>
              </a:rPr>
              <a:t>Gerenciar</a:t>
            </a:r>
            <a:r>
              <a:rPr lang="pt-BR" sz="2200" spc="-35" dirty="0">
                <a:latin typeface="BirkaLTPro-Regular"/>
                <a:cs typeface="Arial"/>
              </a:rPr>
              <a:t> </a:t>
            </a:r>
            <a:r>
              <a:rPr lang="pt-BR" sz="2200" dirty="0">
                <a:latin typeface="BirkaLTPro-Regular"/>
                <a:cs typeface="Arial"/>
              </a:rPr>
              <a:t>os</a:t>
            </a:r>
            <a:r>
              <a:rPr lang="pt-BR" sz="2200" spc="-25" dirty="0">
                <a:latin typeface="BirkaLTPro-Regular"/>
                <a:cs typeface="Arial"/>
              </a:rPr>
              <a:t> </a:t>
            </a:r>
            <a:r>
              <a:rPr lang="pt-BR" sz="2200" spc="-10" dirty="0">
                <a:latin typeface="BirkaLTPro-Regular"/>
                <a:cs typeface="Arial"/>
              </a:rPr>
              <a:t>riscos</a:t>
            </a:r>
            <a:endParaRPr lang="pt-BR" sz="2200" dirty="0">
              <a:latin typeface="BirkaLTPro-Regular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596063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56C9AD99-92F6-89AD-D8DE-89339B91EB1D}"/>
              </a:ext>
            </a:extLst>
          </p:cNvPr>
          <p:cNvSpPr txBox="1"/>
          <p:nvPr/>
        </p:nvSpPr>
        <p:spPr>
          <a:xfrm>
            <a:off x="327198" y="389493"/>
            <a:ext cx="75522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i="0" u="none" strike="noStrike" baseline="0" dirty="0"/>
              <a:t>Por que Modelar?</a:t>
            </a:r>
            <a:endParaRPr lang="pt-BR" sz="2400" b="1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116E1D1-DAF6-703C-DD32-A15087E4AA2E}"/>
              </a:ext>
            </a:extLst>
          </p:cNvPr>
          <p:cNvSpPr txBox="1"/>
          <p:nvPr/>
        </p:nvSpPr>
        <p:spPr>
          <a:xfrm>
            <a:off x="664075" y="1313378"/>
            <a:ext cx="10941023" cy="43806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90525" indent="-377825" algn="just">
              <a:lnSpc>
                <a:spcPct val="100000"/>
              </a:lnSpc>
              <a:spcBef>
                <a:spcPts val="745"/>
              </a:spcBef>
              <a:buClr>
                <a:srgbClr val="FFCC00"/>
              </a:buClr>
              <a:buSzPct val="73584"/>
              <a:buFont typeface="Times New Roman"/>
              <a:buChar char="□"/>
              <a:tabLst>
                <a:tab pos="390525" algn="l"/>
              </a:tabLst>
            </a:pPr>
            <a:r>
              <a:rPr lang="pt-BR" sz="2650" dirty="0">
                <a:latin typeface="BirkaLTPro-Regular"/>
                <a:cs typeface="Arial"/>
              </a:rPr>
              <a:t>Com</a:t>
            </a:r>
            <a:r>
              <a:rPr lang="pt-BR" sz="2650" spc="-60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a</a:t>
            </a:r>
            <a:r>
              <a:rPr lang="pt-BR" sz="2650" spc="-65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modelagem,</a:t>
            </a:r>
            <a:r>
              <a:rPr lang="pt-BR" sz="2650" spc="-45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quatro</a:t>
            </a:r>
            <a:r>
              <a:rPr lang="pt-BR" sz="2650" spc="-70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objetivos</a:t>
            </a:r>
            <a:r>
              <a:rPr lang="pt-BR" sz="2650" spc="-80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podem</a:t>
            </a:r>
            <a:r>
              <a:rPr lang="pt-BR" sz="2650" spc="-55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ser</a:t>
            </a:r>
            <a:r>
              <a:rPr lang="pt-BR" sz="2650" spc="-60" dirty="0">
                <a:latin typeface="BirkaLTPro-Regular"/>
                <a:cs typeface="Arial"/>
              </a:rPr>
              <a:t> </a:t>
            </a:r>
            <a:r>
              <a:rPr lang="pt-BR" sz="2650" spc="-10" dirty="0">
                <a:latin typeface="BirkaLTPro-Regular"/>
                <a:cs typeface="Arial"/>
              </a:rPr>
              <a:t>alcançados:</a:t>
            </a:r>
            <a:endParaRPr lang="pt-BR" sz="2650" dirty="0">
              <a:latin typeface="BirkaLTPro-Regular"/>
              <a:cs typeface="Arial"/>
            </a:endParaRPr>
          </a:p>
          <a:p>
            <a:pPr marL="832485" lvl="1" indent="-315595" algn="just">
              <a:lnSpc>
                <a:spcPct val="100000"/>
              </a:lnSpc>
              <a:spcBef>
                <a:spcPts val="545"/>
              </a:spcBef>
              <a:buClr>
                <a:srgbClr val="666699"/>
              </a:buClr>
              <a:buSzPct val="75000"/>
              <a:buFont typeface="Times New Roman"/>
              <a:buChar char="■"/>
              <a:tabLst>
                <a:tab pos="832485" algn="l"/>
              </a:tabLst>
            </a:pPr>
            <a:r>
              <a:rPr lang="pt-BR" sz="2200" dirty="0">
                <a:latin typeface="BirkaLTPro-Regular"/>
                <a:cs typeface="Arial"/>
              </a:rPr>
              <a:t>Visualizar</a:t>
            </a:r>
            <a:r>
              <a:rPr lang="pt-BR" sz="2200" spc="-10" dirty="0">
                <a:latin typeface="BirkaLTPro-Regular"/>
                <a:cs typeface="Arial"/>
              </a:rPr>
              <a:t> </a:t>
            </a:r>
            <a:r>
              <a:rPr lang="pt-BR" sz="2200" dirty="0">
                <a:latin typeface="BirkaLTPro-Regular"/>
                <a:cs typeface="Arial"/>
              </a:rPr>
              <a:t>o</a:t>
            </a:r>
            <a:r>
              <a:rPr lang="pt-BR" sz="2200" spc="5" dirty="0">
                <a:latin typeface="BirkaLTPro-Regular"/>
                <a:cs typeface="Arial"/>
              </a:rPr>
              <a:t> </a:t>
            </a:r>
            <a:r>
              <a:rPr lang="pt-BR" sz="2200" dirty="0">
                <a:latin typeface="BirkaLTPro-Regular"/>
                <a:cs typeface="Arial"/>
              </a:rPr>
              <a:t>sistema</a:t>
            </a:r>
            <a:r>
              <a:rPr lang="pt-BR" sz="2200" spc="-20" dirty="0">
                <a:latin typeface="BirkaLTPro-Regular"/>
                <a:cs typeface="Arial"/>
              </a:rPr>
              <a:t> </a:t>
            </a:r>
            <a:r>
              <a:rPr lang="pt-BR" sz="2200" dirty="0">
                <a:latin typeface="BirkaLTPro-Regular"/>
                <a:cs typeface="Arial"/>
              </a:rPr>
              <a:t>como</a:t>
            </a:r>
            <a:r>
              <a:rPr lang="pt-BR" sz="2200" spc="-20" dirty="0">
                <a:latin typeface="BirkaLTPro-Regular"/>
                <a:cs typeface="Arial"/>
              </a:rPr>
              <a:t> </a:t>
            </a:r>
            <a:r>
              <a:rPr lang="pt-BR" sz="2200" dirty="0">
                <a:latin typeface="BirkaLTPro-Regular"/>
                <a:cs typeface="Arial"/>
              </a:rPr>
              <a:t>ele</a:t>
            </a:r>
            <a:r>
              <a:rPr lang="pt-BR" sz="2200" spc="-20" dirty="0">
                <a:latin typeface="BirkaLTPro-Regular"/>
                <a:cs typeface="Arial"/>
              </a:rPr>
              <a:t> </a:t>
            </a:r>
            <a:r>
              <a:rPr lang="pt-BR" sz="2200" dirty="0">
                <a:latin typeface="BirkaLTPro-Regular"/>
                <a:cs typeface="Arial"/>
              </a:rPr>
              <a:t>é</a:t>
            </a:r>
            <a:r>
              <a:rPr lang="pt-BR" sz="2200" spc="-20" dirty="0">
                <a:latin typeface="BirkaLTPro-Regular"/>
                <a:cs typeface="Arial"/>
              </a:rPr>
              <a:t> </a:t>
            </a:r>
            <a:r>
              <a:rPr lang="pt-BR" sz="2200" dirty="0">
                <a:latin typeface="BirkaLTPro-Regular"/>
                <a:cs typeface="Arial"/>
              </a:rPr>
              <a:t>ou</a:t>
            </a:r>
            <a:r>
              <a:rPr lang="pt-BR" sz="2200" spc="-15" dirty="0">
                <a:latin typeface="BirkaLTPro-Regular"/>
                <a:cs typeface="Arial"/>
              </a:rPr>
              <a:t> </a:t>
            </a:r>
            <a:r>
              <a:rPr lang="pt-BR" sz="2200" dirty="0">
                <a:latin typeface="BirkaLTPro-Regular"/>
                <a:cs typeface="Arial"/>
              </a:rPr>
              <a:t>como</a:t>
            </a:r>
            <a:r>
              <a:rPr lang="pt-BR" sz="2200" spc="-40" dirty="0">
                <a:latin typeface="BirkaLTPro-Regular"/>
                <a:cs typeface="Arial"/>
              </a:rPr>
              <a:t> </a:t>
            </a:r>
            <a:r>
              <a:rPr lang="pt-BR" sz="2200" dirty="0">
                <a:latin typeface="BirkaLTPro-Regular"/>
                <a:cs typeface="Arial"/>
              </a:rPr>
              <a:t>desejamos</a:t>
            </a:r>
            <a:r>
              <a:rPr lang="pt-BR" sz="2200" spc="15" dirty="0">
                <a:latin typeface="BirkaLTPro-Regular"/>
                <a:cs typeface="Arial"/>
              </a:rPr>
              <a:t> </a:t>
            </a:r>
            <a:r>
              <a:rPr lang="pt-BR" sz="2200" dirty="0">
                <a:latin typeface="BirkaLTPro-Regular"/>
                <a:cs typeface="Arial"/>
              </a:rPr>
              <a:t>que</a:t>
            </a:r>
            <a:r>
              <a:rPr lang="pt-BR" sz="2200" spc="-20" dirty="0">
                <a:latin typeface="BirkaLTPro-Regular"/>
                <a:cs typeface="Arial"/>
              </a:rPr>
              <a:t> seja</a:t>
            </a:r>
            <a:endParaRPr lang="pt-BR" sz="2200" dirty="0">
              <a:latin typeface="BirkaLTPro-Regular"/>
              <a:cs typeface="Arial"/>
            </a:endParaRPr>
          </a:p>
          <a:p>
            <a:pPr marL="832485" marR="916305" lvl="1" indent="-315595" algn="just">
              <a:lnSpc>
                <a:spcPct val="100000"/>
              </a:lnSpc>
              <a:spcBef>
                <a:spcPts val="545"/>
              </a:spcBef>
              <a:buClr>
                <a:srgbClr val="666699"/>
              </a:buClr>
              <a:buSzPct val="75000"/>
              <a:buFont typeface="Times New Roman"/>
              <a:buChar char="■"/>
              <a:tabLst>
                <a:tab pos="832485" algn="l"/>
              </a:tabLst>
            </a:pPr>
            <a:r>
              <a:rPr lang="pt-BR" sz="2200" dirty="0">
                <a:latin typeface="BirkaLTPro-Regular"/>
                <a:cs typeface="Arial"/>
              </a:rPr>
              <a:t>Possibilita</a:t>
            </a:r>
            <a:r>
              <a:rPr lang="pt-BR" sz="2200" spc="-35" dirty="0">
                <a:latin typeface="BirkaLTPro-Regular"/>
                <a:cs typeface="Arial"/>
              </a:rPr>
              <a:t> </a:t>
            </a:r>
            <a:r>
              <a:rPr lang="pt-BR" sz="2200" dirty="0">
                <a:latin typeface="BirkaLTPro-Regular"/>
                <a:cs typeface="Arial"/>
              </a:rPr>
              <a:t>a</a:t>
            </a:r>
            <a:r>
              <a:rPr lang="pt-BR" sz="2200" spc="-30" dirty="0">
                <a:latin typeface="BirkaLTPro-Regular"/>
                <a:cs typeface="Arial"/>
              </a:rPr>
              <a:t> </a:t>
            </a:r>
            <a:r>
              <a:rPr lang="pt-BR" sz="2200" dirty="0">
                <a:latin typeface="BirkaLTPro-Regular"/>
                <a:cs typeface="Arial"/>
              </a:rPr>
              <a:t>especificação</a:t>
            </a:r>
            <a:r>
              <a:rPr lang="pt-BR" sz="2200" spc="-5" dirty="0">
                <a:latin typeface="BirkaLTPro-Regular"/>
                <a:cs typeface="Arial"/>
              </a:rPr>
              <a:t> </a:t>
            </a:r>
            <a:r>
              <a:rPr lang="pt-BR" sz="2200" dirty="0">
                <a:latin typeface="BirkaLTPro-Regular"/>
                <a:cs typeface="Arial"/>
              </a:rPr>
              <a:t>da</a:t>
            </a:r>
            <a:r>
              <a:rPr lang="pt-BR" sz="2200" spc="-30" dirty="0">
                <a:latin typeface="BirkaLTPro-Regular"/>
                <a:cs typeface="Arial"/>
              </a:rPr>
              <a:t> </a:t>
            </a:r>
            <a:r>
              <a:rPr lang="pt-BR" sz="2200" dirty="0">
                <a:latin typeface="BirkaLTPro-Regular"/>
                <a:cs typeface="Arial"/>
              </a:rPr>
              <a:t>estrutura</a:t>
            </a:r>
            <a:r>
              <a:rPr lang="pt-BR" sz="2200" spc="-50" dirty="0">
                <a:latin typeface="BirkaLTPro-Regular"/>
                <a:cs typeface="Arial"/>
              </a:rPr>
              <a:t> </a:t>
            </a:r>
            <a:r>
              <a:rPr lang="pt-BR" sz="2200" dirty="0">
                <a:latin typeface="BirkaLTPro-Regular"/>
                <a:cs typeface="Arial"/>
              </a:rPr>
              <a:t>e</a:t>
            </a:r>
            <a:r>
              <a:rPr lang="pt-BR" sz="2200" spc="-10" dirty="0">
                <a:latin typeface="BirkaLTPro-Regular"/>
                <a:cs typeface="Arial"/>
              </a:rPr>
              <a:t> </a:t>
            </a:r>
            <a:r>
              <a:rPr lang="pt-BR" sz="2200" dirty="0">
                <a:latin typeface="BirkaLTPro-Regular"/>
                <a:cs typeface="Arial"/>
              </a:rPr>
              <a:t>o</a:t>
            </a:r>
            <a:r>
              <a:rPr lang="pt-BR" sz="2200" spc="-30" dirty="0">
                <a:latin typeface="BirkaLTPro-Regular"/>
                <a:cs typeface="Arial"/>
              </a:rPr>
              <a:t> </a:t>
            </a:r>
            <a:r>
              <a:rPr lang="pt-BR" sz="2200" dirty="0">
                <a:latin typeface="BirkaLTPro-Regular"/>
                <a:cs typeface="Arial"/>
              </a:rPr>
              <a:t>comportamento</a:t>
            </a:r>
            <a:r>
              <a:rPr lang="pt-BR" sz="2200" spc="-30" dirty="0">
                <a:latin typeface="BirkaLTPro-Regular"/>
                <a:cs typeface="Arial"/>
              </a:rPr>
              <a:t> </a:t>
            </a:r>
            <a:r>
              <a:rPr lang="pt-BR" sz="2200" spc="-25" dirty="0">
                <a:latin typeface="BirkaLTPro-Regular"/>
                <a:cs typeface="Arial"/>
              </a:rPr>
              <a:t>do </a:t>
            </a:r>
            <a:r>
              <a:rPr lang="pt-BR" sz="2200" spc="-10" dirty="0">
                <a:latin typeface="BirkaLTPro-Regular"/>
                <a:cs typeface="Arial"/>
              </a:rPr>
              <a:t>sistema</a:t>
            </a:r>
            <a:endParaRPr lang="pt-BR" sz="2200" dirty="0">
              <a:latin typeface="BirkaLTPro-Regular"/>
              <a:cs typeface="Arial"/>
            </a:endParaRPr>
          </a:p>
          <a:p>
            <a:pPr marL="832485" lvl="1" indent="-315595" algn="just">
              <a:lnSpc>
                <a:spcPct val="100000"/>
              </a:lnSpc>
              <a:spcBef>
                <a:spcPts val="540"/>
              </a:spcBef>
              <a:buClr>
                <a:srgbClr val="666699"/>
              </a:buClr>
              <a:buSzPct val="75000"/>
              <a:buFont typeface="Times New Roman"/>
              <a:buChar char="■"/>
              <a:tabLst>
                <a:tab pos="832485" algn="l"/>
              </a:tabLst>
            </a:pPr>
            <a:r>
              <a:rPr lang="pt-BR" sz="2200" dirty="0">
                <a:latin typeface="BirkaLTPro-Regular"/>
                <a:cs typeface="Arial"/>
              </a:rPr>
              <a:t>Proporciona</a:t>
            </a:r>
            <a:r>
              <a:rPr lang="pt-BR" sz="2200" spc="-40" dirty="0">
                <a:latin typeface="BirkaLTPro-Regular"/>
                <a:cs typeface="Arial"/>
              </a:rPr>
              <a:t> </a:t>
            </a:r>
            <a:r>
              <a:rPr lang="pt-BR" sz="2200" dirty="0">
                <a:latin typeface="BirkaLTPro-Regular"/>
                <a:cs typeface="Arial"/>
              </a:rPr>
              <a:t>um</a:t>
            </a:r>
            <a:r>
              <a:rPr lang="pt-BR" sz="2200" spc="-25" dirty="0">
                <a:latin typeface="BirkaLTPro-Regular"/>
                <a:cs typeface="Arial"/>
              </a:rPr>
              <a:t> </a:t>
            </a:r>
            <a:r>
              <a:rPr lang="pt-BR" sz="2200" dirty="0">
                <a:latin typeface="BirkaLTPro-Regular"/>
                <a:cs typeface="Arial"/>
              </a:rPr>
              <a:t>guia</a:t>
            </a:r>
            <a:r>
              <a:rPr lang="pt-BR" sz="2200" spc="-35" dirty="0">
                <a:latin typeface="BirkaLTPro-Regular"/>
                <a:cs typeface="Arial"/>
              </a:rPr>
              <a:t> </a:t>
            </a:r>
            <a:r>
              <a:rPr lang="pt-BR" sz="2200" dirty="0">
                <a:latin typeface="BirkaLTPro-Regular"/>
                <a:cs typeface="Arial"/>
              </a:rPr>
              <a:t>para</a:t>
            </a:r>
            <a:r>
              <a:rPr lang="pt-BR" sz="2200" spc="-15" dirty="0">
                <a:latin typeface="BirkaLTPro-Regular"/>
                <a:cs typeface="Arial"/>
              </a:rPr>
              <a:t> </a:t>
            </a:r>
            <a:r>
              <a:rPr lang="pt-BR" sz="2200" dirty="0">
                <a:latin typeface="BirkaLTPro-Regular"/>
                <a:cs typeface="Arial"/>
              </a:rPr>
              <a:t>construção</a:t>
            </a:r>
            <a:r>
              <a:rPr lang="pt-BR" sz="2200" spc="-10" dirty="0">
                <a:latin typeface="BirkaLTPro-Regular"/>
                <a:cs typeface="Arial"/>
              </a:rPr>
              <a:t> </a:t>
            </a:r>
            <a:r>
              <a:rPr lang="pt-BR" sz="2200" dirty="0">
                <a:latin typeface="BirkaLTPro-Regular"/>
                <a:cs typeface="Arial"/>
              </a:rPr>
              <a:t>do</a:t>
            </a:r>
            <a:r>
              <a:rPr lang="pt-BR" sz="2200" spc="-35" dirty="0">
                <a:latin typeface="BirkaLTPro-Regular"/>
                <a:cs typeface="Arial"/>
              </a:rPr>
              <a:t> </a:t>
            </a:r>
            <a:r>
              <a:rPr lang="pt-BR" sz="2200" spc="-10" dirty="0">
                <a:latin typeface="BirkaLTPro-Regular"/>
                <a:cs typeface="Arial"/>
              </a:rPr>
              <a:t>sistema</a:t>
            </a:r>
            <a:endParaRPr lang="pt-BR" sz="2200" dirty="0">
              <a:latin typeface="BirkaLTPro-Regular"/>
              <a:cs typeface="Arial"/>
            </a:endParaRPr>
          </a:p>
          <a:p>
            <a:pPr marL="832485" lvl="1" indent="-315595" algn="just">
              <a:lnSpc>
                <a:spcPct val="100000"/>
              </a:lnSpc>
              <a:spcBef>
                <a:spcPts val="535"/>
              </a:spcBef>
              <a:buClr>
                <a:srgbClr val="666699"/>
              </a:buClr>
              <a:buSzPct val="75000"/>
              <a:buFont typeface="Times New Roman"/>
              <a:buChar char="■"/>
              <a:tabLst>
                <a:tab pos="832485" algn="l"/>
              </a:tabLst>
            </a:pPr>
            <a:r>
              <a:rPr lang="pt-BR" sz="2200" dirty="0">
                <a:latin typeface="BirkaLTPro-Regular"/>
                <a:cs typeface="Arial"/>
              </a:rPr>
              <a:t>Documenta</a:t>
            </a:r>
            <a:r>
              <a:rPr lang="pt-BR" sz="2200" spc="-25" dirty="0">
                <a:latin typeface="BirkaLTPro-Regular"/>
                <a:cs typeface="Arial"/>
              </a:rPr>
              <a:t> </a:t>
            </a:r>
            <a:r>
              <a:rPr lang="pt-BR" sz="2200" dirty="0">
                <a:latin typeface="BirkaLTPro-Regular"/>
                <a:cs typeface="Arial"/>
              </a:rPr>
              <a:t>as</a:t>
            </a:r>
            <a:r>
              <a:rPr lang="pt-BR" sz="2200" spc="-20" dirty="0">
                <a:latin typeface="BirkaLTPro-Regular"/>
                <a:cs typeface="Arial"/>
              </a:rPr>
              <a:t> </a:t>
            </a:r>
            <a:r>
              <a:rPr lang="pt-BR" sz="2200" dirty="0">
                <a:latin typeface="BirkaLTPro-Regular"/>
                <a:cs typeface="Arial"/>
              </a:rPr>
              <a:t>decisões</a:t>
            </a:r>
            <a:r>
              <a:rPr lang="pt-BR" sz="2200" spc="-40" dirty="0">
                <a:latin typeface="BirkaLTPro-Regular"/>
                <a:cs typeface="Arial"/>
              </a:rPr>
              <a:t> </a:t>
            </a:r>
            <a:r>
              <a:rPr lang="pt-BR" sz="2200" spc="-10" dirty="0">
                <a:latin typeface="BirkaLTPro-Regular"/>
                <a:cs typeface="Arial"/>
              </a:rPr>
              <a:t>tomadas.</a:t>
            </a:r>
            <a:endParaRPr lang="pt-BR" sz="2200" dirty="0">
              <a:latin typeface="BirkaLTPro-Regular"/>
              <a:cs typeface="Arial"/>
            </a:endParaRPr>
          </a:p>
          <a:p>
            <a:pPr marL="390525" marR="21590" indent="-378460" algn="just">
              <a:lnSpc>
                <a:spcPct val="100000"/>
              </a:lnSpc>
              <a:spcBef>
                <a:spcPts val="620"/>
              </a:spcBef>
              <a:buClr>
                <a:srgbClr val="FFCC00"/>
              </a:buClr>
              <a:buSzPct val="73584"/>
              <a:buFont typeface="Times New Roman"/>
              <a:buChar char="□"/>
              <a:tabLst>
                <a:tab pos="390525" algn="l"/>
              </a:tabLst>
            </a:pPr>
            <a:r>
              <a:rPr lang="pt-BR" sz="2650" dirty="0">
                <a:latin typeface="BirkaLTPro-Regular"/>
                <a:cs typeface="Arial"/>
              </a:rPr>
              <a:t>Os</a:t>
            </a:r>
            <a:r>
              <a:rPr lang="pt-BR" sz="2650" spc="-70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modelos</a:t>
            </a:r>
            <a:r>
              <a:rPr lang="pt-BR" sz="2650" spc="-40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são</a:t>
            </a:r>
            <a:r>
              <a:rPr lang="pt-BR" sz="2650" spc="-95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usados</a:t>
            </a:r>
            <a:r>
              <a:rPr lang="pt-BR" sz="2650" spc="-40" dirty="0">
                <a:latin typeface="BirkaLTPro-Regular"/>
                <a:cs typeface="Arial"/>
              </a:rPr>
              <a:t> </a:t>
            </a:r>
            <a:r>
              <a:rPr lang="pt-BR" sz="2650" spc="-10" dirty="0">
                <a:latin typeface="BirkaLTPro-Regular"/>
                <a:cs typeface="Arial"/>
              </a:rPr>
              <a:t>extensivamente</a:t>
            </a:r>
            <a:r>
              <a:rPr lang="pt-BR" sz="2650" spc="-90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na</a:t>
            </a:r>
            <a:r>
              <a:rPr lang="pt-BR" sz="2650" spc="-65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engenharia.</a:t>
            </a:r>
            <a:r>
              <a:rPr lang="pt-BR" sz="2650" spc="-60" dirty="0">
                <a:latin typeface="BirkaLTPro-Regular"/>
                <a:cs typeface="Arial"/>
              </a:rPr>
              <a:t> </a:t>
            </a:r>
            <a:r>
              <a:rPr lang="pt-BR" sz="2650" spc="-25" dirty="0">
                <a:latin typeface="BirkaLTPro-Regular"/>
                <a:cs typeface="Arial"/>
              </a:rPr>
              <a:t>Na </a:t>
            </a:r>
            <a:r>
              <a:rPr lang="pt-BR" sz="2650" dirty="0">
                <a:latin typeface="BirkaLTPro-Regular"/>
                <a:cs typeface="Arial"/>
              </a:rPr>
              <a:t>construção</a:t>
            </a:r>
            <a:r>
              <a:rPr lang="pt-BR" sz="2650" spc="-95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civil,</a:t>
            </a:r>
            <a:r>
              <a:rPr lang="pt-BR" sz="2650" spc="-55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a</a:t>
            </a:r>
            <a:r>
              <a:rPr lang="pt-BR" sz="2650" spc="-30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construção</a:t>
            </a:r>
            <a:r>
              <a:rPr lang="pt-BR" sz="2650" spc="-90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de</a:t>
            </a:r>
            <a:r>
              <a:rPr lang="pt-BR" sz="2650" spc="-65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um</a:t>
            </a:r>
            <a:r>
              <a:rPr lang="pt-BR" sz="2650" spc="-70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prédio</a:t>
            </a:r>
            <a:r>
              <a:rPr lang="pt-BR" sz="2650" spc="-65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é</a:t>
            </a:r>
            <a:r>
              <a:rPr lang="pt-BR" sz="2650" spc="-60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precedida</a:t>
            </a:r>
            <a:r>
              <a:rPr lang="pt-BR" sz="2650" spc="-40" dirty="0">
                <a:latin typeface="BirkaLTPro-Regular"/>
                <a:cs typeface="Arial"/>
              </a:rPr>
              <a:t> </a:t>
            </a:r>
            <a:r>
              <a:rPr lang="pt-BR" sz="2650" spc="-20" dirty="0">
                <a:latin typeface="BirkaLTPro-Regular"/>
                <a:cs typeface="Arial"/>
              </a:rPr>
              <a:t>pela </a:t>
            </a:r>
            <a:r>
              <a:rPr lang="pt-BR" sz="2650" dirty="0">
                <a:latin typeface="BirkaLTPro-Regular"/>
                <a:cs typeface="Arial"/>
              </a:rPr>
              <a:t>construção</a:t>
            </a:r>
            <a:r>
              <a:rPr lang="pt-BR" sz="2650" spc="-114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de</a:t>
            </a:r>
            <a:r>
              <a:rPr lang="pt-BR" sz="2650" spc="-85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modelos</a:t>
            </a:r>
            <a:r>
              <a:rPr lang="pt-BR" sz="2650" spc="-65" dirty="0">
                <a:latin typeface="BirkaLTPro-Regular"/>
                <a:cs typeface="Arial"/>
              </a:rPr>
              <a:t> </a:t>
            </a:r>
            <a:r>
              <a:rPr lang="pt-BR" sz="2650" spc="-10" dirty="0">
                <a:latin typeface="BirkaLTPro-Regular"/>
                <a:cs typeface="Arial"/>
              </a:rPr>
              <a:t>(desenhos)</a:t>
            </a:r>
            <a:endParaRPr lang="pt-BR" sz="2650" dirty="0">
              <a:latin typeface="BirkaLTPro-Regular"/>
              <a:cs typeface="Arial"/>
            </a:endParaRPr>
          </a:p>
          <a:p>
            <a:pPr marL="390525" marR="5080" indent="-378460" algn="just">
              <a:lnSpc>
                <a:spcPts val="3170"/>
              </a:lnSpc>
              <a:spcBef>
                <a:spcPts val="745"/>
              </a:spcBef>
              <a:buClr>
                <a:srgbClr val="FFCC00"/>
              </a:buClr>
              <a:buSzPct val="73584"/>
              <a:buFont typeface="Times New Roman"/>
              <a:buChar char="□"/>
              <a:tabLst>
                <a:tab pos="390525" algn="l"/>
              </a:tabLst>
            </a:pPr>
            <a:r>
              <a:rPr lang="pt-BR" sz="2650" dirty="0">
                <a:latin typeface="BirkaLTPro-Regular"/>
                <a:cs typeface="Arial"/>
              </a:rPr>
              <a:t>Da</a:t>
            </a:r>
            <a:r>
              <a:rPr lang="pt-BR" sz="2650" spc="-70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mesma</a:t>
            </a:r>
            <a:r>
              <a:rPr lang="pt-BR" sz="2650" spc="-95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forma</a:t>
            </a:r>
            <a:r>
              <a:rPr lang="pt-BR" sz="2650" spc="-90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linguagem</a:t>
            </a:r>
            <a:r>
              <a:rPr lang="pt-BR" sz="2650" spc="-80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UML</a:t>
            </a:r>
            <a:r>
              <a:rPr lang="pt-BR" sz="2650" spc="-70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fornece</a:t>
            </a:r>
            <a:r>
              <a:rPr lang="pt-BR" sz="2650" spc="-120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uma</a:t>
            </a:r>
            <a:r>
              <a:rPr lang="pt-BR" sz="2650" spc="-90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maneira</a:t>
            </a:r>
            <a:r>
              <a:rPr lang="pt-BR" sz="2650" spc="-70" dirty="0">
                <a:latin typeface="BirkaLTPro-Regular"/>
                <a:cs typeface="Arial"/>
              </a:rPr>
              <a:t> </a:t>
            </a:r>
            <a:r>
              <a:rPr lang="pt-BR" sz="2650" spc="-20" dirty="0">
                <a:latin typeface="BirkaLTPro-Regular"/>
                <a:cs typeface="Arial"/>
              </a:rPr>
              <a:t>para </a:t>
            </a:r>
            <a:r>
              <a:rPr lang="pt-BR" sz="2650" dirty="0">
                <a:latin typeface="BirkaLTPro-Regular"/>
                <a:cs typeface="Arial"/>
              </a:rPr>
              <a:t>a</a:t>
            </a:r>
            <a:r>
              <a:rPr lang="pt-BR" sz="2650" spc="-65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modelagem</a:t>
            </a:r>
            <a:r>
              <a:rPr lang="pt-BR" sz="2650" spc="-70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de</a:t>
            </a:r>
            <a:r>
              <a:rPr lang="pt-BR" sz="2650" spc="-50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software</a:t>
            </a:r>
            <a:r>
              <a:rPr lang="pt-BR" sz="2650" spc="-90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através</a:t>
            </a:r>
            <a:r>
              <a:rPr lang="pt-BR" sz="2650" spc="-65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de</a:t>
            </a:r>
            <a:r>
              <a:rPr lang="pt-BR" sz="2650" spc="-55" dirty="0">
                <a:latin typeface="BirkaLTPro-Regular"/>
                <a:cs typeface="Arial"/>
              </a:rPr>
              <a:t> </a:t>
            </a:r>
            <a:r>
              <a:rPr lang="pt-BR" sz="2650" spc="-10" dirty="0">
                <a:latin typeface="BirkaLTPro-Regular"/>
                <a:cs typeface="Arial"/>
              </a:rPr>
              <a:t>desenhos</a:t>
            </a:r>
            <a:endParaRPr lang="pt-BR" sz="2650" dirty="0">
              <a:latin typeface="BirkaLTPro-Regular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879900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56C9AD99-92F6-89AD-D8DE-89339B91EB1D}"/>
              </a:ext>
            </a:extLst>
          </p:cNvPr>
          <p:cNvSpPr txBox="1"/>
          <p:nvPr/>
        </p:nvSpPr>
        <p:spPr>
          <a:xfrm>
            <a:off x="327198" y="389493"/>
            <a:ext cx="75522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i="0" u="none" strike="noStrike" baseline="0" dirty="0"/>
              <a:t>Princípios da Modelagem</a:t>
            </a:r>
            <a:endParaRPr lang="pt-BR" sz="2400" b="1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116E1D1-DAF6-703C-DD32-A15087E4AA2E}"/>
              </a:ext>
            </a:extLst>
          </p:cNvPr>
          <p:cNvSpPr txBox="1"/>
          <p:nvPr/>
        </p:nvSpPr>
        <p:spPr>
          <a:xfrm>
            <a:off x="664075" y="1313378"/>
            <a:ext cx="10941023" cy="35855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5310" marR="5080" indent="-563245" algn="just">
              <a:lnSpc>
                <a:spcPct val="99800"/>
              </a:lnSpc>
              <a:spcBef>
                <a:spcPts val="105"/>
              </a:spcBef>
              <a:buClr>
                <a:srgbClr val="FFCC00"/>
              </a:buClr>
              <a:buSzPct val="73584"/>
              <a:buAutoNum type="arabicPeriod"/>
              <a:tabLst>
                <a:tab pos="579120" algn="l"/>
              </a:tabLst>
            </a:pPr>
            <a:r>
              <a:rPr lang="pt-BR" sz="2650" dirty="0">
                <a:latin typeface="BirkaLTPro-Regular"/>
                <a:cs typeface="Arial"/>
              </a:rPr>
              <a:t>A</a:t>
            </a:r>
            <a:r>
              <a:rPr lang="pt-BR" sz="2650" spc="-55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escolha</a:t>
            </a:r>
            <a:r>
              <a:rPr lang="pt-BR" sz="2650" spc="-60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dos</a:t>
            </a:r>
            <a:r>
              <a:rPr lang="pt-BR" sz="2650" spc="-60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modelos</a:t>
            </a:r>
            <a:r>
              <a:rPr lang="pt-BR" sz="2650" spc="-35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a</a:t>
            </a:r>
            <a:r>
              <a:rPr lang="pt-BR" sz="2650" spc="-50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serem</a:t>
            </a:r>
            <a:r>
              <a:rPr lang="pt-BR" sz="2650" spc="-65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criados</a:t>
            </a:r>
            <a:r>
              <a:rPr lang="pt-BR" sz="2650" spc="-35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tem</a:t>
            </a:r>
            <a:r>
              <a:rPr lang="pt-BR" sz="2650" spc="-70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uma</a:t>
            </a:r>
            <a:r>
              <a:rPr lang="pt-BR" sz="2650" spc="-55" dirty="0">
                <a:latin typeface="BirkaLTPro-Regular"/>
                <a:cs typeface="Arial"/>
              </a:rPr>
              <a:t> </a:t>
            </a:r>
            <a:r>
              <a:rPr lang="pt-BR" sz="2650" spc="-10" dirty="0">
                <a:latin typeface="BirkaLTPro-Regular"/>
                <a:cs typeface="Arial"/>
              </a:rPr>
              <a:t>profunda </a:t>
            </a:r>
            <a:r>
              <a:rPr lang="pt-BR" sz="2650" dirty="0">
                <a:latin typeface="BirkaLTPro-Regular"/>
                <a:cs typeface="Arial"/>
              </a:rPr>
              <a:t>influência</a:t>
            </a:r>
            <a:r>
              <a:rPr lang="pt-BR" sz="2650" spc="-80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sobre</a:t>
            </a:r>
            <a:r>
              <a:rPr lang="pt-BR" sz="2650" spc="-80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a</a:t>
            </a:r>
            <a:r>
              <a:rPr lang="pt-BR" sz="2650" spc="-75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maneira</a:t>
            </a:r>
            <a:r>
              <a:rPr lang="pt-BR" sz="2650" spc="-80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como</a:t>
            </a:r>
            <a:r>
              <a:rPr lang="pt-BR" sz="2650" spc="-105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um</a:t>
            </a:r>
            <a:r>
              <a:rPr lang="pt-BR" sz="2650" spc="-90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determinado</a:t>
            </a:r>
            <a:r>
              <a:rPr lang="pt-BR" sz="2650" spc="-75" dirty="0">
                <a:latin typeface="BirkaLTPro-Regular"/>
                <a:cs typeface="Arial"/>
              </a:rPr>
              <a:t> </a:t>
            </a:r>
            <a:r>
              <a:rPr lang="pt-BR" sz="2650" spc="-10" dirty="0">
                <a:latin typeface="BirkaLTPro-Regular"/>
                <a:cs typeface="Arial"/>
              </a:rPr>
              <a:t>problema </a:t>
            </a:r>
            <a:r>
              <a:rPr lang="pt-BR" sz="2650" dirty="0">
                <a:latin typeface="BirkaLTPro-Regular"/>
                <a:cs typeface="Arial"/>
              </a:rPr>
              <a:t>é</a:t>
            </a:r>
            <a:r>
              <a:rPr lang="pt-BR" sz="2650" spc="-60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atacado</a:t>
            </a:r>
            <a:r>
              <a:rPr lang="pt-BR" sz="2650" spc="-55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e</a:t>
            </a:r>
            <a:r>
              <a:rPr lang="pt-BR" sz="2650" spc="-55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como</a:t>
            </a:r>
            <a:r>
              <a:rPr lang="pt-BR" sz="2650" spc="-60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uma</a:t>
            </a:r>
            <a:r>
              <a:rPr lang="pt-BR" sz="2650" spc="-55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boa</a:t>
            </a:r>
            <a:r>
              <a:rPr lang="pt-BR" sz="2650" spc="-55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solução</a:t>
            </a:r>
            <a:r>
              <a:rPr lang="pt-BR" sz="2650" spc="-85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é</a:t>
            </a:r>
            <a:r>
              <a:rPr lang="pt-BR" sz="2650" spc="-35" dirty="0">
                <a:latin typeface="BirkaLTPro-Regular"/>
                <a:cs typeface="Arial"/>
              </a:rPr>
              <a:t> </a:t>
            </a:r>
            <a:r>
              <a:rPr lang="pt-BR" sz="2650" spc="-10" dirty="0">
                <a:latin typeface="BirkaLTPro-Regular"/>
                <a:cs typeface="Arial"/>
              </a:rPr>
              <a:t>definida</a:t>
            </a:r>
            <a:endParaRPr lang="pt-BR" sz="2650" dirty="0">
              <a:latin typeface="BirkaLTPro-Regular"/>
              <a:cs typeface="Arial"/>
            </a:endParaRPr>
          </a:p>
          <a:p>
            <a:pPr marL="575310" marR="159385" indent="-563245" algn="just">
              <a:lnSpc>
                <a:spcPct val="100000"/>
              </a:lnSpc>
              <a:spcBef>
                <a:spcPts val="640"/>
              </a:spcBef>
              <a:buClr>
                <a:srgbClr val="FFCC00"/>
              </a:buClr>
              <a:buSzPct val="73584"/>
              <a:buAutoNum type="arabicPeriod"/>
              <a:tabLst>
                <a:tab pos="579120" algn="l"/>
              </a:tabLst>
            </a:pPr>
            <a:r>
              <a:rPr lang="pt-BR" sz="2650" dirty="0">
                <a:latin typeface="BirkaLTPro-Regular"/>
                <a:cs typeface="Arial"/>
              </a:rPr>
              <a:t>Cada</a:t>
            </a:r>
            <a:r>
              <a:rPr lang="pt-BR" sz="2650" spc="-80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modelo</a:t>
            </a:r>
            <a:r>
              <a:rPr lang="pt-BR" sz="2650" spc="-55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poderá</a:t>
            </a:r>
            <a:r>
              <a:rPr lang="pt-BR" sz="2650" spc="-75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ser</a:t>
            </a:r>
            <a:r>
              <a:rPr lang="pt-BR" sz="2650" spc="-65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expresso</a:t>
            </a:r>
            <a:r>
              <a:rPr lang="pt-BR" sz="2650" spc="-105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em</a:t>
            </a:r>
            <a:r>
              <a:rPr lang="pt-BR" sz="2650" spc="-60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diferentes</a:t>
            </a:r>
            <a:r>
              <a:rPr lang="pt-BR" sz="2650" spc="-85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níveis</a:t>
            </a:r>
            <a:r>
              <a:rPr lang="pt-BR" sz="2650" spc="-55" dirty="0">
                <a:latin typeface="BirkaLTPro-Regular"/>
                <a:cs typeface="Arial"/>
              </a:rPr>
              <a:t> </a:t>
            </a:r>
            <a:r>
              <a:rPr lang="pt-BR" sz="2650" spc="-25" dirty="0">
                <a:latin typeface="BirkaLTPro-Regular"/>
                <a:cs typeface="Arial"/>
              </a:rPr>
              <a:t>de </a:t>
            </a:r>
            <a:r>
              <a:rPr lang="pt-BR" sz="2650" spc="-10" dirty="0">
                <a:latin typeface="BirkaLTPro-Regular"/>
                <a:cs typeface="Arial"/>
              </a:rPr>
              <a:t>precisão</a:t>
            </a:r>
            <a:endParaRPr lang="pt-BR" sz="2650" dirty="0">
              <a:latin typeface="BirkaLTPro-Regular"/>
              <a:cs typeface="Arial"/>
            </a:endParaRPr>
          </a:p>
          <a:p>
            <a:pPr marL="575945" indent="-563245" algn="just">
              <a:lnSpc>
                <a:spcPct val="100000"/>
              </a:lnSpc>
              <a:spcBef>
                <a:spcPts val="635"/>
              </a:spcBef>
              <a:buClr>
                <a:srgbClr val="FFCC00"/>
              </a:buClr>
              <a:buSzPct val="73584"/>
              <a:buAutoNum type="arabicPeriod"/>
              <a:tabLst>
                <a:tab pos="575945" algn="l"/>
              </a:tabLst>
            </a:pPr>
            <a:r>
              <a:rPr lang="pt-BR" sz="2650" dirty="0">
                <a:latin typeface="BirkaLTPro-Regular"/>
                <a:cs typeface="Arial"/>
              </a:rPr>
              <a:t>Os</a:t>
            </a:r>
            <a:r>
              <a:rPr lang="pt-BR" sz="2650" spc="-85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melhores</a:t>
            </a:r>
            <a:r>
              <a:rPr lang="pt-BR" sz="2650" spc="-55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modelos</a:t>
            </a:r>
            <a:r>
              <a:rPr lang="pt-BR" sz="2650" spc="-55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estão</a:t>
            </a:r>
            <a:r>
              <a:rPr lang="pt-BR" sz="2650" spc="-105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relacionados</a:t>
            </a:r>
            <a:r>
              <a:rPr lang="pt-BR" sz="2650" spc="-55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à</a:t>
            </a:r>
            <a:r>
              <a:rPr lang="pt-BR" sz="2650" spc="-70" dirty="0">
                <a:latin typeface="BirkaLTPro-Regular"/>
                <a:cs typeface="Arial"/>
              </a:rPr>
              <a:t> </a:t>
            </a:r>
            <a:r>
              <a:rPr lang="pt-BR" sz="2650" spc="-10" dirty="0">
                <a:latin typeface="BirkaLTPro-Regular"/>
                <a:cs typeface="Arial"/>
              </a:rPr>
              <a:t>realidade</a:t>
            </a:r>
            <a:endParaRPr lang="pt-BR" sz="2650" dirty="0">
              <a:latin typeface="BirkaLTPro-Regular"/>
              <a:cs typeface="Arial"/>
            </a:endParaRPr>
          </a:p>
          <a:p>
            <a:pPr marL="579120" marR="624205" indent="-567055" algn="just">
              <a:lnSpc>
                <a:spcPct val="100000"/>
              </a:lnSpc>
              <a:spcBef>
                <a:spcPts val="625"/>
              </a:spcBef>
              <a:buClr>
                <a:srgbClr val="FFCC00"/>
              </a:buClr>
              <a:buSzPct val="73584"/>
              <a:buAutoNum type="arabicPeriod"/>
              <a:tabLst>
                <a:tab pos="579120" algn="l"/>
              </a:tabLst>
            </a:pPr>
            <a:r>
              <a:rPr lang="pt-BR" sz="2650" dirty="0">
                <a:latin typeface="BirkaLTPro-Regular"/>
                <a:cs typeface="Arial"/>
              </a:rPr>
              <a:t>Nenhum</a:t>
            </a:r>
            <a:r>
              <a:rPr lang="pt-BR" sz="2650" spc="-90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modelo</a:t>
            </a:r>
            <a:r>
              <a:rPr lang="pt-BR" sz="2650" spc="-60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é</a:t>
            </a:r>
            <a:r>
              <a:rPr lang="pt-BR" sz="2650" spc="-105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único</a:t>
            </a:r>
            <a:r>
              <a:rPr lang="pt-BR" sz="2650" spc="-80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e</a:t>
            </a:r>
            <a:r>
              <a:rPr lang="pt-BR" sz="2650" spc="-55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suficiente.</a:t>
            </a:r>
            <a:r>
              <a:rPr lang="pt-BR" sz="2650" spc="-75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Qualquer</a:t>
            </a:r>
            <a:r>
              <a:rPr lang="pt-BR" sz="2650" spc="-65" dirty="0">
                <a:latin typeface="BirkaLTPro-Regular"/>
                <a:cs typeface="Arial"/>
              </a:rPr>
              <a:t> </a:t>
            </a:r>
            <a:r>
              <a:rPr lang="pt-BR" sz="2650" spc="-10" dirty="0">
                <a:latin typeface="BirkaLTPro-Regular"/>
                <a:cs typeface="Arial"/>
              </a:rPr>
              <a:t>sistema </a:t>
            </a:r>
            <a:r>
              <a:rPr lang="pt-BR" sz="2650" spc="-25" dirty="0">
                <a:latin typeface="BirkaLTPro-Regular"/>
                <a:cs typeface="Arial"/>
              </a:rPr>
              <a:t>não-</a:t>
            </a:r>
            <a:r>
              <a:rPr lang="pt-BR" sz="2650" dirty="0">
                <a:latin typeface="BirkaLTPro-Regular"/>
                <a:cs typeface="Arial"/>
              </a:rPr>
              <a:t>trivial será</a:t>
            </a:r>
            <a:r>
              <a:rPr lang="pt-BR" sz="2650" spc="-65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melhor</a:t>
            </a:r>
            <a:r>
              <a:rPr lang="pt-BR" sz="2650" spc="-50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investigado</a:t>
            </a:r>
            <a:r>
              <a:rPr lang="pt-BR" sz="2650" spc="-65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por</a:t>
            </a:r>
            <a:r>
              <a:rPr lang="pt-BR" sz="2650" spc="-50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meio</a:t>
            </a:r>
            <a:r>
              <a:rPr lang="pt-BR" sz="2650" spc="-60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de</a:t>
            </a:r>
            <a:r>
              <a:rPr lang="pt-BR" sz="2650" spc="-65" dirty="0">
                <a:latin typeface="BirkaLTPro-Regular"/>
                <a:cs typeface="Arial"/>
              </a:rPr>
              <a:t> </a:t>
            </a:r>
            <a:r>
              <a:rPr lang="pt-BR" sz="2650" spc="-25" dirty="0">
                <a:latin typeface="BirkaLTPro-Regular"/>
                <a:cs typeface="Arial"/>
              </a:rPr>
              <a:t>um </a:t>
            </a:r>
            <a:r>
              <a:rPr lang="pt-BR" sz="2650" dirty="0">
                <a:latin typeface="BirkaLTPro-Regular"/>
                <a:cs typeface="Arial"/>
              </a:rPr>
              <a:t>pequeno</a:t>
            </a:r>
            <a:r>
              <a:rPr lang="pt-BR" sz="2650" spc="-80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conjunto</a:t>
            </a:r>
            <a:r>
              <a:rPr lang="pt-BR" sz="2650" spc="-80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de</a:t>
            </a:r>
            <a:r>
              <a:rPr lang="pt-BR" sz="2650" spc="-60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modelos</a:t>
            </a:r>
            <a:r>
              <a:rPr lang="pt-BR" sz="2650" spc="-85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quase</a:t>
            </a:r>
            <a:r>
              <a:rPr lang="pt-BR" sz="2650" spc="-105" dirty="0">
                <a:latin typeface="BirkaLTPro-Regular"/>
                <a:cs typeface="Arial"/>
              </a:rPr>
              <a:t> </a:t>
            </a:r>
            <a:r>
              <a:rPr lang="pt-BR" sz="2650" spc="-10" dirty="0">
                <a:latin typeface="BirkaLTPro-Regular"/>
                <a:cs typeface="Arial"/>
              </a:rPr>
              <a:t>independentes.</a:t>
            </a:r>
            <a:endParaRPr lang="pt-BR" sz="2650" dirty="0">
              <a:latin typeface="BirkaLTPro-Regular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919646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56C9AD99-92F6-89AD-D8DE-89339B91EB1D}"/>
              </a:ext>
            </a:extLst>
          </p:cNvPr>
          <p:cNvSpPr txBox="1"/>
          <p:nvPr/>
        </p:nvSpPr>
        <p:spPr>
          <a:xfrm>
            <a:off x="327198" y="389493"/>
            <a:ext cx="75522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i="0" u="none" strike="noStrike" baseline="0" dirty="0"/>
              <a:t>Visão Geral da UML</a:t>
            </a:r>
            <a:endParaRPr lang="pt-BR" sz="2400" b="1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116E1D1-DAF6-703C-DD32-A15087E4AA2E}"/>
              </a:ext>
            </a:extLst>
          </p:cNvPr>
          <p:cNvSpPr txBox="1"/>
          <p:nvPr/>
        </p:nvSpPr>
        <p:spPr>
          <a:xfrm>
            <a:off x="664075" y="1313378"/>
            <a:ext cx="10941023" cy="3100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90525" marR="5080" indent="-378460" algn="just">
              <a:lnSpc>
                <a:spcPct val="99800"/>
              </a:lnSpc>
              <a:spcBef>
                <a:spcPts val="105"/>
              </a:spcBef>
              <a:buClr>
                <a:srgbClr val="FFCC00"/>
              </a:buClr>
              <a:buSzPct val="73584"/>
              <a:buFont typeface="Times New Roman"/>
              <a:buChar char="□"/>
              <a:tabLst>
                <a:tab pos="390525" algn="l"/>
              </a:tabLst>
            </a:pPr>
            <a:r>
              <a:rPr lang="pt-BR" sz="2650" dirty="0">
                <a:latin typeface="BirkaLTPro-Regular"/>
                <a:cs typeface="Arial"/>
              </a:rPr>
              <a:t>As</a:t>
            </a:r>
            <a:r>
              <a:rPr lang="pt-BR" sz="2650" spc="-80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linguagens</a:t>
            </a:r>
            <a:r>
              <a:rPr lang="pt-BR" sz="2650" spc="-50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fornecem</a:t>
            </a:r>
            <a:r>
              <a:rPr lang="pt-BR" sz="2650" spc="-85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um</a:t>
            </a:r>
            <a:r>
              <a:rPr lang="pt-BR" sz="2650" spc="-60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vocabulário</a:t>
            </a:r>
            <a:r>
              <a:rPr lang="pt-BR" sz="2650" spc="-100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e</a:t>
            </a:r>
            <a:r>
              <a:rPr lang="pt-BR" sz="2650" spc="-50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as</a:t>
            </a:r>
            <a:r>
              <a:rPr lang="pt-BR" sz="2650" spc="-50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regras</a:t>
            </a:r>
            <a:r>
              <a:rPr lang="pt-BR" sz="2650" spc="-80" dirty="0">
                <a:latin typeface="BirkaLTPro-Regular"/>
                <a:cs typeface="Arial"/>
              </a:rPr>
              <a:t> </a:t>
            </a:r>
            <a:r>
              <a:rPr lang="pt-BR" sz="2650" spc="-20" dirty="0">
                <a:latin typeface="BirkaLTPro-Regular"/>
                <a:cs typeface="Arial"/>
              </a:rPr>
              <a:t>para </a:t>
            </a:r>
            <a:r>
              <a:rPr lang="pt-BR" sz="2650" dirty="0">
                <a:latin typeface="BirkaLTPro-Regular"/>
                <a:cs typeface="Arial"/>
              </a:rPr>
              <a:t>combinação</a:t>
            </a:r>
            <a:r>
              <a:rPr lang="pt-BR" sz="2650" spc="-70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de</a:t>
            </a:r>
            <a:r>
              <a:rPr lang="pt-BR" sz="2650" spc="-70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palavras</a:t>
            </a:r>
            <a:r>
              <a:rPr lang="pt-BR" sz="2650" spc="-70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desse</a:t>
            </a:r>
            <a:r>
              <a:rPr lang="pt-BR" sz="2650" spc="-70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vocabulário</a:t>
            </a:r>
            <a:r>
              <a:rPr lang="pt-BR" sz="2650" spc="-70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com</a:t>
            </a:r>
            <a:r>
              <a:rPr lang="pt-BR" sz="2650" spc="-50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a</a:t>
            </a:r>
            <a:r>
              <a:rPr lang="pt-BR" sz="2650" spc="-90" dirty="0">
                <a:latin typeface="BirkaLTPro-Regular"/>
                <a:cs typeface="Arial"/>
              </a:rPr>
              <a:t> </a:t>
            </a:r>
            <a:r>
              <a:rPr lang="pt-BR" sz="2650" spc="-10" dirty="0">
                <a:latin typeface="BirkaLTPro-Regular"/>
                <a:cs typeface="Arial"/>
              </a:rPr>
              <a:t>finalidade </a:t>
            </a:r>
            <a:r>
              <a:rPr lang="pt-BR" sz="2650" dirty="0">
                <a:latin typeface="BirkaLTPro-Regular"/>
                <a:cs typeface="Arial"/>
              </a:rPr>
              <a:t>de</a:t>
            </a:r>
            <a:r>
              <a:rPr lang="pt-BR" sz="2650" spc="-40" dirty="0">
                <a:latin typeface="BirkaLTPro-Regular"/>
                <a:cs typeface="Arial"/>
              </a:rPr>
              <a:t> </a:t>
            </a:r>
            <a:r>
              <a:rPr lang="pt-BR" sz="2650" spc="-10" dirty="0">
                <a:latin typeface="BirkaLTPro-Regular"/>
                <a:cs typeface="Arial"/>
              </a:rPr>
              <a:t>comunicar</a:t>
            </a:r>
            <a:endParaRPr lang="pt-BR" sz="2650" dirty="0">
              <a:latin typeface="BirkaLTPro-Regular"/>
              <a:cs typeface="Arial"/>
            </a:endParaRPr>
          </a:p>
          <a:p>
            <a:pPr marL="389255" marR="103505" indent="-377190" algn="just">
              <a:lnSpc>
                <a:spcPct val="100000"/>
              </a:lnSpc>
              <a:spcBef>
                <a:spcPts val="640"/>
              </a:spcBef>
              <a:buClr>
                <a:srgbClr val="FFCC00"/>
              </a:buClr>
              <a:buSzPct val="73584"/>
              <a:buFont typeface="Times New Roman"/>
              <a:buChar char="□"/>
              <a:tabLst>
                <a:tab pos="390525" algn="l"/>
              </a:tabLst>
            </a:pPr>
            <a:r>
              <a:rPr lang="pt-BR" sz="2650" dirty="0">
                <a:latin typeface="BirkaLTPro-Regular"/>
                <a:cs typeface="Arial"/>
              </a:rPr>
              <a:t>Uma</a:t>
            </a:r>
            <a:r>
              <a:rPr lang="pt-BR" sz="2650" spc="-75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linguagem</a:t>
            </a:r>
            <a:r>
              <a:rPr lang="pt-BR" sz="2650" spc="-55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de</a:t>
            </a:r>
            <a:r>
              <a:rPr lang="pt-BR" sz="2650" spc="-65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modelagem</a:t>
            </a:r>
            <a:r>
              <a:rPr lang="pt-BR" sz="2650" spc="-55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é</a:t>
            </a:r>
            <a:r>
              <a:rPr lang="pt-BR" sz="2650" spc="-65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a</a:t>
            </a:r>
            <a:r>
              <a:rPr lang="pt-BR" sz="2650" spc="-40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linguagem</a:t>
            </a:r>
            <a:r>
              <a:rPr lang="pt-BR" sz="2650" spc="-55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que</a:t>
            </a:r>
            <a:r>
              <a:rPr lang="pt-BR" sz="2650" spc="-60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tem</a:t>
            </a:r>
            <a:r>
              <a:rPr lang="pt-BR" sz="2650" spc="-60" dirty="0">
                <a:latin typeface="BirkaLTPro-Regular"/>
                <a:cs typeface="Arial"/>
              </a:rPr>
              <a:t> </a:t>
            </a:r>
            <a:r>
              <a:rPr lang="pt-BR" sz="2650" spc="-25" dirty="0">
                <a:latin typeface="BirkaLTPro-Regular"/>
                <a:cs typeface="Arial"/>
              </a:rPr>
              <a:t>seu </a:t>
            </a:r>
            <a:r>
              <a:rPr lang="pt-BR" sz="2650" dirty="0">
                <a:latin typeface="BirkaLTPro-Regular"/>
                <a:cs typeface="Arial"/>
              </a:rPr>
              <a:t>foco</a:t>
            </a:r>
            <a:r>
              <a:rPr lang="pt-BR" sz="2650" spc="-80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voltado</a:t>
            </a:r>
            <a:r>
              <a:rPr lang="pt-BR" sz="2650" spc="-55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para</a:t>
            </a:r>
            <a:r>
              <a:rPr lang="pt-BR" sz="2650" spc="-75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a</a:t>
            </a:r>
            <a:r>
              <a:rPr lang="pt-BR" sz="2650" spc="-75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representação</a:t>
            </a:r>
            <a:r>
              <a:rPr lang="pt-BR" sz="2650" spc="-105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conceitual</a:t>
            </a:r>
            <a:r>
              <a:rPr lang="pt-BR" sz="2650" spc="-60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e</a:t>
            </a:r>
            <a:r>
              <a:rPr lang="pt-BR" sz="2650" spc="-65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física</a:t>
            </a:r>
            <a:r>
              <a:rPr lang="pt-BR" sz="2650" spc="-75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de</a:t>
            </a:r>
            <a:r>
              <a:rPr lang="pt-BR" sz="2650" spc="-80" dirty="0">
                <a:latin typeface="BirkaLTPro-Regular"/>
                <a:cs typeface="Arial"/>
              </a:rPr>
              <a:t> </a:t>
            </a:r>
            <a:r>
              <a:rPr lang="pt-BR" sz="2650" spc="-25" dirty="0">
                <a:latin typeface="BirkaLTPro-Regular"/>
                <a:cs typeface="Arial"/>
              </a:rPr>
              <a:t>um </a:t>
            </a:r>
            <a:r>
              <a:rPr lang="pt-BR" sz="2650" spc="-10" dirty="0">
                <a:latin typeface="BirkaLTPro-Regular"/>
                <a:cs typeface="Arial"/>
              </a:rPr>
              <a:t>sistema.</a:t>
            </a:r>
            <a:endParaRPr lang="pt-BR" sz="2650" dirty="0">
              <a:latin typeface="BirkaLTPro-Regular"/>
              <a:cs typeface="Arial"/>
            </a:endParaRPr>
          </a:p>
          <a:p>
            <a:pPr marL="390525" marR="196215" indent="-378460" algn="just">
              <a:lnSpc>
                <a:spcPct val="100000"/>
              </a:lnSpc>
              <a:spcBef>
                <a:spcPts val="620"/>
              </a:spcBef>
              <a:buClr>
                <a:srgbClr val="FFCC00"/>
              </a:buClr>
              <a:buSzPct val="73584"/>
              <a:buFont typeface="Times New Roman"/>
              <a:buChar char="□"/>
              <a:tabLst>
                <a:tab pos="390525" algn="l"/>
              </a:tabLst>
            </a:pPr>
            <a:r>
              <a:rPr lang="pt-BR" sz="2650" dirty="0">
                <a:latin typeface="BirkaLTPro-Regular"/>
                <a:cs typeface="Arial"/>
              </a:rPr>
              <a:t>O</a:t>
            </a:r>
            <a:r>
              <a:rPr lang="pt-BR" sz="2650" spc="-55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vocabulário</a:t>
            </a:r>
            <a:r>
              <a:rPr lang="pt-BR" sz="2650" spc="-90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e</a:t>
            </a:r>
            <a:r>
              <a:rPr lang="pt-BR" sz="2650" spc="-35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as</a:t>
            </a:r>
            <a:r>
              <a:rPr lang="pt-BR" sz="2650" spc="-35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regras</a:t>
            </a:r>
            <a:r>
              <a:rPr lang="pt-BR" sz="2650" spc="-90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de</a:t>
            </a:r>
            <a:r>
              <a:rPr lang="pt-BR" sz="2650" spc="-50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uma</a:t>
            </a:r>
            <a:r>
              <a:rPr lang="pt-BR" sz="2650" spc="-35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linguagem</a:t>
            </a:r>
            <a:r>
              <a:rPr lang="pt-BR" sz="2650" spc="-45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como</a:t>
            </a:r>
            <a:r>
              <a:rPr lang="pt-BR" sz="2650" spc="-60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a</a:t>
            </a:r>
            <a:r>
              <a:rPr lang="pt-BR" sz="2650" spc="-55" dirty="0">
                <a:latin typeface="BirkaLTPro-Regular"/>
                <a:cs typeface="Arial"/>
              </a:rPr>
              <a:t> </a:t>
            </a:r>
            <a:r>
              <a:rPr lang="pt-BR" sz="2650" spc="-20" dirty="0">
                <a:latin typeface="BirkaLTPro-Regular"/>
                <a:cs typeface="Arial"/>
              </a:rPr>
              <a:t>UML, </a:t>
            </a:r>
            <a:r>
              <a:rPr lang="pt-BR" sz="2650" dirty="0">
                <a:latin typeface="BirkaLTPro-Regular"/>
                <a:cs typeface="Arial"/>
              </a:rPr>
              <a:t>indicam</a:t>
            </a:r>
            <a:r>
              <a:rPr lang="pt-BR" sz="2650" spc="-75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como</a:t>
            </a:r>
            <a:r>
              <a:rPr lang="pt-BR" sz="2650" spc="-95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criar</a:t>
            </a:r>
            <a:r>
              <a:rPr lang="pt-BR" sz="2650" spc="-55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e</a:t>
            </a:r>
            <a:r>
              <a:rPr lang="pt-BR" sz="2650" spc="-55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ler</a:t>
            </a:r>
            <a:r>
              <a:rPr lang="pt-BR" sz="2650" spc="-75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modelos</a:t>
            </a:r>
            <a:r>
              <a:rPr lang="pt-BR" sz="2650" spc="-40" dirty="0">
                <a:latin typeface="BirkaLTPro-Regular"/>
                <a:cs typeface="Arial"/>
              </a:rPr>
              <a:t> </a:t>
            </a:r>
            <a:r>
              <a:rPr lang="pt-BR" sz="2650" spc="-10" dirty="0">
                <a:latin typeface="BirkaLTPro-Regular"/>
                <a:cs typeface="Arial"/>
              </a:rPr>
              <a:t>bem-</a:t>
            </a:r>
            <a:r>
              <a:rPr lang="pt-BR" sz="2650" dirty="0">
                <a:latin typeface="BirkaLTPro-Regular"/>
                <a:cs typeface="Arial"/>
              </a:rPr>
              <a:t>formados,</a:t>
            </a:r>
            <a:r>
              <a:rPr lang="pt-BR" sz="2650" spc="-60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mas</a:t>
            </a:r>
            <a:r>
              <a:rPr lang="pt-BR" sz="2650" spc="-75" dirty="0">
                <a:latin typeface="BirkaLTPro-Regular"/>
                <a:cs typeface="Arial"/>
              </a:rPr>
              <a:t> </a:t>
            </a:r>
            <a:r>
              <a:rPr lang="pt-BR" sz="2650" spc="-25" dirty="0">
                <a:latin typeface="BirkaLTPro-Regular"/>
                <a:cs typeface="Arial"/>
              </a:rPr>
              <a:t>não </a:t>
            </a:r>
            <a:r>
              <a:rPr lang="pt-BR" sz="2650" dirty="0">
                <a:latin typeface="BirkaLTPro-Regular"/>
                <a:cs typeface="Arial"/>
              </a:rPr>
              <a:t>apontam</a:t>
            </a:r>
            <a:r>
              <a:rPr lang="pt-BR" sz="2650" spc="-55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quais</a:t>
            </a:r>
            <a:r>
              <a:rPr lang="pt-BR" sz="2650" spc="-70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modelos</a:t>
            </a:r>
            <a:r>
              <a:rPr lang="pt-BR" sz="2650" spc="-40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deverão</a:t>
            </a:r>
            <a:r>
              <a:rPr lang="pt-BR" sz="2650" spc="-65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ser</a:t>
            </a:r>
            <a:r>
              <a:rPr lang="pt-BR" sz="2650" spc="-75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criados,</a:t>
            </a:r>
            <a:r>
              <a:rPr lang="pt-BR" sz="2650" spc="-60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nem</a:t>
            </a:r>
            <a:r>
              <a:rPr lang="pt-BR" sz="2650" spc="-50" dirty="0">
                <a:latin typeface="BirkaLTPro-Regular"/>
                <a:cs typeface="Arial"/>
              </a:rPr>
              <a:t> </a:t>
            </a:r>
            <a:r>
              <a:rPr lang="pt-BR" sz="2650" spc="-10" dirty="0">
                <a:latin typeface="BirkaLTPro-Regular"/>
                <a:cs typeface="Arial"/>
              </a:rPr>
              <a:t>quando </a:t>
            </a:r>
            <a:r>
              <a:rPr lang="pt-BR" sz="2650" dirty="0">
                <a:latin typeface="BirkaLTPro-Regular"/>
                <a:cs typeface="Arial"/>
              </a:rPr>
              <a:t>você</a:t>
            </a:r>
            <a:r>
              <a:rPr lang="pt-BR" sz="2650" spc="-50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deverá</a:t>
            </a:r>
            <a:r>
              <a:rPr lang="pt-BR" sz="2650" spc="-70" dirty="0">
                <a:latin typeface="BirkaLTPro-Regular"/>
                <a:cs typeface="Arial"/>
              </a:rPr>
              <a:t> </a:t>
            </a:r>
            <a:r>
              <a:rPr lang="pt-BR" sz="2650" spc="-10" dirty="0">
                <a:latin typeface="BirkaLTPro-Regular"/>
                <a:cs typeface="Arial"/>
              </a:rPr>
              <a:t>criá-</a:t>
            </a:r>
            <a:r>
              <a:rPr lang="pt-BR" sz="2650" spc="-20" dirty="0">
                <a:latin typeface="BirkaLTPro-Regular"/>
                <a:cs typeface="Arial"/>
              </a:rPr>
              <a:t>los.</a:t>
            </a:r>
            <a:endParaRPr lang="pt-BR" sz="2650" dirty="0">
              <a:latin typeface="BirkaLTPro-Regular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071794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56C9AD99-92F6-89AD-D8DE-89339B91EB1D}"/>
              </a:ext>
            </a:extLst>
          </p:cNvPr>
          <p:cNvSpPr txBox="1"/>
          <p:nvPr/>
        </p:nvSpPr>
        <p:spPr>
          <a:xfrm>
            <a:off x="327198" y="389493"/>
            <a:ext cx="75522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i="0" u="none" strike="noStrike" baseline="0" dirty="0"/>
              <a:t>Visão Geral da UML</a:t>
            </a:r>
            <a:endParaRPr lang="pt-BR" sz="2400" b="1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116E1D1-DAF6-703C-DD32-A15087E4AA2E}"/>
              </a:ext>
            </a:extLst>
          </p:cNvPr>
          <p:cNvSpPr txBox="1"/>
          <p:nvPr/>
        </p:nvSpPr>
        <p:spPr>
          <a:xfrm>
            <a:off x="664075" y="1313378"/>
            <a:ext cx="10941023" cy="3762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2650" b="0" i="0" u="none" strike="noStrike" baseline="0" dirty="0">
                <a:solidFill>
                  <a:srgbClr val="000000"/>
                </a:solidFill>
                <a:latin typeface="BirkaLTPro-Regular"/>
              </a:rPr>
              <a:t>As linguagens fornecem um vocabulário e as regras para combinação de palavras desse vocabulário com a finalidade de comunicar</a:t>
            </a:r>
          </a:p>
          <a:p>
            <a:pPr algn="just"/>
            <a:endParaRPr lang="pt-BR" sz="2650" b="0" i="0" u="none" strike="noStrike" baseline="0" dirty="0">
              <a:solidFill>
                <a:srgbClr val="000000"/>
              </a:solidFill>
              <a:latin typeface="BirkaLTPro-Regular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2650" b="0" i="0" u="none" strike="noStrike" baseline="0" dirty="0">
                <a:solidFill>
                  <a:srgbClr val="000000"/>
                </a:solidFill>
                <a:latin typeface="BirkaLTPro-Regular"/>
              </a:rPr>
              <a:t>Uma linguagem de modelagem é a linguagem que tem seu foco voltado para a representação conceitual e física de um sistema.</a:t>
            </a:r>
          </a:p>
          <a:p>
            <a:pPr algn="just"/>
            <a:endParaRPr lang="pt-BR" sz="2650" b="0" i="0" u="none" strike="noStrike" baseline="0" dirty="0">
              <a:solidFill>
                <a:srgbClr val="000000"/>
              </a:solidFill>
              <a:latin typeface="BirkaLTPro-Regular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2650" b="0" i="0" u="none" strike="noStrike" baseline="0" dirty="0">
                <a:solidFill>
                  <a:srgbClr val="000000"/>
                </a:solidFill>
                <a:latin typeface="BirkaLTPro-Regular"/>
              </a:rPr>
              <a:t>O vocabulário e as regras de uma linguagem como a UML, indicam como criar e ler modelos bem-formados, mas não apontam quais modelos deverão ser criados, nem quando você deverá criá-los.</a:t>
            </a:r>
            <a:endParaRPr lang="pt-BR" sz="2650" dirty="0">
              <a:latin typeface="BirkaLTPro-Regular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063151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56C9AD99-92F6-89AD-D8DE-89339B91EB1D}"/>
              </a:ext>
            </a:extLst>
          </p:cNvPr>
          <p:cNvSpPr txBox="1"/>
          <p:nvPr/>
        </p:nvSpPr>
        <p:spPr>
          <a:xfrm>
            <a:off x="327198" y="389493"/>
            <a:ext cx="75522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i="0" u="none" strike="noStrike" baseline="0" dirty="0"/>
              <a:t>Visão Geral da UML</a:t>
            </a:r>
            <a:endParaRPr lang="pt-BR" sz="2400" b="1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116E1D1-DAF6-703C-DD32-A15087E4AA2E}"/>
              </a:ext>
            </a:extLst>
          </p:cNvPr>
          <p:cNvSpPr txBox="1"/>
          <p:nvPr/>
        </p:nvSpPr>
        <p:spPr>
          <a:xfrm>
            <a:off x="664075" y="1313378"/>
            <a:ext cx="10941023" cy="40208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880"/>
              </a:spcBef>
              <a:buClr>
                <a:srgbClr val="FFCC00"/>
              </a:buClr>
              <a:buSzPct val="75409"/>
              <a:buFont typeface="Arial" panose="020B0604020202020204" pitchFamily="34" charset="0"/>
              <a:buChar char="•"/>
              <a:tabLst>
                <a:tab pos="389890" algn="l"/>
              </a:tabLst>
            </a:pPr>
            <a:r>
              <a:rPr lang="pt-BR" sz="3050" dirty="0">
                <a:latin typeface="BirkaLTPro-Regular"/>
                <a:cs typeface="Arial"/>
              </a:rPr>
              <a:t>A</a:t>
            </a:r>
            <a:r>
              <a:rPr lang="pt-BR" sz="3050" spc="65" dirty="0">
                <a:latin typeface="BirkaLTPro-Regular"/>
                <a:cs typeface="Arial"/>
              </a:rPr>
              <a:t> </a:t>
            </a:r>
            <a:r>
              <a:rPr lang="pt-BR" sz="3050" dirty="0">
                <a:latin typeface="BirkaLTPro-Regular"/>
                <a:cs typeface="Arial"/>
              </a:rPr>
              <a:t>UML</a:t>
            </a:r>
            <a:r>
              <a:rPr lang="pt-BR" sz="3050" spc="60" dirty="0">
                <a:latin typeface="BirkaLTPro-Regular"/>
                <a:cs typeface="Arial"/>
              </a:rPr>
              <a:t> </a:t>
            </a:r>
            <a:r>
              <a:rPr lang="pt-BR" sz="3050" dirty="0">
                <a:latin typeface="BirkaLTPro-Regular"/>
                <a:cs typeface="Arial"/>
              </a:rPr>
              <a:t>É</a:t>
            </a:r>
            <a:r>
              <a:rPr lang="pt-BR" sz="3050" spc="25" dirty="0">
                <a:latin typeface="BirkaLTPro-Regular"/>
                <a:cs typeface="Arial"/>
              </a:rPr>
              <a:t> </a:t>
            </a:r>
            <a:r>
              <a:rPr lang="pt-BR" sz="3050" dirty="0">
                <a:latin typeface="BirkaLTPro-Regular"/>
                <a:cs typeface="Arial"/>
              </a:rPr>
              <a:t>UMA</a:t>
            </a:r>
            <a:r>
              <a:rPr lang="pt-BR" sz="3050" spc="65" dirty="0">
                <a:latin typeface="BirkaLTPro-Regular"/>
                <a:cs typeface="Arial"/>
              </a:rPr>
              <a:t> </a:t>
            </a:r>
            <a:r>
              <a:rPr lang="pt-BR" sz="3050" dirty="0">
                <a:latin typeface="BirkaLTPro-Regular"/>
                <a:cs typeface="Arial"/>
              </a:rPr>
              <a:t>LINGUAGEM</a:t>
            </a:r>
            <a:r>
              <a:rPr lang="pt-BR" sz="3050" spc="75" dirty="0">
                <a:latin typeface="BirkaLTPro-Regular"/>
                <a:cs typeface="Arial"/>
              </a:rPr>
              <a:t> </a:t>
            </a:r>
            <a:r>
              <a:rPr lang="pt-BR" sz="3050" dirty="0">
                <a:latin typeface="BirkaLTPro-Regular"/>
                <a:cs typeface="Arial"/>
              </a:rPr>
              <a:t>DESTINADA</a:t>
            </a:r>
            <a:r>
              <a:rPr lang="pt-BR" sz="3050" spc="60" dirty="0">
                <a:latin typeface="BirkaLTPro-Regular"/>
                <a:cs typeface="Arial"/>
              </a:rPr>
              <a:t> </a:t>
            </a:r>
            <a:r>
              <a:rPr lang="pt-BR" sz="3050" spc="-25" dirty="0">
                <a:latin typeface="BirkaLTPro-Regular"/>
                <a:cs typeface="Arial"/>
              </a:rPr>
              <a:t>A:</a:t>
            </a:r>
            <a:endParaRPr lang="pt-BR" sz="3050" dirty="0">
              <a:latin typeface="BirkaLTPro-Regular"/>
              <a:cs typeface="Arial"/>
            </a:endParaRPr>
          </a:p>
          <a:p>
            <a:pPr marL="831850" lvl="1" indent="-314960">
              <a:lnSpc>
                <a:spcPct val="100000"/>
              </a:lnSpc>
              <a:spcBef>
                <a:spcPts val="650"/>
              </a:spcBef>
              <a:buClr>
                <a:srgbClr val="666699"/>
              </a:buClr>
              <a:buSzPct val="73584"/>
              <a:buFont typeface="Times New Roman"/>
              <a:buChar char="■"/>
              <a:tabLst>
                <a:tab pos="831850" algn="l"/>
              </a:tabLst>
            </a:pPr>
            <a:r>
              <a:rPr lang="pt-BR" sz="2650" spc="-10" dirty="0">
                <a:latin typeface="BirkaLTPro-Regular"/>
                <a:cs typeface="Arial"/>
              </a:rPr>
              <a:t>VISUALIZAR…</a:t>
            </a:r>
            <a:endParaRPr lang="pt-BR" sz="2650" dirty="0">
              <a:latin typeface="BirkaLTPro-Regular"/>
              <a:cs typeface="Arial"/>
            </a:endParaRPr>
          </a:p>
          <a:p>
            <a:pPr marL="831850" lvl="1" indent="-314960">
              <a:lnSpc>
                <a:spcPct val="100000"/>
              </a:lnSpc>
              <a:spcBef>
                <a:spcPts val="640"/>
              </a:spcBef>
              <a:buClr>
                <a:srgbClr val="666699"/>
              </a:buClr>
              <a:buSzPct val="73584"/>
              <a:buFont typeface="Times New Roman"/>
              <a:buChar char="■"/>
              <a:tabLst>
                <a:tab pos="831850" algn="l"/>
              </a:tabLst>
            </a:pPr>
            <a:r>
              <a:rPr lang="pt-BR" sz="2650" spc="-10" dirty="0">
                <a:latin typeface="BirkaLTPro-Regular"/>
                <a:cs typeface="Arial"/>
              </a:rPr>
              <a:t>ESPECIFICAR…</a:t>
            </a:r>
            <a:endParaRPr lang="pt-BR" sz="2650" dirty="0">
              <a:latin typeface="BirkaLTPro-Regular"/>
              <a:cs typeface="Arial"/>
            </a:endParaRPr>
          </a:p>
          <a:p>
            <a:pPr marL="831850" lvl="1" indent="-314960">
              <a:lnSpc>
                <a:spcPct val="100000"/>
              </a:lnSpc>
              <a:spcBef>
                <a:spcPts val="635"/>
              </a:spcBef>
              <a:buClr>
                <a:srgbClr val="666699"/>
              </a:buClr>
              <a:buSzPct val="73584"/>
              <a:buFont typeface="Times New Roman"/>
              <a:buChar char="■"/>
              <a:tabLst>
                <a:tab pos="831850" algn="l"/>
              </a:tabLst>
            </a:pPr>
            <a:r>
              <a:rPr lang="pt-BR" sz="2650" spc="-10" dirty="0">
                <a:latin typeface="BirkaLTPro-Regular"/>
                <a:cs typeface="Arial"/>
              </a:rPr>
              <a:t>CONSTRUIR…</a:t>
            </a:r>
            <a:endParaRPr lang="pt-BR" sz="2650" dirty="0">
              <a:latin typeface="BirkaLTPro-Regular"/>
              <a:cs typeface="Arial"/>
            </a:endParaRPr>
          </a:p>
          <a:p>
            <a:pPr marL="831850" lvl="1" indent="-314960">
              <a:lnSpc>
                <a:spcPct val="100000"/>
              </a:lnSpc>
              <a:spcBef>
                <a:spcPts val="635"/>
              </a:spcBef>
              <a:buClr>
                <a:srgbClr val="666699"/>
              </a:buClr>
              <a:buSzPct val="73584"/>
              <a:buFont typeface="Times New Roman"/>
              <a:buChar char="■"/>
              <a:tabLst>
                <a:tab pos="831850" algn="l"/>
              </a:tabLst>
            </a:pPr>
            <a:r>
              <a:rPr lang="pt-BR" sz="2650" spc="-10" dirty="0">
                <a:latin typeface="BirkaLTPro-Regular"/>
                <a:cs typeface="Arial"/>
              </a:rPr>
              <a:t>DOCUMENTAR…</a:t>
            </a:r>
            <a:endParaRPr lang="pt-BR" sz="2650" dirty="0">
              <a:latin typeface="BirkaLTPro-Regular"/>
              <a:cs typeface="Arial"/>
            </a:endParaRPr>
          </a:p>
          <a:p>
            <a:pPr marL="516890">
              <a:lnSpc>
                <a:spcPct val="100000"/>
              </a:lnSpc>
              <a:spcBef>
                <a:spcPts val="635"/>
              </a:spcBef>
            </a:pPr>
            <a:r>
              <a:rPr lang="pt-BR" sz="2650" dirty="0">
                <a:latin typeface="BirkaLTPro-Regular"/>
                <a:cs typeface="Arial"/>
              </a:rPr>
              <a:t>...OS</a:t>
            </a:r>
            <a:r>
              <a:rPr lang="pt-BR" sz="2650" spc="-70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ARTEFATOS</a:t>
            </a:r>
            <a:r>
              <a:rPr lang="pt-BR" sz="2650" spc="-40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DE</a:t>
            </a:r>
            <a:r>
              <a:rPr lang="pt-BR" sz="2650" spc="-45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UM</a:t>
            </a:r>
            <a:r>
              <a:rPr lang="pt-BR" sz="2650" spc="-30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SISTEMA</a:t>
            </a:r>
            <a:r>
              <a:rPr lang="pt-BR" sz="2650" spc="-45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DE</a:t>
            </a:r>
            <a:r>
              <a:rPr lang="pt-BR" sz="2650" spc="-40" dirty="0">
                <a:latin typeface="BirkaLTPro-Regular"/>
                <a:cs typeface="Arial"/>
              </a:rPr>
              <a:t> </a:t>
            </a:r>
            <a:r>
              <a:rPr lang="pt-BR" sz="2650" spc="-10" dirty="0">
                <a:latin typeface="BirkaLTPro-Regular"/>
                <a:cs typeface="Arial"/>
              </a:rPr>
              <a:t>SOFTWARE.</a:t>
            </a:r>
            <a:endParaRPr lang="pt-BR" sz="2650" dirty="0">
              <a:latin typeface="BirkaLTPro-Regular"/>
              <a:cs typeface="Arial"/>
            </a:endParaRPr>
          </a:p>
          <a:p>
            <a:pPr marL="469265" marR="5080" indent="-457200" algn="just">
              <a:lnSpc>
                <a:spcPct val="101299"/>
              </a:lnSpc>
              <a:spcBef>
                <a:spcPts val="715"/>
              </a:spcBef>
              <a:buClr>
                <a:srgbClr val="FFCC00"/>
              </a:buClr>
              <a:buSzPct val="75409"/>
              <a:buFont typeface="Arial" panose="020B0604020202020204" pitchFamily="34" charset="0"/>
              <a:buChar char="•"/>
              <a:tabLst>
                <a:tab pos="390525" algn="l"/>
              </a:tabLst>
            </a:pPr>
            <a:r>
              <a:rPr lang="pt-BR" sz="3050" dirty="0">
                <a:latin typeface="BirkaLTPro-Regular"/>
                <a:cs typeface="Arial"/>
              </a:rPr>
              <a:t>Artefato</a:t>
            </a:r>
            <a:r>
              <a:rPr lang="pt-BR" sz="3050" spc="75" dirty="0">
                <a:latin typeface="BirkaLTPro-Regular"/>
                <a:cs typeface="Arial"/>
              </a:rPr>
              <a:t> </a:t>
            </a:r>
            <a:r>
              <a:rPr lang="pt-BR" sz="3050" dirty="0">
                <a:latin typeface="BirkaLTPro-Regular"/>
                <a:cs typeface="Arial"/>
              </a:rPr>
              <a:t>é</a:t>
            </a:r>
            <a:r>
              <a:rPr lang="pt-BR" sz="3050" spc="10" dirty="0">
                <a:latin typeface="BirkaLTPro-Regular"/>
                <a:cs typeface="Arial"/>
              </a:rPr>
              <a:t> </a:t>
            </a:r>
            <a:r>
              <a:rPr lang="pt-BR" sz="3050" dirty="0">
                <a:latin typeface="BirkaLTPro-Regular"/>
                <a:cs typeface="Arial"/>
              </a:rPr>
              <a:t>um</a:t>
            </a:r>
            <a:r>
              <a:rPr lang="pt-BR" sz="3050" spc="55" dirty="0">
                <a:latin typeface="BirkaLTPro-Regular"/>
                <a:cs typeface="Arial"/>
              </a:rPr>
              <a:t> </a:t>
            </a:r>
            <a:r>
              <a:rPr lang="pt-BR" sz="3050" dirty="0">
                <a:latin typeface="BirkaLTPro-Regular"/>
                <a:cs typeface="Arial"/>
              </a:rPr>
              <a:t>conjunto</a:t>
            </a:r>
            <a:r>
              <a:rPr lang="pt-BR" sz="3050" spc="75" dirty="0">
                <a:latin typeface="BirkaLTPro-Regular"/>
                <a:cs typeface="Arial"/>
              </a:rPr>
              <a:t> </a:t>
            </a:r>
            <a:r>
              <a:rPr lang="pt-BR" sz="3050" dirty="0">
                <a:latin typeface="BirkaLTPro-Regular"/>
                <a:cs typeface="Arial"/>
              </a:rPr>
              <a:t>de</a:t>
            </a:r>
            <a:r>
              <a:rPr lang="pt-BR" sz="3050" spc="45" dirty="0">
                <a:latin typeface="BirkaLTPro-Regular"/>
                <a:cs typeface="Arial"/>
              </a:rPr>
              <a:t> </a:t>
            </a:r>
            <a:r>
              <a:rPr lang="pt-BR" sz="3050" dirty="0">
                <a:latin typeface="BirkaLTPro-Regular"/>
                <a:cs typeface="Arial"/>
              </a:rPr>
              <a:t>informações</a:t>
            </a:r>
            <a:r>
              <a:rPr lang="pt-BR" sz="3050" spc="60" dirty="0">
                <a:latin typeface="BirkaLTPro-Regular"/>
                <a:cs typeface="Arial"/>
              </a:rPr>
              <a:t> </a:t>
            </a:r>
            <a:r>
              <a:rPr lang="pt-BR" sz="3050" dirty="0">
                <a:latin typeface="BirkaLTPro-Regular"/>
                <a:cs typeface="Arial"/>
              </a:rPr>
              <a:t>utilizado</a:t>
            </a:r>
            <a:r>
              <a:rPr lang="pt-BR" sz="3050" spc="45" dirty="0">
                <a:latin typeface="BirkaLTPro-Regular"/>
                <a:cs typeface="Arial"/>
              </a:rPr>
              <a:t> </a:t>
            </a:r>
            <a:r>
              <a:rPr lang="pt-BR" sz="3050" spc="-25" dirty="0">
                <a:latin typeface="BirkaLTPro-Regular"/>
                <a:cs typeface="Arial"/>
              </a:rPr>
              <a:t>ou </a:t>
            </a:r>
            <a:r>
              <a:rPr lang="pt-BR" sz="3050" dirty="0">
                <a:latin typeface="BirkaLTPro-Regular"/>
                <a:cs typeface="Arial"/>
              </a:rPr>
              <a:t>produzido</a:t>
            </a:r>
            <a:r>
              <a:rPr lang="pt-BR" sz="3050" spc="90" dirty="0">
                <a:latin typeface="BirkaLTPro-Regular"/>
                <a:cs typeface="Arial"/>
              </a:rPr>
              <a:t> </a:t>
            </a:r>
            <a:r>
              <a:rPr lang="pt-BR" sz="3050" dirty="0">
                <a:latin typeface="BirkaLTPro-Regular"/>
                <a:cs typeface="Arial"/>
              </a:rPr>
              <a:t>por</a:t>
            </a:r>
            <a:r>
              <a:rPr lang="pt-BR" sz="3050" spc="45" dirty="0">
                <a:latin typeface="BirkaLTPro-Regular"/>
                <a:cs typeface="Arial"/>
              </a:rPr>
              <a:t> </a:t>
            </a:r>
            <a:r>
              <a:rPr lang="pt-BR" sz="3050" dirty="0">
                <a:latin typeface="BirkaLTPro-Regular"/>
                <a:cs typeface="Arial"/>
              </a:rPr>
              <a:t>um</a:t>
            </a:r>
            <a:r>
              <a:rPr lang="pt-BR" sz="3050" spc="45" dirty="0">
                <a:latin typeface="BirkaLTPro-Regular"/>
                <a:cs typeface="Arial"/>
              </a:rPr>
              <a:t> </a:t>
            </a:r>
            <a:r>
              <a:rPr lang="pt-BR" sz="3050" dirty="0">
                <a:latin typeface="BirkaLTPro-Regular"/>
                <a:cs typeface="Arial"/>
              </a:rPr>
              <a:t>processo</a:t>
            </a:r>
            <a:r>
              <a:rPr lang="pt-BR" sz="3050" spc="100" dirty="0">
                <a:latin typeface="BirkaLTPro-Regular"/>
                <a:cs typeface="Arial"/>
              </a:rPr>
              <a:t> </a:t>
            </a:r>
            <a:r>
              <a:rPr lang="pt-BR" sz="3050" dirty="0">
                <a:latin typeface="BirkaLTPro-Regular"/>
                <a:cs typeface="Arial"/>
              </a:rPr>
              <a:t>de</a:t>
            </a:r>
            <a:r>
              <a:rPr lang="pt-BR" sz="3050" spc="65" dirty="0">
                <a:latin typeface="BirkaLTPro-Regular"/>
                <a:cs typeface="Arial"/>
              </a:rPr>
              <a:t> </a:t>
            </a:r>
            <a:r>
              <a:rPr lang="pt-BR" sz="3050" dirty="0">
                <a:latin typeface="BirkaLTPro-Regular"/>
                <a:cs typeface="Arial"/>
              </a:rPr>
              <a:t>desenvolvimento</a:t>
            </a:r>
            <a:r>
              <a:rPr lang="pt-BR" sz="3050" spc="100" dirty="0">
                <a:latin typeface="BirkaLTPro-Regular"/>
                <a:cs typeface="Arial"/>
              </a:rPr>
              <a:t> </a:t>
            </a:r>
            <a:r>
              <a:rPr lang="pt-BR" sz="3050" spc="-25" dirty="0">
                <a:latin typeface="BirkaLTPro-Regular"/>
                <a:cs typeface="Arial"/>
              </a:rPr>
              <a:t>de </a:t>
            </a:r>
            <a:r>
              <a:rPr lang="pt-BR" sz="3050" spc="-10" dirty="0">
                <a:latin typeface="BirkaLTPro-Regular"/>
                <a:cs typeface="Arial"/>
              </a:rPr>
              <a:t>software</a:t>
            </a:r>
            <a:endParaRPr lang="pt-BR" sz="3050" dirty="0">
              <a:latin typeface="BirkaLTPro-Regular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646169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56C9AD99-92F6-89AD-D8DE-89339B91EB1D}"/>
              </a:ext>
            </a:extLst>
          </p:cNvPr>
          <p:cNvSpPr txBox="1"/>
          <p:nvPr/>
        </p:nvSpPr>
        <p:spPr>
          <a:xfrm>
            <a:off x="327198" y="389493"/>
            <a:ext cx="75522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i="0" u="none" strike="noStrike" baseline="0" dirty="0"/>
              <a:t>UML Blocos de Construção</a:t>
            </a:r>
            <a:endParaRPr lang="pt-BR" sz="2400" b="1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116E1D1-DAF6-703C-DD32-A15087E4AA2E}"/>
              </a:ext>
            </a:extLst>
          </p:cNvPr>
          <p:cNvSpPr txBox="1"/>
          <p:nvPr/>
        </p:nvSpPr>
        <p:spPr>
          <a:xfrm>
            <a:off x="664075" y="1313378"/>
            <a:ext cx="10941023" cy="40041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9255" marR="5080" indent="-377190" algn="just">
              <a:lnSpc>
                <a:spcPct val="101299"/>
              </a:lnSpc>
              <a:spcBef>
                <a:spcPts val="85"/>
              </a:spcBef>
              <a:buClr>
                <a:srgbClr val="FFCC00"/>
              </a:buClr>
              <a:buSzPct val="75409"/>
              <a:buFont typeface="Times New Roman"/>
              <a:buChar char="□"/>
              <a:tabLst>
                <a:tab pos="390525" algn="l"/>
              </a:tabLst>
            </a:pPr>
            <a:r>
              <a:rPr lang="pt-BR" sz="3050" dirty="0">
                <a:latin typeface="BirkaLTPro-Regular"/>
                <a:cs typeface="Arial"/>
              </a:rPr>
              <a:t>O vocabulário</a:t>
            </a:r>
            <a:r>
              <a:rPr lang="pt-BR" sz="3050" spc="80" dirty="0">
                <a:latin typeface="BirkaLTPro-Regular"/>
                <a:cs typeface="Arial"/>
              </a:rPr>
              <a:t> </a:t>
            </a:r>
            <a:r>
              <a:rPr lang="pt-BR" sz="3050" dirty="0">
                <a:latin typeface="BirkaLTPro-Regular"/>
                <a:cs typeface="Arial"/>
              </a:rPr>
              <a:t>de</a:t>
            </a:r>
            <a:r>
              <a:rPr lang="pt-BR" sz="3050" spc="45" dirty="0">
                <a:latin typeface="BirkaLTPro-Regular"/>
                <a:cs typeface="Arial"/>
              </a:rPr>
              <a:t> </a:t>
            </a:r>
            <a:r>
              <a:rPr lang="pt-BR" sz="3050" dirty="0">
                <a:latin typeface="BirkaLTPro-Regular"/>
                <a:cs typeface="Arial"/>
              </a:rPr>
              <a:t>UML</a:t>
            </a:r>
            <a:r>
              <a:rPr lang="pt-BR" sz="3050" spc="45" dirty="0">
                <a:latin typeface="BirkaLTPro-Regular"/>
                <a:cs typeface="Arial"/>
              </a:rPr>
              <a:t> </a:t>
            </a:r>
            <a:r>
              <a:rPr lang="pt-BR" sz="3050" dirty="0">
                <a:latin typeface="BirkaLTPro-Regular"/>
                <a:cs typeface="Arial"/>
              </a:rPr>
              <a:t>abrange</a:t>
            </a:r>
            <a:r>
              <a:rPr lang="pt-BR" sz="3050" spc="80" dirty="0">
                <a:latin typeface="BirkaLTPro-Regular"/>
                <a:cs typeface="Arial"/>
              </a:rPr>
              <a:t> </a:t>
            </a:r>
            <a:r>
              <a:rPr lang="pt-BR" sz="3050" dirty="0">
                <a:latin typeface="BirkaLTPro-Regular"/>
                <a:cs typeface="Arial"/>
              </a:rPr>
              <a:t>três</a:t>
            </a:r>
            <a:r>
              <a:rPr lang="pt-BR" sz="3050" spc="35" dirty="0">
                <a:latin typeface="BirkaLTPro-Regular"/>
                <a:cs typeface="Arial"/>
              </a:rPr>
              <a:t> </a:t>
            </a:r>
            <a:r>
              <a:rPr lang="pt-BR" sz="3050" dirty="0">
                <a:latin typeface="BirkaLTPro-Regular"/>
                <a:cs typeface="Arial"/>
              </a:rPr>
              <a:t>tipos</a:t>
            </a:r>
            <a:r>
              <a:rPr lang="pt-BR" sz="3050" spc="65" dirty="0">
                <a:latin typeface="BirkaLTPro-Regular"/>
                <a:cs typeface="Arial"/>
              </a:rPr>
              <a:t> </a:t>
            </a:r>
            <a:r>
              <a:rPr lang="pt-BR" sz="3050" dirty="0">
                <a:latin typeface="BirkaLTPro-Regular"/>
                <a:cs typeface="Arial"/>
              </a:rPr>
              <a:t>de</a:t>
            </a:r>
            <a:r>
              <a:rPr lang="pt-BR" sz="3050" spc="50" dirty="0">
                <a:latin typeface="BirkaLTPro-Regular"/>
                <a:cs typeface="Arial"/>
              </a:rPr>
              <a:t> </a:t>
            </a:r>
            <a:r>
              <a:rPr lang="pt-BR" sz="3050" spc="-10" dirty="0">
                <a:latin typeface="BirkaLTPro-Regular"/>
                <a:cs typeface="Arial"/>
              </a:rPr>
              <a:t>blocos </a:t>
            </a:r>
            <a:r>
              <a:rPr lang="pt-BR" sz="3050" dirty="0">
                <a:latin typeface="BirkaLTPro-Regular"/>
                <a:cs typeface="Arial"/>
              </a:rPr>
              <a:t>de</a:t>
            </a:r>
            <a:r>
              <a:rPr lang="pt-BR" sz="3050" spc="35" dirty="0">
                <a:latin typeface="BirkaLTPro-Regular"/>
                <a:cs typeface="Arial"/>
              </a:rPr>
              <a:t> </a:t>
            </a:r>
            <a:r>
              <a:rPr lang="pt-BR" sz="3050" spc="-10" dirty="0">
                <a:latin typeface="BirkaLTPro-Regular"/>
                <a:cs typeface="Arial"/>
              </a:rPr>
              <a:t>construção:</a:t>
            </a:r>
            <a:endParaRPr lang="pt-BR" sz="3050" dirty="0">
              <a:latin typeface="BirkaLTPro-Regular"/>
              <a:cs typeface="Arial"/>
            </a:endParaRPr>
          </a:p>
          <a:p>
            <a:pPr marL="831850" lvl="1" indent="-314960" algn="just">
              <a:lnSpc>
                <a:spcPct val="100000"/>
              </a:lnSpc>
              <a:spcBef>
                <a:spcPts val="650"/>
              </a:spcBef>
              <a:buClr>
                <a:srgbClr val="666699"/>
              </a:buClr>
              <a:buSzPct val="73584"/>
              <a:buFont typeface="Times New Roman"/>
              <a:buChar char="■"/>
              <a:tabLst>
                <a:tab pos="831850" algn="l"/>
              </a:tabLst>
            </a:pPr>
            <a:r>
              <a:rPr lang="pt-BR" sz="2650" spc="-10" dirty="0">
                <a:latin typeface="BirkaLTPro-Regular"/>
                <a:cs typeface="Arial"/>
              </a:rPr>
              <a:t>ITENS</a:t>
            </a:r>
            <a:endParaRPr lang="pt-BR" sz="2650" dirty="0">
              <a:latin typeface="BirkaLTPro-Regular"/>
              <a:cs typeface="Arial"/>
            </a:endParaRPr>
          </a:p>
          <a:p>
            <a:pPr marL="831850" lvl="1" indent="-314960" algn="just">
              <a:lnSpc>
                <a:spcPct val="100000"/>
              </a:lnSpc>
              <a:spcBef>
                <a:spcPts val="640"/>
              </a:spcBef>
              <a:buClr>
                <a:srgbClr val="666699"/>
              </a:buClr>
              <a:buSzPct val="73584"/>
              <a:buFont typeface="Times New Roman"/>
              <a:buChar char="■"/>
              <a:tabLst>
                <a:tab pos="831850" algn="l"/>
              </a:tabLst>
            </a:pPr>
            <a:r>
              <a:rPr lang="pt-BR" sz="2650" spc="-10" dirty="0">
                <a:latin typeface="BirkaLTPro-Regular"/>
                <a:cs typeface="Arial"/>
              </a:rPr>
              <a:t>RELACIONAMENTOS</a:t>
            </a:r>
            <a:endParaRPr lang="pt-BR" sz="2650" dirty="0">
              <a:latin typeface="BirkaLTPro-Regular"/>
              <a:cs typeface="Arial"/>
            </a:endParaRPr>
          </a:p>
          <a:p>
            <a:pPr marL="831850" lvl="1" indent="-314960" algn="just">
              <a:lnSpc>
                <a:spcPct val="100000"/>
              </a:lnSpc>
              <a:spcBef>
                <a:spcPts val="635"/>
              </a:spcBef>
              <a:buClr>
                <a:srgbClr val="666699"/>
              </a:buClr>
              <a:buSzPct val="73584"/>
              <a:buFont typeface="Times New Roman"/>
              <a:buChar char="■"/>
              <a:tabLst>
                <a:tab pos="831850" algn="l"/>
              </a:tabLst>
            </a:pPr>
            <a:r>
              <a:rPr lang="pt-BR" sz="2650" spc="-10" dirty="0">
                <a:latin typeface="BirkaLTPro-Regular"/>
                <a:cs typeface="Arial"/>
              </a:rPr>
              <a:t>DIAGRAMAS</a:t>
            </a:r>
            <a:endParaRPr lang="pt-BR" sz="2650" dirty="0">
              <a:latin typeface="BirkaLTPro-Regular"/>
              <a:cs typeface="Arial"/>
            </a:endParaRPr>
          </a:p>
          <a:p>
            <a:pPr marL="389255" marR="166370" indent="-377190" algn="just">
              <a:lnSpc>
                <a:spcPct val="101299"/>
              </a:lnSpc>
              <a:spcBef>
                <a:spcPts val="715"/>
              </a:spcBef>
              <a:buClr>
                <a:srgbClr val="FFCC00"/>
              </a:buClr>
              <a:buSzPct val="75409"/>
              <a:buFont typeface="Times New Roman"/>
              <a:buChar char="□"/>
              <a:tabLst>
                <a:tab pos="390525" algn="l"/>
              </a:tabLst>
            </a:pPr>
            <a:r>
              <a:rPr lang="pt-BR" sz="3050" dirty="0">
                <a:latin typeface="BirkaLTPro-Regular"/>
                <a:cs typeface="Arial"/>
              </a:rPr>
              <a:t>Os</a:t>
            </a:r>
            <a:r>
              <a:rPr lang="pt-BR" sz="3050" spc="35" dirty="0">
                <a:latin typeface="BirkaLTPro-Regular"/>
                <a:cs typeface="Arial"/>
              </a:rPr>
              <a:t> </a:t>
            </a:r>
            <a:r>
              <a:rPr lang="pt-BR" sz="3050" dirty="0">
                <a:latin typeface="BirkaLTPro-Regular"/>
                <a:cs typeface="Arial"/>
              </a:rPr>
              <a:t>ITENS</a:t>
            </a:r>
            <a:r>
              <a:rPr lang="pt-BR" sz="3050" spc="50" dirty="0">
                <a:latin typeface="BirkaLTPro-Regular"/>
                <a:cs typeface="Arial"/>
              </a:rPr>
              <a:t> </a:t>
            </a:r>
            <a:r>
              <a:rPr lang="pt-BR" sz="3050" dirty="0">
                <a:latin typeface="BirkaLTPro-Regular"/>
                <a:cs typeface="Arial"/>
              </a:rPr>
              <a:t>são</a:t>
            </a:r>
            <a:r>
              <a:rPr lang="pt-BR" sz="3050" spc="45" dirty="0">
                <a:latin typeface="BirkaLTPro-Regular"/>
                <a:cs typeface="Arial"/>
              </a:rPr>
              <a:t> </a:t>
            </a:r>
            <a:r>
              <a:rPr lang="pt-BR" sz="3050" dirty="0">
                <a:latin typeface="BirkaLTPro-Regular"/>
                <a:cs typeface="Arial"/>
              </a:rPr>
              <a:t>as</a:t>
            </a:r>
            <a:r>
              <a:rPr lang="pt-BR" sz="3050" spc="70" dirty="0">
                <a:latin typeface="BirkaLTPro-Regular"/>
                <a:cs typeface="Arial"/>
              </a:rPr>
              <a:t> </a:t>
            </a:r>
            <a:r>
              <a:rPr lang="pt-BR" sz="3050" dirty="0">
                <a:latin typeface="BirkaLTPro-Regular"/>
                <a:cs typeface="Arial"/>
              </a:rPr>
              <a:t>abstrações;</a:t>
            </a:r>
            <a:r>
              <a:rPr lang="pt-BR" sz="3050" spc="70" dirty="0">
                <a:latin typeface="BirkaLTPro-Regular"/>
                <a:cs typeface="Arial"/>
              </a:rPr>
              <a:t> </a:t>
            </a:r>
            <a:r>
              <a:rPr lang="pt-BR" sz="3050" spc="-25" dirty="0">
                <a:latin typeface="BirkaLTPro-Regular"/>
                <a:cs typeface="Arial"/>
              </a:rPr>
              <a:t>Os </a:t>
            </a:r>
            <a:r>
              <a:rPr lang="pt-BR" sz="3050" dirty="0">
                <a:latin typeface="BirkaLTPro-Regular"/>
                <a:cs typeface="Arial"/>
              </a:rPr>
              <a:t>RELACIONAMENTOS</a:t>
            </a:r>
            <a:r>
              <a:rPr lang="pt-BR" sz="3050" spc="100" dirty="0">
                <a:latin typeface="BirkaLTPro-Regular"/>
                <a:cs typeface="Arial"/>
              </a:rPr>
              <a:t> </a:t>
            </a:r>
            <a:r>
              <a:rPr lang="pt-BR" sz="3050" dirty="0">
                <a:latin typeface="BirkaLTPro-Regular"/>
                <a:cs typeface="Arial"/>
              </a:rPr>
              <a:t>reúnem</a:t>
            </a:r>
            <a:r>
              <a:rPr lang="pt-BR" sz="3050" spc="120" dirty="0">
                <a:latin typeface="BirkaLTPro-Regular"/>
                <a:cs typeface="Arial"/>
              </a:rPr>
              <a:t> </a:t>
            </a:r>
            <a:r>
              <a:rPr lang="pt-BR" sz="3050" dirty="0">
                <a:latin typeface="BirkaLTPro-Regular"/>
                <a:cs typeface="Arial"/>
              </a:rPr>
              <a:t>esses</a:t>
            </a:r>
            <a:r>
              <a:rPr lang="pt-BR" sz="3050" spc="70" dirty="0">
                <a:latin typeface="BirkaLTPro-Regular"/>
                <a:cs typeface="Arial"/>
              </a:rPr>
              <a:t> </a:t>
            </a:r>
            <a:r>
              <a:rPr lang="pt-BR" sz="3050" dirty="0">
                <a:latin typeface="BirkaLTPro-Regular"/>
                <a:cs typeface="Arial"/>
              </a:rPr>
              <a:t>itens;</a:t>
            </a:r>
            <a:r>
              <a:rPr lang="pt-BR" sz="3050" spc="105" dirty="0">
                <a:latin typeface="BirkaLTPro-Regular"/>
                <a:cs typeface="Arial"/>
              </a:rPr>
              <a:t> </a:t>
            </a:r>
            <a:r>
              <a:rPr lang="pt-BR" sz="3050" spc="-25" dirty="0">
                <a:latin typeface="BirkaLTPro-Regular"/>
                <a:cs typeface="Arial"/>
              </a:rPr>
              <a:t>Os </a:t>
            </a:r>
            <a:r>
              <a:rPr lang="pt-BR" sz="3050" dirty="0">
                <a:latin typeface="BirkaLTPro-Regular"/>
                <a:cs typeface="Arial"/>
              </a:rPr>
              <a:t>DIAGRAMAS</a:t>
            </a:r>
            <a:r>
              <a:rPr lang="pt-BR" sz="3050" spc="35" dirty="0">
                <a:latin typeface="BirkaLTPro-Regular"/>
                <a:cs typeface="Arial"/>
              </a:rPr>
              <a:t> </a:t>
            </a:r>
            <a:r>
              <a:rPr lang="pt-BR" sz="3050" dirty="0">
                <a:latin typeface="BirkaLTPro-Regular"/>
                <a:cs typeface="Arial"/>
              </a:rPr>
              <a:t>agrupam</a:t>
            </a:r>
            <a:r>
              <a:rPr lang="pt-BR" sz="3050" spc="85" dirty="0">
                <a:latin typeface="BirkaLTPro-Regular"/>
                <a:cs typeface="Arial"/>
              </a:rPr>
              <a:t> </a:t>
            </a:r>
            <a:r>
              <a:rPr lang="pt-BR" sz="3050" dirty="0">
                <a:latin typeface="BirkaLTPro-Regular"/>
                <a:cs typeface="Arial"/>
              </a:rPr>
              <a:t>um</a:t>
            </a:r>
            <a:r>
              <a:rPr lang="pt-BR" sz="3050" spc="55" dirty="0">
                <a:latin typeface="BirkaLTPro-Regular"/>
                <a:cs typeface="Arial"/>
              </a:rPr>
              <a:t> </a:t>
            </a:r>
            <a:r>
              <a:rPr lang="pt-BR" sz="3050" dirty="0">
                <a:latin typeface="BirkaLTPro-Regular"/>
                <a:cs typeface="Arial"/>
              </a:rPr>
              <a:t>conjunto</a:t>
            </a:r>
            <a:r>
              <a:rPr lang="pt-BR" sz="3050" spc="75" dirty="0">
                <a:latin typeface="BirkaLTPro-Regular"/>
                <a:cs typeface="Arial"/>
              </a:rPr>
              <a:t> </a:t>
            </a:r>
            <a:r>
              <a:rPr lang="pt-BR" sz="3050" dirty="0">
                <a:latin typeface="BirkaLTPro-Regular"/>
                <a:cs typeface="Arial"/>
              </a:rPr>
              <a:t>de</a:t>
            </a:r>
            <a:r>
              <a:rPr lang="pt-BR" sz="3050" spc="45" dirty="0">
                <a:latin typeface="BirkaLTPro-Regular"/>
                <a:cs typeface="Arial"/>
              </a:rPr>
              <a:t> </a:t>
            </a:r>
            <a:r>
              <a:rPr lang="pt-BR" sz="3050" dirty="0">
                <a:latin typeface="BirkaLTPro-Regular"/>
                <a:cs typeface="Arial"/>
              </a:rPr>
              <a:t>itens</a:t>
            </a:r>
            <a:r>
              <a:rPr lang="pt-BR" sz="3050" spc="70" dirty="0">
                <a:latin typeface="BirkaLTPro-Regular"/>
                <a:cs typeface="Arial"/>
              </a:rPr>
              <a:t> </a:t>
            </a:r>
            <a:r>
              <a:rPr lang="pt-BR" sz="3050" spc="-10" dirty="0">
                <a:latin typeface="BirkaLTPro-Regular"/>
                <a:cs typeface="Arial"/>
              </a:rPr>
              <a:t>afins.</a:t>
            </a:r>
            <a:endParaRPr lang="pt-BR" sz="3050" dirty="0">
              <a:latin typeface="BirkaLTPro-Regular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466089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56C9AD99-92F6-89AD-D8DE-89339B91EB1D}"/>
              </a:ext>
            </a:extLst>
          </p:cNvPr>
          <p:cNvSpPr txBox="1"/>
          <p:nvPr/>
        </p:nvSpPr>
        <p:spPr>
          <a:xfrm>
            <a:off x="327198" y="389493"/>
            <a:ext cx="75522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i="0" u="none" strike="noStrike" baseline="0" dirty="0"/>
              <a:t>UML Diagramas</a:t>
            </a:r>
            <a:endParaRPr lang="pt-BR" sz="2400" b="1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116E1D1-DAF6-703C-DD32-A15087E4AA2E}"/>
              </a:ext>
            </a:extLst>
          </p:cNvPr>
          <p:cNvSpPr txBox="1"/>
          <p:nvPr/>
        </p:nvSpPr>
        <p:spPr>
          <a:xfrm>
            <a:off x="664075" y="1313378"/>
            <a:ext cx="10941023" cy="16671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90525" indent="-377825" algn="just">
              <a:lnSpc>
                <a:spcPct val="100000"/>
              </a:lnSpc>
              <a:spcBef>
                <a:spcPts val="540"/>
              </a:spcBef>
              <a:buClr>
                <a:srgbClr val="FFCC00"/>
              </a:buClr>
              <a:buSzPct val="75000"/>
              <a:buFont typeface="Times New Roman"/>
              <a:buChar char="□"/>
              <a:tabLst>
                <a:tab pos="390525" algn="l"/>
              </a:tabLst>
            </a:pPr>
            <a:r>
              <a:rPr lang="pt-BR" sz="2650" dirty="0">
                <a:latin typeface="BirkaLTPro-Regular"/>
                <a:cs typeface="Arial"/>
              </a:rPr>
              <a:t>Um</a:t>
            </a:r>
            <a:r>
              <a:rPr lang="pt-BR" sz="2650" spc="-20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diagrama</a:t>
            </a:r>
            <a:r>
              <a:rPr lang="pt-BR" sz="2650" spc="-5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é</a:t>
            </a:r>
            <a:r>
              <a:rPr lang="pt-BR" sz="2650" spc="-30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a</a:t>
            </a:r>
            <a:r>
              <a:rPr lang="pt-BR" sz="2650" spc="-30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apresentação</a:t>
            </a:r>
            <a:r>
              <a:rPr lang="pt-BR" sz="2650" spc="-5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gráfica</a:t>
            </a:r>
            <a:r>
              <a:rPr lang="pt-BR" sz="2650" spc="-30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de</a:t>
            </a:r>
            <a:r>
              <a:rPr lang="pt-BR" sz="2650" spc="-25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um</a:t>
            </a:r>
            <a:r>
              <a:rPr lang="pt-BR" sz="2650" spc="-20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conjunto</a:t>
            </a:r>
            <a:r>
              <a:rPr lang="pt-BR" sz="2650" spc="-5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de</a:t>
            </a:r>
            <a:r>
              <a:rPr lang="pt-BR" sz="2650" spc="-30" dirty="0">
                <a:latin typeface="BirkaLTPro-Regular"/>
                <a:cs typeface="Arial"/>
              </a:rPr>
              <a:t> </a:t>
            </a:r>
            <a:r>
              <a:rPr lang="pt-BR" sz="2650" spc="-10" dirty="0">
                <a:latin typeface="BirkaLTPro-Regular"/>
                <a:cs typeface="Arial"/>
              </a:rPr>
              <a:t>elementos, </a:t>
            </a:r>
            <a:r>
              <a:rPr lang="pt-BR" sz="2650" dirty="0">
                <a:latin typeface="BirkaLTPro-Regular"/>
                <a:cs typeface="Arial"/>
              </a:rPr>
              <a:t>onde os</a:t>
            </a:r>
            <a:r>
              <a:rPr lang="pt-BR" sz="2650" spc="-5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vértices</a:t>
            </a:r>
            <a:r>
              <a:rPr lang="pt-BR" sz="2650" spc="-30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são</a:t>
            </a:r>
            <a:r>
              <a:rPr lang="pt-BR" sz="2650" spc="-20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ITENS</a:t>
            </a:r>
            <a:r>
              <a:rPr lang="pt-BR" sz="2650" spc="-25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e</a:t>
            </a:r>
            <a:r>
              <a:rPr lang="pt-BR" sz="2650" spc="-20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os</a:t>
            </a:r>
            <a:r>
              <a:rPr lang="pt-BR" sz="2650" spc="-30" dirty="0">
                <a:latin typeface="BirkaLTPro-Regular"/>
                <a:cs typeface="Arial"/>
              </a:rPr>
              <a:t> </a:t>
            </a:r>
            <a:r>
              <a:rPr lang="pt-BR" sz="2650" dirty="0">
                <a:latin typeface="BirkaLTPro-Regular"/>
                <a:cs typeface="Arial"/>
              </a:rPr>
              <a:t>arcos</a:t>
            </a:r>
            <a:r>
              <a:rPr lang="pt-BR" sz="2650" spc="-30" dirty="0">
                <a:latin typeface="BirkaLTPro-Regular"/>
                <a:cs typeface="Arial"/>
              </a:rPr>
              <a:t> </a:t>
            </a:r>
            <a:r>
              <a:rPr lang="pt-BR" sz="2650" spc="-10" dirty="0">
                <a:latin typeface="BirkaLTPro-Regular"/>
                <a:cs typeface="Arial"/>
              </a:rPr>
              <a:t>RELACIONAMENTOS </a:t>
            </a:r>
            <a:r>
              <a:rPr lang="pt-BR" sz="2200" dirty="0">
                <a:latin typeface="Arial"/>
                <a:cs typeface="Arial"/>
              </a:rPr>
              <a:t>UML</a:t>
            </a:r>
            <a:r>
              <a:rPr lang="pt-BR" sz="2200" spc="-15" dirty="0">
                <a:latin typeface="Arial"/>
                <a:cs typeface="Arial"/>
              </a:rPr>
              <a:t> </a:t>
            </a:r>
            <a:r>
              <a:rPr lang="pt-BR" sz="2200" dirty="0">
                <a:latin typeface="Arial"/>
                <a:cs typeface="Arial"/>
              </a:rPr>
              <a:t>2.0</a:t>
            </a:r>
            <a:r>
              <a:rPr lang="pt-BR" sz="2200" spc="-30" dirty="0">
                <a:latin typeface="Arial"/>
                <a:cs typeface="Arial"/>
              </a:rPr>
              <a:t> </a:t>
            </a:r>
            <a:r>
              <a:rPr lang="pt-BR" sz="2200" dirty="0">
                <a:latin typeface="Arial"/>
                <a:cs typeface="Arial"/>
              </a:rPr>
              <a:t>possui</a:t>
            </a:r>
            <a:r>
              <a:rPr lang="pt-BR" sz="2200" spc="-15" dirty="0">
                <a:latin typeface="Arial"/>
                <a:cs typeface="Arial"/>
              </a:rPr>
              <a:t> </a:t>
            </a:r>
            <a:r>
              <a:rPr lang="pt-BR" sz="2200" dirty="0">
                <a:latin typeface="Arial"/>
                <a:cs typeface="Arial"/>
              </a:rPr>
              <a:t>os seguintes</a:t>
            </a:r>
            <a:r>
              <a:rPr lang="pt-BR" sz="2200" spc="10" dirty="0">
                <a:latin typeface="Arial"/>
                <a:cs typeface="Arial"/>
              </a:rPr>
              <a:t> </a:t>
            </a:r>
            <a:r>
              <a:rPr lang="pt-BR" sz="2200" spc="-10" dirty="0">
                <a:latin typeface="Arial"/>
                <a:cs typeface="Arial"/>
              </a:rPr>
              <a:t>diagramas:</a:t>
            </a:r>
            <a:endParaRPr lang="pt-BR" sz="2200" dirty="0">
              <a:latin typeface="Arial"/>
              <a:cs typeface="Arial"/>
            </a:endParaRPr>
          </a:p>
          <a:p>
            <a:pPr marL="390525" marR="5080" indent="-378460" algn="just">
              <a:lnSpc>
                <a:spcPct val="100000"/>
              </a:lnSpc>
              <a:spcBef>
                <a:spcPts val="105"/>
              </a:spcBef>
              <a:buClr>
                <a:srgbClr val="FFCC00"/>
              </a:buClr>
              <a:buSzPct val="75000"/>
              <a:buFont typeface="Times New Roman"/>
              <a:buChar char="□"/>
              <a:tabLst>
                <a:tab pos="390525" algn="l"/>
              </a:tabLst>
            </a:pPr>
            <a:endParaRPr lang="pt-BR" sz="2650" dirty="0">
              <a:latin typeface="BirkaLTPro-Regular"/>
              <a:cs typeface="Arial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FBB6F05A-9BC6-C83A-AFE2-689A414E6593}"/>
              </a:ext>
            </a:extLst>
          </p:cNvPr>
          <p:cNvSpPr txBox="1"/>
          <p:nvPr/>
        </p:nvSpPr>
        <p:spPr>
          <a:xfrm>
            <a:off x="0" y="2906347"/>
            <a:ext cx="5869834" cy="30686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Times New Roman" panose="02020603050405020304" pitchFamily="18" charset="0"/>
              <a:buChar char="■"/>
              <a:tabLst>
                <a:tab pos="914400" algn="l"/>
              </a:tabLst>
            </a:pPr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Diagrama de Classes (</a:t>
            </a:r>
            <a:r>
              <a:rPr lang="pt-BR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Class</a:t>
            </a:r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pt-BR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Diagram</a:t>
            </a:r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Times New Roman" panose="02020603050405020304" pitchFamily="18" charset="0"/>
              <a:buChar char="■"/>
              <a:tabLst>
                <a:tab pos="914400" algn="l"/>
              </a:tabLst>
            </a:pPr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Diagrama de Objetos (Object </a:t>
            </a:r>
            <a:r>
              <a:rPr lang="pt-BR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Diagram</a:t>
            </a:r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Times New Roman" panose="02020603050405020304" pitchFamily="18" charset="0"/>
              <a:buChar char="■"/>
              <a:tabLst>
                <a:tab pos="914400" algn="l"/>
              </a:tabLst>
            </a:pPr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Diagrama de Componente (</a:t>
            </a:r>
            <a:r>
              <a:rPr lang="pt-BR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Component</a:t>
            </a:r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pt-BR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Diagram</a:t>
            </a:r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Times New Roman" panose="02020603050405020304" pitchFamily="18" charset="0"/>
              <a:buChar char="■"/>
              <a:tabLst>
                <a:tab pos="914400" algn="l"/>
              </a:tabLst>
            </a:pPr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Diagrama de Implantação (Deployment </a:t>
            </a:r>
            <a:r>
              <a:rPr lang="pt-BR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Diagram</a:t>
            </a:r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Times New Roman" panose="02020603050405020304" pitchFamily="18" charset="0"/>
              <a:buChar char="■"/>
              <a:tabLst>
                <a:tab pos="914400" algn="l"/>
              </a:tabLst>
            </a:pPr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Diagrama de Composição (</a:t>
            </a:r>
            <a:r>
              <a:rPr lang="pt-BR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Composite</a:t>
            </a:r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pt-BR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Struture</a:t>
            </a:r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pt-BR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Diagram</a:t>
            </a:r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Times New Roman" panose="02020603050405020304" pitchFamily="18" charset="0"/>
              <a:buChar char="■"/>
              <a:tabLst>
                <a:tab pos="914400" algn="l"/>
              </a:tabLst>
            </a:pPr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Diagrama de Pacotes (</a:t>
            </a:r>
            <a:r>
              <a:rPr lang="pt-BR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Package</a:t>
            </a:r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pt-BR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Diagram</a:t>
            </a:r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Times New Roman" panose="02020603050405020304" pitchFamily="18" charset="0"/>
              <a:buChar char="■"/>
              <a:tabLst>
                <a:tab pos="914400" algn="l"/>
              </a:tabLst>
            </a:pPr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Diagrama de Caso de Uso (Use Case)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BF864EE6-C48F-759C-7CB4-C3C83253EC67}"/>
              </a:ext>
            </a:extLst>
          </p:cNvPr>
          <p:cNvSpPr txBox="1"/>
          <p:nvPr/>
        </p:nvSpPr>
        <p:spPr>
          <a:xfrm>
            <a:off x="5631585" y="2892678"/>
            <a:ext cx="6382886" cy="27722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Times New Roman" panose="02020603050405020304" pitchFamily="18" charset="0"/>
              <a:buChar char="■"/>
              <a:tabLst>
                <a:tab pos="914400" algn="l"/>
              </a:tabLst>
            </a:pPr>
            <a:r>
              <a:rPr lang="pt-BR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Diagrama de </a:t>
            </a:r>
            <a:r>
              <a:rPr lang="pt-BR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Seqüência</a:t>
            </a:r>
            <a:r>
              <a:rPr lang="pt-BR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(</a:t>
            </a:r>
            <a:r>
              <a:rPr lang="pt-BR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Sequence</a:t>
            </a:r>
            <a:r>
              <a:rPr lang="pt-BR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pt-BR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Diagram</a:t>
            </a:r>
            <a:r>
              <a:rPr lang="pt-BR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Times New Roman" panose="02020603050405020304" pitchFamily="18" charset="0"/>
              <a:buChar char="■"/>
              <a:tabLst>
                <a:tab pos="914400" algn="l"/>
              </a:tabLst>
            </a:pPr>
            <a:r>
              <a:rPr lang="pt-BR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Diagrama de Comunicação (Communication </a:t>
            </a:r>
            <a:r>
              <a:rPr lang="pt-BR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Diagram</a:t>
            </a:r>
            <a:r>
              <a:rPr lang="pt-BR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Times New Roman" panose="02020603050405020304" pitchFamily="18" charset="0"/>
              <a:buChar char="■"/>
              <a:tabLst>
                <a:tab pos="914400" algn="l"/>
              </a:tabLst>
            </a:pPr>
            <a:r>
              <a:rPr lang="pt-BR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Diagrama de Atividade (Activity </a:t>
            </a:r>
            <a:r>
              <a:rPr lang="pt-BR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Diagram</a:t>
            </a:r>
            <a:r>
              <a:rPr lang="pt-BR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Times New Roman" panose="02020603050405020304" pitchFamily="18" charset="0"/>
              <a:buChar char="■"/>
              <a:tabLst>
                <a:tab pos="914400" algn="l"/>
              </a:tabLst>
            </a:pPr>
            <a:r>
              <a:rPr lang="pt-BR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Diagrama de Estados (</a:t>
            </a:r>
            <a:r>
              <a:rPr lang="pt-BR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State</a:t>
            </a:r>
            <a:r>
              <a:rPr lang="pt-BR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Machine </a:t>
            </a:r>
            <a:r>
              <a:rPr lang="pt-BR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Diagram</a:t>
            </a:r>
            <a:r>
              <a:rPr lang="pt-BR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Times New Roman" panose="02020603050405020304" pitchFamily="18" charset="0"/>
              <a:buChar char="■"/>
              <a:tabLst>
                <a:tab pos="914400" algn="l"/>
              </a:tabLst>
            </a:pPr>
            <a:r>
              <a:rPr lang="pt-BR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Diagrama de Interação (</a:t>
            </a:r>
            <a:r>
              <a:rPr lang="pt-BR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Interaction</a:t>
            </a:r>
            <a:r>
              <a:rPr lang="pt-BR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Overview </a:t>
            </a:r>
            <a:r>
              <a:rPr lang="pt-BR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Diagram</a:t>
            </a:r>
            <a:r>
              <a:rPr lang="pt-BR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Times New Roman" panose="02020603050405020304" pitchFamily="18" charset="0"/>
              <a:buChar char="■"/>
              <a:tabLst>
                <a:tab pos="914400" algn="l"/>
              </a:tabLst>
            </a:pPr>
            <a:r>
              <a:rPr lang="pt-BR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Diagrama de Tempo (Timing </a:t>
            </a:r>
            <a:r>
              <a:rPr lang="pt-BR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Diagram</a:t>
            </a:r>
            <a:r>
              <a:rPr lang="pt-BR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4772677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A11FFB-B689-BCBA-691B-B5643B475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B5778F98-0958-8830-130E-998FFC403A72}"/>
              </a:ext>
            </a:extLst>
          </p:cNvPr>
          <p:cNvSpPr txBox="1"/>
          <p:nvPr/>
        </p:nvSpPr>
        <p:spPr>
          <a:xfrm>
            <a:off x="327198" y="389493"/>
            <a:ext cx="7552206" cy="473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07000"/>
              </a:lnSpc>
              <a:spcAft>
                <a:spcPts val="800"/>
              </a:spcAft>
              <a:tabLst>
                <a:tab pos="914400" algn="l"/>
              </a:tabLst>
            </a:pPr>
            <a:r>
              <a:rPr lang="pt-BR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Diagrama de Classes (</a:t>
            </a:r>
            <a:r>
              <a:rPr lang="pt-BR" sz="24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Class</a:t>
            </a:r>
            <a:r>
              <a:rPr lang="pt-BR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pt-BR" sz="24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Diagram</a:t>
            </a:r>
            <a:r>
              <a:rPr lang="pt-BR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BBE03C84-D849-B3DB-325D-FAF268F5E391}"/>
              </a:ext>
            </a:extLst>
          </p:cNvPr>
          <p:cNvSpPr txBox="1"/>
          <p:nvPr/>
        </p:nvSpPr>
        <p:spPr>
          <a:xfrm>
            <a:off x="664075" y="1313378"/>
            <a:ext cx="10941023" cy="22595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69900" indent="-457200" algn="just">
              <a:lnSpc>
                <a:spcPct val="100000"/>
              </a:lnSpc>
              <a:spcBef>
                <a:spcPts val="540"/>
              </a:spcBef>
              <a:buClr>
                <a:srgbClr val="FFCC00"/>
              </a:buClr>
              <a:buSzPct val="75000"/>
              <a:buFont typeface="Arial" panose="020B0604020202020204" pitchFamily="34" charset="0"/>
              <a:buChar char="•"/>
              <a:tabLst>
                <a:tab pos="390525" algn="l"/>
              </a:tabLst>
            </a:pPr>
            <a:r>
              <a:rPr lang="pt-BR" sz="2650" b="0" i="0" dirty="0">
                <a:solidFill>
                  <a:srgbClr val="161616"/>
                </a:solidFill>
                <a:effectLst/>
                <a:latin typeface="BirkaLTPro-Regular"/>
              </a:rPr>
              <a:t>Em UML, uma </a:t>
            </a:r>
            <a:r>
              <a:rPr lang="pt-BR" sz="2650" b="0" i="1" dirty="0">
                <a:solidFill>
                  <a:srgbClr val="161616"/>
                </a:solidFill>
                <a:effectLst/>
                <a:latin typeface="BirkaLTPro-Regular"/>
              </a:rPr>
              <a:t>classe</a:t>
            </a:r>
            <a:r>
              <a:rPr lang="pt-BR" sz="2650" b="0" i="0" dirty="0">
                <a:solidFill>
                  <a:srgbClr val="161616"/>
                </a:solidFill>
                <a:effectLst/>
                <a:latin typeface="BirkaLTPro-Regular"/>
              </a:rPr>
              <a:t> representa um objeto ou um conjunto de objetos que compartilham uma estrutura e um comportamento comuns. </a:t>
            </a:r>
          </a:p>
          <a:p>
            <a:pPr marL="469900" indent="-457200" algn="just">
              <a:lnSpc>
                <a:spcPct val="100000"/>
              </a:lnSpc>
              <a:spcBef>
                <a:spcPts val="540"/>
              </a:spcBef>
              <a:buClr>
                <a:srgbClr val="FFCC00"/>
              </a:buClr>
              <a:buSzPct val="75000"/>
              <a:buFont typeface="Arial" panose="020B0604020202020204" pitchFamily="34" charset="0"/>
              <a:buChar char="•"/>
              <a:tabLst>
                <a:tab pos="390525" algn="l"/>
              </a:tabLst>
            </a:pPr>
            <a:endParaRPr lang="pt-BR" sz="2650" dirty="0">
              <a:solidFill>
                <a:srgbClr val="161616"/>
              </a:solidFill>
              <a:latin typeface="BirkaLTPro-Regular"/>
            </a:endParaRPr>
          </a:p>
          <a:p>
            <a:pPr marL="469900" indent="-457200" algn="just">
              <a:lnSpc>
                <a:spcPct val="100000"/>
              </a:lnSpc>
              <a:spcBef>
                <a:spcPts val="540"/>
              </a:spcBef>
              <a:buClr>
                <a:srgbClr val="FFCC00"/>
              </a:buClr>
              <a:buSzPct val="75000"/>
              <a:buFont typeface="Arial" panose="020B0604020202020204" pitchFamily="34" charset="0"/>
              <a:buChar char="•"/>
              <a:tabLst>
                <a:tab pos="390525" algn="l"/>
              </a:tabLst>
            </a:pPr>
            <a:r>
              <a:rPr lang="pt-BR" sz="2650" b="0" i="0" dirty="0">
                <a:solidFill>
                  <a:srgbClr val="161616"/>
                </a:solidFill>
                <a:effectLst/>
                <a:latin typeface="BirkaLTPro-Regular"/>
              </a:rPr>
              <a:t>As classes, ou instâncias de classes, são elementos de modelo comuns nos diagramas UML.</a:t>
            </a:r>
            <a:endParaRPr lang="pt-BR" sz="2650" dirty="0">
              <a:latin typeface="BirkaLTPro-Regular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653446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7868DE-B954-5478-555F-9346B87CA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B3E5BFEF-1AC8-6B0B-F642-74DAE3886748}"/>
              </a:ext>
            </a:extLst>
          </p:cNvPr>
          <p:cNvSpPr txBox="1"/>
          <p:nvPr/>
        </p:nvSpPr>
        <p:spPr>
          <a:xfrm>
            <a:off x="327198" y="389493"/>
            <a:ext cx="7552206" cy="473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07000"/>
              </a:lnSpc>
              <a:spcAft>
                <a:spcPts val="800"/>
              </a:spcAft>
              <a:tabLst>
                <a:tab pos="914400" algn="l"/>
              </a:tabLst>
            </a:pPr>
            <a:r>
              <a:rPr lang="pt-BR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Diagrama de Classes (</a:t>
            </a:r>
            <a:r>
              <a:rPr lang="pt-BR" sz="24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Class</a:t>
            </a:r>
            <a:r>
              <a:rPr lang="pt-BR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pt-BR" sz="24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Diagram</a:t>
            </a:r>
            <a:r>
              <a:rPr lang="pt-BR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3D4CA17-D4DE-2A39-7930-03F0B12CD394}"/>
              </a:ext>
            </a:extLst>
          </p:cNvPr>
          <p:cNvSpPr txBox="1"/>
          <p:nvPr/>
        </p:nvSpPr>
        <p:spPr>
          <a:xfrm>
            <a:off x="664075" y="1313378"/>
            <a:ext cx="10941023" cy="13157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69900" indent="-457200" algn="just">
              <a:lnSpc>
                <a:spcPct val="100000"/>
              </a:lnSpc>
              <a:spcBef>
                <a:spcPts val="540"/>
              </a:spcBef>
              <a:buClr>
                <a:srgbClr val="FFCC00"/>
              </a:buClr>
              <a:buSzPct val="75000"/>
              <a:buFont typeface="Arial" panose="020B0604020202020204" pitchFamily="34" charset="0"/>
              <a:buChar char="•"/>
              <a:tabLst>
                <a:tab pos="390525" algn="l"/>
              </a:tabLst>
            </a:pPr>
            <a:r>
              <a:rPr lang="pt-BR" sz="2650" b="0" i="0" dirty="0">
                <a:solidFill>
                  <a:srgbClr val="161616"/>
                </a:solidFill>
                <a:effectLst/>
                <a:latin typeface="BirkaLTPro-Regular"/>
              </a:rPr>
              <a:t>Uma classe identifica os atributos, operações, relacionamentos e semântica que as instâncias, ou objetos, da classe possuem. Cada objeto que instancia uma classe possui seus próprios valores de atributos.</a:t>
            </a:r>
            <a:endParaRPr lang="pt-BR" sz="2650" dirty="0">
              <a:latin typeface="BirkaLTPro-Regular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275342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5702CA-82F9-EB71-530A-F1C3A30FB6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E6DC64BF-47E7-AA33-4564-25B87FBB441A}"/>
              </a:ext>
            </a:extLst>
          </p:cNvPr>
          <p:cNvSpPr txBox="1"/>
          <p:nvPr/>
        </p:nvSpPr>
        <p:spPr>
          <a:xfrm>
            <a:off x="327198" y="389493"/>
            <a:ext cx="7552206" cy="473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07000"/>
              </a:lnSpc>
              <a:spcAft>
                <a:spcPts val="800"/>
              </a:spcAft>
              <a:tabLst>
                <a:tab pos="914400" algn="l"/>
              </a:tabLst>
            </a:pPr>
            <a:r>
              <a:rPr lang="pt-BR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Diagrama de Classes (</a:t>
            </a:r>
            <a:r>
              <a:rPr lang="pt-BR" sz="24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Class</a:t>
            </a:r>
            <a:r>
              <a:rPr lang="pt-BR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pt-BR" sz="24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Diagram</a:t>
            </a:r>
            <a:r>
              <a:rPr lang="pt-BR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811BC16-A196-13C7-DC2D-D94962F77933}"/>
              </a:ext>
            </a:extLst>
          </p:cNvPr>
          <p:cNvSpPr txBox="1"/>
          <p:nvPr/>
        </p:nvSpPr>
        <p:spPr>
          <a:xfrm>
            <a:off x="664075" y="1313378"/>
            <a:ext cx="10941023" cy="335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base"/>
            <a:r>
              <a:rPr lang="pt-BR" sz="2650" b="0" i="0" dirty="0">
                <a:solidFill>
                  <a:srgbClr val="161616"/>
                </a:solidFill>
                <a:effectLst/>
                <a:latin typeface="BirkaLTPro-Regular"/>
              </a:rPr>
              <a:t>Em diagramas de classe, atividades, componentes e de </a:t>
            </a:r>
            <a:r>
              <a:rPr lang="pt-BR" sz="2650" b="0" i="0" dirty="0" err="1">
                <a:solidFill>
                  <a:srgbClr val="161616"/>
                </a:solidFill>
                <a:effectLst/>
                <a:latin typeface="BirkaLTPro-Regular"/>
              </a:rPr>
              <a:t>seqüência</a:t>
            </a:r>
            <a:r>
              <a:rPr lang="pt-BR" sz="2650" b="0" i="0" dirty="0">
                <a:solidFill>
                  <a:srgbClr val="161616"/>
                </a:solidFill>
                <a:effectLst/>
                <a:latin typeface="BirkaLTPro-Regular"/>
              </a:rPr>
              <a:t>, as classes podem representar os seguintes itens ou conceitos:</a:t>
            </a:r>
          </a:p>
          <a:p>
            <a:pPr algn="l" fontAlgn="base"/>
            <a:endParaRPr lang="pt-BR" sz="2650" b="0" i="0" dirty="0">
              <a:solidFill>
                <a:srgbClr val="161616"/>
              </a:solidFill>
              <a:effectLst/>
              <a:latin typeface="BirkaLTPro-Regular"/>
            </a:endParaRPr>
          </a:p>
          <a:p>
            <a:pPr marL="457200" indent="-457200" algn="l" fontAlgn="base">
              <a:buFont typeface="Arial" panose="020B0604020202020204" pitchFamily="34" charset="0"/>
              <a:buChar char="•"/>
            </a:pPr>
            <a:r>
              <a:rPr lang="pt-BR" sz="2650" b="0" i="0" dirty="0">
                <a:solidFill>
                  <a:srgbClr val="161616"/>
                </a:solidFill>
                <a:effectLst/>
                <a:latin typeface="BirkaLTPro-Regular"/>
              </a:rPr>
              <a:t>Componentes ou blocos de construção de um sistema de software, como classes Java, tabelas de banco de dados e páginas da Web para aplicativos da Web</a:t>
            </a:r>
          </a:p>
          <a:p>
            <a:pPr marL="457200" indent="-457200" algn="l" fontAlgn="base">
              <a:buFont typeface="Arial" panose="020B0604020202020204" pitchFamily="34" charset="0"/>
              <a:buChar char="•"/>
            </a:pPr>
            <a:endParaRPr lang="pt-BR" sz="2650" b="0" i="0" dirty="0">
              <a:solidFill>
                <a:srgbClr val="161616"/>
              </a:solidFill>
              <a:effectLst/>
              <a:latin typeface="BirkaLTPro-Regular"/>
            </a:endParaRPr>
          </a:p>
          <a:p>
            <a:pPr marL="457200" indent="-457200" algn="l" fontAlgn="base">
              <a:buFont typeface="Arial" panose="020B0604020202020204" pitchFamily="34" charset="0"/>
              <a:buChar char="•"/>
            </a:pPr>
            <a:r>
              <a:rPr lang="pt-BR" sz="2650" b="0" i="0" dirty="0">
                <a:solidFill>
                  <a:srgbClr val="161616"/>
                </a:solidFill>
                <a:effectLst/>
                <a:latin typeface="BirkaLTPro-Regular"/>
              </a:rPr>
              <a:t>Trabalhadores e artefatos de um negócio</a:t>
            </a:r>
          </a:p>
        </p:txBody>
      </p:sp>
    </p:spTree>
    <p:extLst>
      <p:ext uri="{BB962C8B-B14F-4D97-AF65-F5344CB8AC3E}">
        <p14:creationId xmlns:p14="http://schemas.microsoft.com/office/powerpoint/2010/main" val="12199283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2FB538-461E-A920-5545-FE093F1C6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6BA04BAA-BD1D-F27E-2830-B63C9145CDAD}"/>
              </a:ext>
            </a:extLst>
          </p:cNvPr>
          <p:cNvSpPr txBox="1"/>
          <p:nvPr/>
        </p:nvSpPr>
        <p:spPr>
          <a:xfrm>
            <a:off x="327198" y="389493"/>
            <a:ext cx="7552206" cy="473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07000"/>
              </a:lnSpc>
              <a:spcAft>
                <a:spcPts val="800"/>
              </a:spcAft>
              <a:tabLst>
                <a:tab pos="914400" algn="l"/>
              </a:tabLst>
            </a:pPr>
            <a:r>
              <a:rPr lang="pt-BR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Diagrama de Classes (</a:t>
            </a:r>
            <a:r>
              <a:rPr lang="pt-BR" sz="24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Class</a:t>
            </a:r>
            <a:r>
              <a:rPr lang="pt-BR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pt-BR" sz="24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Diagram</a:t>
            </a:r>
            <a:r>
              <a:rPr lang="pt-BR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3" name="object 5">
            <a:extLst>
              <a:ext uri="{FF2B5EF4-FFF2-40B4-BE49-F238E27FC236}">
                <a16:creationId xmlns:a16="http://schemas.microsoft.com/office/drawing/2014/main" id="{BEEB531C-AF5D-12FD-F835-28616762F509}"/>
              </a:ext>
            </a:extLst>
          </p:cNvPr>
          <p:cNvSpPr txBox="1"/>
          <p:nvPr/>
        </p:nvSpPr>
        <p:spPr>
          <a:xfrm>
            <a:off x="549941" y="1410330"/>
            <a:ext cx="5213350" cy="42062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00"/>
              </a:spcBef>
              <a:buClr>
                <a:srgbClr val="2D1500"/>
              </a:buClr>
              <a:buFont typeface="Arial" panose="020B0604020202020204" pitchFamily="34" charset="0"/>
              <a:buChar char="•"/>
              <a:tabLst>
                <a:tab pos="284480" algn="l"/>
              </a:tabLst>
            </a:pPr>
            <a:r>
              <a:rPr sz="2650" dirty="0">
                <a:solidFill>
                  <a:schemeClr val="tx2"/>
                </a:solidFill>
                <a:latin typeface="BirkaLTPro-Regular"/>
                <a:cs typeface="Tahoma"/>
              </a:rPr>
              <a:t>Diagrama</a:t>
            </a:r>
            <a:r>
              <a:rPr sz="2650" spc="-30" dirty="0">
                <a:solidFill>
                  <a:schemeClr val="tx2"/>
                </a:solidFill>
                <a:latin typeface="BirkaLTPro-Regular"/>
                <a:cs typeface="Tahoma"/>
              </a:rPr>
              <a:t> </a:t>
            </a:r>
            <a:r>
              <a:rPr sz="2650" dirty="0">
                <a:solidFill>
                  <a:schemeClr val="tx2"/>
                </a:solidFill>
                <a:latin typeface="BirkaLTPro-Regular"/>
                <a:cs typeface="Tahoma"/>
              </a:rPr>
              <a:t>mais</a:t>
            </a:r>
            <a:r>
              <a:rPr sz="2650" spc="-65" dirty="0">
                <a:solidFill>
                  <a:schemeClr val="tx2"/>
                </a:solidFill>
                <a:latin typeface="BirkaLTPro-Regular"/>
                <a:cs typeface="Tahoma"/>
              </a:rPr>
              <a:t> </a:t>
            </a:r>
            <a:r>
              <a:rPr sz="2650" dirty="0">
                <a:solidFill>
                  <a:schemeClr val="tx2"/>
                </a:solidFill>
                <a:latin typeface="BirkaLTPro-Regular"/>
                <a:cs typeface="Tahoma"/>
              </a:rPr>
              <a:t>utilizado</a:t>
            </a:r>
            <a:r>
              <a:rPr sz="2650" spc="-50" dirty="0">
                <a:solidFill>
                  <a:schemeClr val="tx2"/>
                </a:solidFill>
                <a:latin typeface="BirkaLTPro-Regular"/>
                <a:cs typeface="Tahoma"/>
              </a:rPr>
              <a:t> </a:t>
            </a:r>
            <a:r>
              <a:rPr sz="2650" dirty="0">
                <a:solidFill>
                  <a:schemeClr val="tx2"/>
                </a:solidFill>
                <a:latin typeface="BirkaLTPro-Regular"/>
                <a:cs typeface="Tahoma"/>
              </a:rPr>
              <a:t>da</a:t>
            </a:r>
            <a:r>
              <a:rPr sz="2650" spc="-55" dirty="0">
                <a:solidFill>
                  <a:schemeClr val="tx2"/>
                </a:solidFill>
                <a:latin typeface="BirkaLTPro-Regular"/>
                <a:cs typeface="Tahoma"/>
              </a:rPr>
              <a:t> </a:t>
            </a:r>
            <a:r>
              <a:rPr sz="2650" spc="-20" dirty="0">
                <a:solidFill>
                  <a:schemeClr val="tx2"/>
                </a:solidFill>
                <a:latin typeface="BirkaLTPro-Regular"/>
                <a:cs typeface="Tahoma"/>
              </a:rPr>
              <a:t>UML.</a:t>
            </a:r>
            <a:endParaRPr sz="2650" dirty="0">
              <a:solidFill>
                <a:schemeClr val="tx2"/>
              </a:solidFill>
              <a:latin typeface="BirkaLTPro-Regular"/>
              <a:cs typeface="Tahoma"/>
            </a:endParaRPr>
          </a:p>
        </p:txBody>
      </p:sp>
      <p:sp>
        <p:nvSpPr>
          <p:cNvPr id="4" name="object 6">
            <a:extLst>
              <a:ext uri="{FF2B5EF4-FFF2-40B4-BE49-F238E27FC236}">
                <a16:creationId xmlns:a16="http://schemas.microsoft.com/office/drawing/2014/main" id="{BB49FD3A-4DD2-8AC8-291B-81A88F661862}"/>
              </a:ext>
            </a:extLst>
          </p:cNvPr>
          <p:cNvSpPr txBox="1"/>
          <p:nvPr/>
        </p:nvSpPr>
        <p:spPr>
          <a:xfrm>
            <a:off x="549941" y="2370831"/>
            <a:ext cx="6609616" cy="8284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marR="5080" indent="-457200">
              <a:lnSpc>
                <a:spcPct val="100000"/>
              </a:lnSpc>
              <a:spcBef>
                <a:spcPts val="100"/>
              </a:spcBef>
              <a:buClr>
                <a:srgbClr val="2D1500"/>
              </a:buClr>
              <a:buFont typeface="Arial" panose="020B0604020202020204" pitchFamily="34" charset="0"/>
              <a:buChar char="•"/>
              <a:tabLst>
                <a:tab pos="285115" algn="l"/>
              </a:tabLst>
            </a:pPr>
            <a:r>
              <a:rPr sz="2650" dirty="0">
                <a:solidFill>
                  <a:schemeClr val="tx2"/>
                </a:solidFill>
                <a:latin typeface="BirkaLTPro-Regular"/>
                <a:cs typeface="Tahoma"/>
              </a:rPr>
              <a:t>Permite</a:t>
            </a:r>
            <a:r>
              <a:rPr sz="2650" spc="-50" dirty="0">
                <a:solidFill>
                  <a:schemeClr val="tx2"/>
                </a:solidFill>
                <a:latin typeface="BirkaLTPro-Regular"/>
                <a:cs typeface="Tahoma"/>
              </a:rPr>
              <a:t> </a:t>
            </a:r>
            <a:r>
              <a:rPr sz="2650" dirty="0">
                <a:solidFill>
                  <a:schemeClr val="tx2"/>
                </a:solidFill>
                <a:latin typeface="BirkaLTPro-Regular"/>
                <a:cs typeface="Tahoma"/>
              </a:rPr>
              <a:t>a</a:t>
            </a:r>
            <a:r>
              <a:rPr sz="2650" spc="-45" dirty="0">
                <a:solidFill>
                  <a:schemeClr val="tx2"/>
                </a:solidFill>
                <a:latin typeface="BirkaLTPro-Regular"/>
                <a:cs typeface="Tahoma"/>
              </a:rPr>
              <a:t> </a:t>
            </a:r>
            <a:r>
              <a:rPr sz="2650" dirty="0">
                <a:solidFill>
                  <a:schemeClr val="tx2"/>
                </a:solidFill>
                <a:latin typeface="BirkaLTPro-Regular"/>
                <a:cs typeface="Tahoma"/>
              </a:rPr>
              <a:t>visualização</a:t>
            </a:r>
            <a:r>
              <a:rPr sz="2650" spc="-50" dirty="0">
                <a:solidFill>
                  <a:schemeClr val="tx2"/>
                </a:solidFill>
                <a:latin typeface="BirkaLTPro-Regular"/>
                <a:cs typeface="Tahoma"/>
              </a:rPr>
              <a:t> </a:t>
            </a:r>
            <a:r>
              <a:rPr sz="2650" dirty="0">
                <a:solidFill>
                  <a:schemeClr val="tx2"/>
                </a:solidFill>
                <a:latin typeface="BirkaLTPro-Regular"/>
                <a:cs typeface="Tahoma"/>
              </a:rPr>
              <a:t>das</a:t>
            </a:r>
            <a:r>
              <a:rPr sz="2650" spc="-40" dirty="0">
                <a:solidFill>
                  <a:schemeClr val="tx2"/>
                </a:solidFill>
                <a:latin typeface="BirkaLTPro-Regular"/>
                <a:cs typeface="Tahoma"/>
              </a:rPr>
              <a:t> </a:t>
            </a:r>
            <a:r>
              <a:rPr sz="2650" dirty="0">
                <a:solidFill>
                  <a:schemeClr val="tx2"/>
                </a:solidFill>
                <a:latin typeface="BirkaLTPro-Regular"/>
                <a:cs typeface="Tahoma"/>
              </a:rPr>
              <a:t>classes</a:t>
            </a:r>
            <a:r>
              <a:rPr sz="2650" spc="-45" dirty="0">
                <a:solidFill>
                  <a:schemeClr val="tx2"/>
                </a:solidFill>
                <a:latin typeface="BirkaLTPro-Regular"/>
                <a:cs typeface="Tahoma"/>
              </a:rPr>
              <a:t> </a:t>
            </a:r>
            <a:r>
              <a:rPr sz="2650" dirty="0" err="1">
                <a:solidFill>
                  <a:schemeClr val="tx2"/>
                </a:solidFill>
                <a:latin typeface="BirkaLTPro-Regular"/>
                <a:cs typeface="Tahoma"/>
              </a:rPr>
              <a:t>utilizadas</a:t>
            </a:r>
            <a:r>
              <a:rPr sz="2650" spc="-50" dirty="0">
                <a:solidFill>
                  <a:schemeClr val="tx2"/>
                </a:solidFill>
                <a:latin typeface="BirkaLTPro-Regular"/>
                <a:cs typeface="Tahoma"/>
              </a:rPr>
              <a:t> </a:t>
            </a:r>
            <a:r>
              <a:rPr sz="2650" spc="-20" dirty="0" err="1">
                <a:solidFill>
                  <a:schemeClr val="tx2"/>
                </a:solidFill>
                <a:latin typeface="BirkaLTPro-Regular"/>
                <a:cs typeface="Tahoma"/>
              </a:rPr>
              <a:t>pelo</a:t>
            </a:r>
            <a:r>
              <a:rPr lang="pt-BR" sz="2650" spc="-20" dirty="0">
                <a:solidFill>
                  <a:schemeClr val="tx2"/>
                </a:solidFill>
                <a:latin typeface="BirkaLTPro-Regular"/>
                <a:cs typeface="Tahoma"/>
              </a:rPr>
              <a:t> </a:t>
            </a:r>
            <a:r>
              <a:rPr sz="2650" dirty="0" err="1">
                <a:solidFill>
                  <a:schemeClr val="tx2"/>
                </a:solidFill>
                <a:latin typeface="BirkaLTPro-Regular"/>
                <a:cs typeface="Tahoma"/>
              </a:rPr>
              <a:t>sistema</a:t>
            </a:r>
            <a:r>
              <a:rPr sz="2650" spc="-30" dirty="0">
                <a:solidFill>
                  <a:schemeClr val="tx2"/>
                </a:solidFill>
                <a:latin typeface="BirkaLTPro-Regular"/>
                <a:cs typeface="Tahoma"/>
              </a:rPr>
              <a:t> </a:t>
            </a:r>
            <a:r>
              <a:rPr sz="2650" dirty="0">
                <a:solidFill>
                  <a:schemeClr val="tx2"/>
                </a:solidFill>
                <a:latin typeface="BirkaLTPro-Regular"/>
                <a:cs typeface="Tahoma"/>
              </a:rPr>
              <a:t>e</a:t>
            </a:r>
            <a:r>
              <a:rPr sz="2650" spc="-25" dirty="0">
                <a:solidFill>
                  <a:schemeClr val="tx2"/>
                </a:solidFill>
                <a:latin typeface="BirkaLTPro-Regular"/>
                <a:cs typeface="Tahoma"/>
              </a:rPr>
              <a:t> </a:t>
            </a:r>
            <a:r>
              <a:rPr sz="2650" dirty="0">
                <a:solidFill>
                  <a:schemeClr val="tx2"/>
                </a:solidFill>
                <a:latin typeface="BirkaLTPro-Regular"/>
                <a:cs typeface="Tahoma"/>
              </a:rPr>
              <a:t>como</a:t>
            </a:r>
            <a:r>
              <a:rPr sz="2650" spc="-30" dirty="0">
                <a:solidFill>
                  <a:schemeClr val="tx2"/>
                </a:solidFill>
                <a:latin typeface="BirkaLTPro-Regular"/>
                <a:cs typeface="Tahoma"/>
              </a:rPr>
              <a:t> </a:t>
            </a:r>
            <a:r>
              <a:rPr sz="2650" dirty="0">
                <a:solidFill>
                  <a:schemeClr val="tx2"/>
                </a:solidFill>
                <a:latin typeface="BirkaLTPro-Regular"/>
                <a:cs typeface="Tahoma"/>
              </a:rPr>
              <a:t>elas</a:t>
            </a:r>
            <a:r>
              <a:rPr sz="2650" spc="-25" dirty="0">
                <a:solidFill>
                  <a:schemeClr val="tx2"/>
                </a:solidFill>
                <a:latin typeface="BirkaLTPro-Regular"/>
                <a:cs typeface="Tahoma"/>
              </a:rPr>
              <a:t> </a:t>
            </a:r>
            <a:r>
              <a:rPr sz="2650" dirty="0">
                <a:solidFill>
                  <a:schemeClr val="tx2"/>
                </a:solidFill>
                <a:latin typeface="BirkaLTPro-Regular"/>
                <a:cs typeface="Tahoma"/>
              </a:rPr>
              <a:t>se</a:t>
            </a:r>
            <a:r>
              <a:rPr sz="2650" spc="-25" dirty="0">
                <a:solidFill>
                  <a:schemeClr val="tx2"/>
                </a:solidFill>
                <a:latin typeface="BirkaLTPro-Regular"/>
                <a:cs typeface="Tahoma"/>
              </a:rPr>
              <a:t> </a:t>
            </a:r>
            <a:r>
              <a:rPr sz="2650" spc="-10" dirty="0">
                <a:solidFill>
                  <a:schemeClr val="tx2"/>
                </a:solidFill>
                <a:latin typeface="BirkaLTPro-Regular"/>
                <a:cs typeface="Tahoma"/>
              </a:rPr>
              <a:t>relacionam.</a:t>
            </a:r>
            <a:endParaRPr sz="2650" dirty="0">
              <a:solidFill>
                <a:schemeClr val="tx2"/>
              </a:solidFill>
              <a:latin typeface="BirkaLTPro-Regular"/>
              <a:cs typeface="Tahoma"/>
            </a:endParaRPr>
          </a:p>
        </p:txBody>
      </p:sp>
      <p:sp>
        <p:nvSpPr>
          <p:cNvPr id="6" name="object 7">
            <a:extLst>
              <a:ext uri="{FF2B5EF4-FFF2-40B4-BE49-F238E27FC236}">
                <a16:creationId xmlns:a16="http://schemas.microsoft.com/office/drawing/2014/main" id="{4F15EBC4-7C26-FDD1-DB0A-CB3E0728D121}"/>
              </a:ext>
            </a:extLst>
          </p:cNvPr>
          <p:cNvSpPr txBox="1"/>
          <p:nvPr/>
        </p:nvSpPr>
        <p:spPr>
          <a:xfrm>
            <a:off x="549940" y="3605525"/>
            <a:ext cx="8136859" cy="8284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marR="5080" indent="-457200">
              <a:lnSpc>
                <a:spcPct val="100000"/>
              </a:lnSpc>
              <a:spcBef>
                <a:spcPts val="100"/>
              </a:spcBef>
              <a:buClr>
                <a:srgbClr val="2D1500"/>
              </a:buClr>
              <a:buFont typeface="Arial" panose="020B0604020202020204" pitchFamily="34" charset="0"/>
              <a:buChar char="•"/>
              <a:tabLst>
                <a:tab pos="285115" algn="l"/>
              </a:tabLst>
            </a:pPr>
            <a:r>
              <a:rPr sz="2650" dirty="0">
                <a:solidFill>
                  <a:schemeClr val="tx2"/>
                </a:solidFill>
                <a:latin typeface="BirkaLTPro-Regular"/>
                <a:cs typeface="Tahoma"/>
              </a:rPr>
              <a:t>Apresenta</a:t>
            </a:r>
            <a:r>
              <a:rPr sz="2650" spc="-40" dirty="0">
                <a:solidFill>
                  <a:schemeClr val="tx2"/>
                </a:solidFill>
                <a:latin typeface="BirkaLTPro-Regular"/>
                <a:cs typeface="Tahoma"/>
              </a:rPr>
              <a:t> </a:t>
            </a:r>
            <a:r>
              <a:rPr sz="2650" dirty="0">
                <a:solidFill>
                  <a:schemeClr val="tx2"/>
                </a:solidFill>
                <a:latin typeface="BirkaLTPro-Regular"/>
                <a:cs typeface="Tahoma"/>
              </a:rPr>
              <a:t>uma</a:t>
            </a:r>
            <a:r>
              <a:rPr sz="2650" spc="-40" dirty="0">
                <a:solidFill>
                  <a:schemeClr val="tx2"/>
                </a:solidFill>
                <a:latin typeface="BirkaLTPro-Regular"/>
                <a:cs typeface="Tahoma"/>
              </a:rPr>
              <a:t> </a:t>
            </a:r>
            <a:r>
              <a:rPr sz="2650" dirty="0">
                <a:solidFill>
                  <a:schemeClr val="tx2"/>
                </a:solidFill>
                <a:latin typeface="BirkaLTPro-Regular"/>
                <a:cs typeface="Tahoma"/>
              </a:rPr>
              <a:t>visão</a:t>
            </a:r>
            <a:r>
              <a:rPr sz="2650" spc="-35" dirty="0">
                <a:solidFill>
                  <a:schemeClr val="tx2"/>
                </a:solidFill>
                <a:latin typeface="BirkaLTPro-Regular"/>
                <a:cs typeface="Tahoma"/>
              </a:rPr>
              <a:t> </a:t>
            </a:r>
            <a:r>
              <a:rPr sz="2650" dirty="0">
                <a:solidFill>
                  <a:schemeClr val="tx2"/>
                </a:solidFill>
                <a:latin typeface="BirkaLTPro-Regular"/>
                <a:cs typeface="Tahoma"/>
              </a:rPr>
              <a:t>estática</a:t>
            </a:r>
            <a:r>
              <a:rPr sz="2650" spc="-25" dirty="0">
                <a:solidFill>
                  <a:schemeClr val="tx2"/>
                </a:solidFill>
                <a:latin typeface="BirkaLTPro-Regular"/>
                <a:cs typeface="Tahoma"/>
              </a:rPr>
              <a:t> </a:t>
            </a:r>
            <a:r>
              <a:rPr sz="2650" dirty="0">
                <a:solidFill>
                  <a:schemeClr val="tx2"/>
                </a:solidFill>
                <a:latin typeface="BirkaLTPro-Regular"/>
                <a:cs typeface="Tahoma"/>
              </a:rPr>
              <a:t>de</a:t>
            </a:r>
            <a:r>
              <a:rPr sz="2650" spc="-35" dirty="0">
                <a:solidFill>
                  <a:schemeClr val="tx2"/>
                </a:solidFill>
                <a:latin typeface="BirkaLTPro-Regular"/>
                <a:cs typeface="Tahoma"/>
              </a:rPr>
              <a:t> </a:t>
            </a:r>
            <a:r>
              <a:rPr sz="2650" dirty="0">
                <a:solidFill>
                  <a:schemeClr val="tx2"/>
                </a:solidFill>
                <a:latin typeface="BirkaLTPro-Regular"/>
                <a:cs typeface="Tahoma"/>
              </a:rPr>
              <a:t>como</a:t>
            </a:r>
            <a:r>
              <a:rPr sz="2650" spc="-40" dirty="0">
                <a:solidFill>
                  <a:schemeClr val="tx2"/>
                </a:solidFill>
                <a:latin typeface="BirkaLTPro-Regular"/>
                <a:cs typeface="Tahoma"/>
              </a:rPr>
              <a:t> </a:t>
            </a:r>
            <a:r>
              <a:rPr sz="2650" dirty="0">
                <a:solidFill>
                  <a:schemeClr val="tx2"/>
                </a:solidFill>
                <a:latin typeface="BirkaLTPro-Regular"/>
                <a:cs typeface="Tahoma"/>
              </a:rPr>
              <a:t>as</a:t>
            </a:r>
            <a:r>
              <a:rPr sz="2650" spc="-40" dirty="0">
                <a:solidFill>
                  <a:schemeClr val="tx2"/>
                </a:solidFill>
                <a:latin typeface="BirkaLTPro-Regular"/>
                <a:cs typeface="Tahoma"/>
              </a:rPr>
              <a:t> </a:t>
            </a:r>
            <a:r>
              <a:rPr sz="2650" spc="-10" dirty="0">
                <a:solidFill>
                  <a:schemeClr val="tx2"/>
                </a:solidFill>
                <a:latin typeface="BirkaLTPro-Regular"/>
                <a:cs typeface="Tahoma"/>
              </a:rPr>
              <a:t>classes</a:t>
            </a:r>
            <a:r>
              <a:rPr lang="pt-BR" sz="2650" spc="500" dirty="0">
                <a:solidFill>
                  <a:schemeClr val="tx2"/>
                </a:solidFill>
                <a:latin typeface="BirkaLTPro-Regular"/>
                <a:cs typeface="Tahoma"/>
              </a:rPr>
              <a:t> </a:t>
            </a:r>
            <a:r>
              <a:rPr sz="2650" dirty="0" err="1">
                <a:solidFill>
                  <a:schemeClr val="tx2"/>
                </a:solidFill>
                <a:latin typeface="BirkaLTPro-Regular"/>
                <a:cs typeface="Tahoma"/>
              </a:rPr>
              <a:t>estão</a:t>
            </a:r>
            <a:r>
              <a:rPr sz="2650" spc="-35" dirty="0">
                <a:solidFill>
                  <a:schemeClr val="tx2"/>
                </a:solidFill>
                <a:latin typeface="BirkaLTPro-Regular"/>
                <a:cs typeface="Tahoma"/>
              </a:rPr>
              <a:t> </a:t>
            </a:r>
            <a:r>
              <a:rPr sz="2650" dirty="0">
                <a:solidFill>
                  <a:schemeClr val="tx2"/>
                </a:solidFill>
                <a:latin typeface="BirkaLTPro-Regular"/>
                <a:cs typeface="Tahoma"/>
              </a:rPr>
              <a:t>organizadas</a:t>
            </a:r>
            <a:r>
              <a:rPr sz="2650" spc="-15" dirty="0">
                <a:solidFill>
                  <a:schemeClr val="tx2"/>
                </a:solidFill>
                <a:latin typeface="BirkaLTPro-Regular"/>
                <a:cs typeface="Tahoma"/>
              </a:rPr>
              <a:t> </a:t>
            </a:r>
            <a:r>
              <a:rPr sz="2650" dirty="0">
                <a:solidFill>
                  <a:schemeClr val="tx2"/>
                </a:solidFill>
                <a:latin typeface="BirkaLTPro-Regular"/>
                <a:cs typeface="Tahoma"/>
              </a:rPr>
              <a:t>a</a:t>
            </a:r>
            <a:r>
              <a:rPr sz="2650" spc="-30" dirty="0">
                <a:solidFill>
                  <a:schemeClr val="tx2"/>
                </a:solidFill>
                <a:latin typeface="BirkaLTPro-Regular"/>
                <a:cs typeface="Tahoma"/>
              </a:rPr>
              <a:t> </a:t>
            </a:r>
            <a:r>
              <a:rPr sz="2650" dirty="0">
                <a:solidFill>
                  <a:schemeClr val="tx2"/>
                </a:solidFill>
                <a:latin typeface="BirkaLTPro-Regular"/>
                <a:cs typeface="Tahoma"/>
              </a:rPr>
              <a:t>fim</a:t>
            </a:r>
            <a:r>
              <a:rPr sz="2650" spc="-30" dirty="0">
                <a:solidFill>
                  <a:schemeClr val="tx2"/>
                </a:solidFill>
                <a:latin typeface="BirkaLTPro-Regular"/>
                <a:cs typeface="Tahoma"/>
              </a:rPr>
              <a:t> </a:t>
            </a:r>
            <a:r>
              <a:rPr sz="2650" dirty="0">
                <a:solidFill>
                  <a:schemeClr val="tx2"/>
                </a:solidFill>
                <a:latin typeface="BirkaLTPro-Regular"/>
                <a:cs typeface="Tahoma"/>
              </a:rPr>
              <a:t>de</a:t>
            </a:r>
            <a:r>
              <a:rPr sz="2650" spc="-15" dirty="0">
                <a:solidFill>
                  <a:schemeClr val="tx2"/>
                </a:solidFill>
                <a:latin typeface="BirkaLTPro-Regular"/>
                <a:cs typeface="Tahoma"/>
              </a:rPr>
              <a:t> </a:t>
            </a:r>
            <a:r>
              <a:rPr sz="2650" dirty="0">
                <a:solidFill>
                  <a:schemeClr val="tx2"/>
                </a:solidFill>
                <a:latin typeface="BirkaLTPro-Regular"/>
                <a:cs typeface="Tahoma"/>
              </a:rPr>
              <a:t>definir</a:t>
            </a:r>
            <a:r>
              <a:rPr sz="2650" spc="-35" dirty="0">
                <a:solidFill>
                  <a:schemeClr val="tx2"/>
                </a:solidFill>
                <a:latin typeface="BirkaLTPro-Regular"/>
                <a:cs typeface="Tahoma"/>
              </a:rPr>
              <a:t> </a:t>
            </a:r>
            <a:r>
              <a:rPr sz="2650" dirty="0">
                <a:solidFill>
                  <a:schemeClr val="tx2"/>
                </a:solidFill>
                <a:latin typeface="BirkaLTPro-Regular"/>
                <a:cs typeface="Tahoma"/>
              </a:rPr>
              <a:t>sua</a:t>
            </a:r>
            <a:r>
              <a:rPr sz="2650" spc="-35" dirty="0">
                <a:solidFill>
                  <a:schemeClr val="tx2"/>
                </a:solidFill>
                <a:latin typeface="BirkaLTPro-Regular"/>
                <a:cs typeface="Tahoma"/>
              </a:rPr>
              <a:t> </a:t>
            </a:r>
            <a:r>
              <a:rPr sz="2650" dirty="0">
                <a:solidFill>
                  <a:schemeClr val="tx2"/>
                </a:solidFill>
                <a:latin typeface="BirkaLTPro-Regular"/>
                <a:cs typeface="Tahoma"/>
              </a:rPr>
              <a:t>estrutura</a:t>
            </a:r>
            <a:r>
              <a:rPr sz="2650" spc="-45" dirty="0">
                <a:solidFill>
                  <a:schemeClr val="tx2"/>
                </a:solidFill>
                <a:latin typeface="BirkaLTPro-Regular"/>
                <a:cs typeface="Tahoma"/>
              </a:rPr>
              <a:t> </a:t>
            </a:r>
            <a:r>
              <a:rPr sz="2650" spc="-10" dirty="0">
                <a:solidFill>
                  <a:schemeClr val="tx2"/>
                </a:solidFill>
                <a:latin typeface="BirkaLTPro-Regular"/>
                <a:cs typeface="Tahoma"/>
              </a:rPr>
              <a:t>lógica.</a:t>
            </a:r>
            <a:endParaRPr sz="2650" dirty="0">
              <a:solidFill>
                <a:schemeClr val="tx2"/>
              </a:solidFill>
              <a:latin typeface="BirkaLTPro-Regular"/>
              <a:cs typeface="Tahoma"/>
            </a:endParaRPr>
          </a:p>
        </p:txBody>
      </p:sp>
      <p:sp>
        <p:nvSpPr>
          <p:cNvPr id="7" name="object 8">
            <a:extLst>
              <a:ext uri="{FF2B5EF4-FFF2-40B4-BE49-F238E27FC236}">
                <a16:creationId xmlns:a16="http://schemas.microsoft.com/office/drawing/2014/main" id="{FBEEA741-8DFE-F6AD-55FC-EC7340B6816C}"/>
              </a:ext>
            </a:extLst>
          </p:cNvPr>
          <p:cNvSpPr txBox="1"/>
          <p:nvPr/>
        </p:nvSpPr>
        <p:spPr>
          <a:xfrm>
            <a:off x="549941" y="4840296"/>
            <a:ext cx="8399506" cy="123623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marR="5080" indent="-457200">
              <a:lnSpc>
                <a:spcPct val="100000"/>
              </a:lnSpc>
              <a:spcBef>
                <a:spcPts val="100"/>
              </a:spcBef>
              <a:buClr>
                <a:srgbClr val="2D1500"/>
              </a:buClr>
              <a:buFont typeface="Arial" panose="020B0604020202020204" pitchFamily="34" charset="0"/>
              <a:buChar char="•"/>
              <a:tabLst>
                <a:tab pos="285115" algn="l"/>
              </a:tabLst>
            </a:pPr>
            <a:r>
              <a:rPr sz="2650" dirty="0">
                <a:solidFill>
                  <a:schemeClr val="tx2"/>
                </a:solidFill>
                <a:latin typeface="BirkaLTPro-Regular"/>
                <a:cs typeface="Tahoma"/>
              </a:rPr>
              <a:t>Foi</a:t>
            </a:r>
            <a:r>
              <a:rPr sz="2650" spc="260" dirty="0">
                <a:solidFill>
                  <a:schemeClr val="tx2"/>
                </a:solidFill>
                <a:latin typeface="BirkaLTPro-Regular"/>
                <a:cs typeface="Tahoma"/>
              </a:rPr>
              <a:t> </a:t>
            </a:r>
            <a:r>
              <a:rPr sz="2650" dirty="0">
                <a:solidFill>
                  <a:schemeClr val="tx2"/>
                </a:solidFill>
                <a:latin typeface="BirkaLTPro-Regular"/>
                <a:cs typeface="Tahoma"/>
              </a:rPr>
              <a:t>projetado</a:t>
            </a:r>
            <a:r>
              <a:rPr sz="2650" spc="280" dirty="0">
                <a:solidFill>
                  <a:schemeClr val="tx2"/>
                </a:solidFill>
                <a:latin typeface="BirkaLTPro-Regular"/>
                <a:cs typeface="Tahoma"/>
              </a:rPr>
              <a:t> </a:t>
            </a:r>
            <a:r>
              <a:rPr sz="2650" dirty="0">
                <a:solidFill>
                  <a:schemeClr val="tx2"/>
                </a:solidFill>
                <a:latin typeface="BirkaLTPro-Regular"/>
                <a:cs typeface="Tahoma"/>
              </a:rPr>
              <a:t>para</a:t>
            </a:r>
            <a:r>
              <a:rPr sz="2650" spc="270" dirty="0">
                <a:solidFill>
                  <a:schemeClr val="tx2"/>
                </a:solidFill>
                <a:latin typeface="BirkaLTPro-Regular"/>
                <a:cs typeface="Tahoma"/>
              </a:rPr>
              <a:t> </a:t>
            </a:r>
            <a:r>
              <a:rPr sz="2650" dirty="0">
                <a:solidFill>
                  <a:schemeClr val="tx2"/>
                </a:solidFill>
                <a:latin typeface="BirkaLTPro-Regular"/>
                <a:cs typeface="Tahoma"/>
              </a:rPr>
              <a:t>ser</a:t>
            </a:r>
            <a:r>
              <a:rPr sz="2650" spc="270" dirty="0">
                <a:solidFill>
                  <a:schemeClr val="tx2"/>
                </a:solidFill>
                <a:latin typeface="BirkaLTPro-Regular"/>
                <a:cs typeface="Tahoma"/>
              </a:rPr>
              <a:t> </a:t>
            </a:r>
            <a:r>
              <a:rPr sz="2650" dirty="0">
                <a:solidFill>
                  <a:schemeClr val="tx2"/>
                </a:solidFill>
                <a:latin typeface="BirkaLTPro-Regular"/>
                <a:cs typeface="Tahoma"/>
              </a:rPr>
              <a:t>uma</a:t>
            </a:r>
            <a:r>
              <a:rPr sz="2650" spc="290" dirty="0">
                <a:solidFill>
                  <a:schemeClr val="tx2"/>
                </a:solidFill>
                <a:latin typeface="BirkaLTPro-Regular"/>
                <a:cs typeface="Tahoma"/>
              </a:rPr>
              <a:t> </a:t>
            </a:r>
            <a:r>
              <a:rPr sz="2650" dirty="0">
                <a:solidFill>
                  <a:schemeClr val="tx2"/>
                </a:solidFill>
                <a:latin typeface="BirkaLTPro-Regular"/>
                <a:cs typeface="Tahoma"/>
              </a:rPr>
              <a:t>evolução</a:t>
            </a:r>
            <a:r>
              <a:rPr sz="2650" spc="265" dirty="0">
                <a:solidFill>
                  <a:schemeClr val="tx2"/>
                </a:solidFill>
                <a:latin typeface="BirkaLTPro-Regular"/>
                <a:cs typeface="Tahoma"/>
              </a:rPr>
              <a:t> </a:t>
            </a:r>
            <a:r>
              <a:rPr sz="2650" dirty="0">
                <a:solidFill>
                  <a:schemeClr val="tx2"/>
                </a:solidFill>
                <a:latin typeface="BirkaLTPro-Regular"/>
                <a:cs typeface="Tahoma"/>
              </a:rPr>
              <a:t>(e</a:t>
            </a:r>
            <a:r>
              <a:rPr sz="2650" spc="270" dirty="0">
                <a:solidFill>
                  <a:schemeClr val="tx2"/>
                </a:solidFill>
                <a:latin typeface="BirkaLTPro-Regular"/>
                <a:cs typeface="Tahoma"/>
              </a:rPr>
              <a:t> </a:t>
            </a:r>
            <a:r>
              <a:rPr sz="2650" dirty="0">
                <a:solidFill>
                  <a:schemeClr val="tx2"/>
                </a:solidFill>
                <a:latin typeface="BirkaLTPro-Regular"/>
                <a:cs typeface="Tahoma"/>
              </a:rPr>
              <a:t>não</a:t>
            </a:r>
            <a:r>
              <a:rPr sz="2650" spc="265" dirty="0">
                <a:solidFill>
                  <a:schemeClr val="tx2"/>
                </a:solidFill>
                <a:latin typeface="BirkaLTPro-Regular"/>
                <a:cs typeface="Tahoma"/>
              </a:rPr>
              <a:t> </a:t>
            </a:r>
            <a:r>
              <a:rPr sz="2650" dirty="0">
                <a:solidFill>
                  <a:schemeClr val="tx2"/>
                </a:solidFill>
                <a:latin typeface="BirkaLTPro-Regular"/>
                <a:cs typeface="Tahoma"/>
              </a:rPr>
              <a:t>substituição)</a:t>
            </a:r>
            <a:r>
              <a:rPr sz="2650" spc="265" dirty="0">
                <a:solidFill>
                  <a:schemeClr val="tx2"/>
                </a:solidFill>
                <a:latin typeface="BirkaLTPro-Regular"/>
                <a:cs typeface="Tahoma"/>
              </a:rPr>
              <a:t> </a:t>
            </a:r>
            <a:r>
              <a:rPr sz="2650" spc="-25" dirty="0">
                <a:solidFill>
                  <a:schemeClr val="tx2"/>
                </a:solidFill>
                <a:latin typeface="BirkaLTPro-Regular"/>
                <a:cs typeface="Tahoma"/>
              </a:rPr>
              <a:t>do 	</a:t>
            </a:r>
            <a:r>
              <a:rPr sz="2650" dirty="0">
                <a:solidFill>
                  <a:schemeClr val="tx2"/>
                </a:solidFill>
                <a:latin typeface="BirkaLTPro-Regular"/>
                <a:cs typeface="Tahoma"/>
              </a:rPr>
              <a:t>Modelo</a:t>
            </a:r>
            <a:r>
              <a:rPr sz="2650" spc="-25" dirty="0">
                <a:solidFill>
                  <a:schemeClr val="tx2"/>
                </a:solidFill>
                <a:latin typeface="BirkaLTPro-Regular"/>
                <a:cs typeface="Tahoma"/>
              </a:rPr>
              <a:t> </a:t>
            </a:r>
            <a:r>
              <a:rPr sz="2650" spc="-20" dirty="0">
                <a:solidFill>
                  <a:schemeClr val="tx2"/>
                </a:solidFill>
                <a:latin typeface="BirkaLTPro-Regular"/>
                <a:cs typeface="Tahoma"/>
              </a:rPr>
              <a:t>Entidade-</a:t>
            </a:r>
            <a:r>
              <a:rPr sz="2650" dirty="0">
                <a:solidFill>
                  <a:schemeClr val="tx2"/>
                </a:solidFill>
                <a:latin typeface="BirkaLTPro-Regular"/>
                <a:cs typeface="Tahoma"/>
              </a:rPr>
              <a:t>Relacionamento</a:t>
            </a:r>
            <a:r>
              <a:rPr sz="2650" spc="-25" dirty="0">
                <a:solidFill>
                  <a:schemeClr val="tx2"/>
                </a:solidFill>
                <a:latin typeface="BirkaLTPro-Regular"/>
                <a:cs typeface="Tahoma"/>
              </a:rPr>
              <a:t> </a:t>
            </a:r>
            <a:r>
              <a:rPr sz="2650" dirty="0">
                <a:solidFill>
                  <a:schemeClr val="tx2"/>
                </a:solidFill>
                <a:latin typeface="BirkaLTPro-Regular"/>
                <a:cs typeface="Tahoma"/>
              </a:rPr>
              <a:t>do</a:t>
            </a:r>
            <a:r>
              <a:rPr sz="2650" spc="-25" dirty="0">
                <a:solidFill>
                  <a:schemeClr val="tx2"/>
                </a:solidFill>
                <a:latin typeface="BirkaLTPro-Regular"/>
                <a:cs typeface="Tahoma"/>
              </a:rPr>
              <a:t> </a:t>
            </a:r>
            <a:r>
              <a:rPr sz="2650" dirty="0">
                <a:solidFill>
                  <a:schemeClr val="tx2"/>
                </a:solidFill>
                <a:latin typeface="BirkaLTPro-Regular"/>
                <a:cs typeface="Tahoma"/>
              </a:rPr>
              <a:t>Banco</a:t>
            </a:r>
            <a:r>
              <a:rPr sz="2650" spc="-30" dirty="0">
                <a:solidFill>
                  <a:schemeClr val="tx2"/>
                </a:solidFill>
                <a:latin typeface="BirkaLTPro-Regular"/>
                <a:cs typeface="Tahoma"/>
              </a:rPr>
              <a:t> </a:t>
            </a:r>
            <a:r>
              <a:rPr sz="2650" dirty="0">
                <a:solidFill>
                  <a:schemeClr val="tx2"/>
                </a:solidFill>
                <a:latin typeface="BirkaLTPro-Regular"/>
                <a:cs typeface="Tahoma"/>
              </a:rPr>
              <a:t>de</a:t>
            </a:r>
            <a:r>
              <a:rPr sz="2650" spc="-25" dirty="0">
                <a:solidFill>
                  <a:schemeClr val="tx2"/>
                </a:solidFill>
                <a:latin typeface="BirkaLTPro-Regular"/>
                <a:cs typeface="Tahoma"/>
              </a:rPr>
              <a:t> </a:t>
            </a:r>
            <a:r>
              <a:rPr sz="2650" spc="-10" dirty="0">
                <a:solidFill>
                  <a:schemeClr val="tx2"/>
                </a:solidFill>
                <a:latin typeface="BirkaLTPro-Regular"/>
                <a:cs typeface="Tahoma"/>
              </a:rPr>
              <a:t>Dados.</a:t>
            </a:r>
            <a:endParaRPr sz="2650" dirty="0">
              <a:solidFill>
                <a:schemeClr val="tx2"/>
              </a:solidFill>
              <a:latin typeface="BirkaLTPro-Regular"/>
              <a:cs typeface="Tahoma"/>
            </a:endParaRPr>
          </a:p>
        </p:txBody>
      </p:sp>
      <p:pic>
        <p:nvPicPr>
          <p:cNvPr id="9" name="object 9">
            <a:extLst>
              <a:ext uri="{FF2B5EF4-FFF2-40B4-BE49-F238E27FC236}">
                <a16:creationId xmlns:a16="http://schemas.microsoft.com/office/drawing/2014/main" id="{68F6F185-8FCA-05EF-69EC-8A78CC39D53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43845" y="671953"/>
            <a:ext cx="3998214" cy="2933572"/>
          </a:xfrm>
          <a:prstGeom prst="rect">
            <a:avLst/>
          </a:prstGeom>
        </p:spPr>
      </p:pic>
      <p:pic>
        <p:nvPicPr>
          <p:cNvPr id="10" name="object 10">
            <a:extLst>
              <a:ext uri="{FF2B5EF4-FFF2-40B4-BE49-F238E27FC236}">
                <a16:creationId xmlns:a16="http://schemas.microsoft.com/office/drawing/2014/main" id="{404FDE45-26D0-D100-7F75-EAFB5FC23640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043797" y="4014444"/>
            <a:ext cx="2341717" cy="1888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80837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DF708C-345E-62FD-B762-E592E08208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30134D9A-F545-A9EA-C16D-F517133A7A4E}"/>
              </a:ext>
            </a:extLst>
          </p:cNvPr>
          <p:cNvSpPr txBox="1"/>
          <p:nvPr/>
        </p:nvSpPr>
        <p:spPr>
          <a:xfrm>
            <a:off x="327198" y="389493"/>
            <a:ext cx="7552206" cy="473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07000"/>
              </a:lnSpc>
              <a:spcAft>
                <a:spcPts val="800"/>
              </a:spcAft>
              <a:tabLst>
                <a:tab pos="914400" algn="l"/>
              </a:tabLst>
            </a:pPr>
            <a:r>
              <a:rPr lang="pt-BR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Diagrama de Classes (</a:t>
            </a:r>
            <a:r>
              <a:rPr lang="pt-BR" sz="24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Class</a:t>
            </a:r>
            <a:r>
              <a:rPr lang="pt-BR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pt-BR" sz="24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Diagram</a:t>
            </a:r>
            <a:r>
              <a:rPr lang="pt-BR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2" name="object 5">
            <a:extLst>
              <a:ext uri="{FF2B5EF4-FFF2-40B4-BE49-F238E27FC236}">
                <a16:creationId xmlns:a16="http://schemas.microsoft.com/office/drawing/2014/main" id="{58D411EF-407B-133B-6479-84CA27AFAC42}"/>
              </a:ext>
            </a:extLst>
          </p:cNvPr>
          <p:cNvSpPr txBox="1"/>
          <p:nvPr/>
        </p:nvSpPr>
        <p:spPr>
          <a:xfrm>
            <a:off x="416212" y="984812"/>
            <a:ext cx="8119392" cy="5184753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432000" marR="142240" indent="-457200" algn="just">
              <a:buClr>
                <a:srgbClr val="2D1500"/>
              </a:buClr>
              <a:buFont typeface="Arial" panose="020B0604020202020204" pitchFamily="34" charset="0"/>
              <a:buChar char="•"/>
              <a:tabLst>
                <a:tab pos="285750" algn="l"/>
              </a:tabLst>
            </a:pPr>
            <a:r>
              <a:rPr sz="2650" dirty="0">
                <a:solidFill>
                  <a:schemeClr val="tx2"/>
                </a:solidFill>
                <a:latin typeface="BirkaLTPro-Regular"/>
                <a:cs typeface="Tahoma"/>
              </a:rPr>
              <a:t>Uma</a:t>
            </a:r>
            <a:r>
              <a:rPr sz="2650" spc="-50" dirty="0">
                <a:solidFill>
                  <a:schemeClr val="tx2"/>
                </a:solidFill>
                <a:latin typeface="BirkaLTPro-Regular"/>
                <a:cs typeface="Tahoma"/>
              </a:rPr>
              <a:t> </a:t>
            </a:r>
            <a:r>
              <a:rPr sz="2650" dirty="0">
                <a:solidFill>
                  <a:schemeClr val="tx2"/>
                </a:solidFill>
                <a:latin typeface="BirkaLTPro-Regular"/>
                <a:cs typeface="Tahoma"/>
              </a:rPr>
              <a:t>classe</a:t>
            </a:r>
            <a:r>
              <a:rPr sz="2650" spc="-50" dirty="0">
                <a:solidFill>
                  <a:schemeClr val="tx2"/>
                </a:solidFill>
                <a:latin typeface="BirkaLTPro-Regular"/>
                <a:cs typeface="Tahoma"/>
              </a:rPr>
              <a:t> </a:t>
            </a:r>
            <a:r>
              <a:rPr sz="2650" dirty="0">
                <a:solidFill>
                  <a:schemeClr val="tx2"/>
                </a:solidFill>
                <a:latin typeface="BirkaLTPro-Regular"/>
                <a:cs typeface="Tahoma"/>
              </a:rPr>
              <a:t>não</a:t>
            </a:r>
            <a:r>
              <a:rPr sz="2650" spc="-55" dirty="0">
                <a:solidFill>
                  <a:schemeClr val="tx2"/>
                </a:solidFill>
                <a:latin typeface="BirkaLTPro-Regular"/>
                <a:cs typeface="Tahoma"/>
              </a:rPr>
              <a:t> </a:t>
            </a:r>
            <a:r>
              <a:rPr sz="2650" dirty="0">
                <a:solidFill>
                  <a:schemeClr val="tx2"/>
                </a:solidFill>
                <a:latin typeface="BirkaLTPro-Regular"/>
                <a:cs typeface="Tahoma"/>
              </a:rPr>
              <a:t>corresponde,</a:t>
            </a:r>
            <a:r>
              <a:rPr sz="2650" spc="-35" dirty="0">
                <a:solidFill>
                  <a:schemeClr val="tx2"/>
                </a:solidFill>
                <a:latin typeface="BirkaLTPro-Regular"/>
                <a:cs typeface="Tahoma"/>
              </a:rPr>
              <a:t> </a:t>
            </a:r>
            <a:r>
              <a:rPr sz="2650" dirty="0">
                <a:solidFill>
                  <a:schemeClr val="tx2"/>
                </a:solidFill>
                <a:latin typeface="BirkaLTPro-Regular"/>
                <a:cs typeface="Tahoma"/>
              </a:rPr>
              <a:t>obrigatoriamente,</a:t>
            </a:r>
            <a:r>
              <a:rPr sz="2650" spc="-20" dirty="0">
                <a:solidFill>
                  <a:schemeClr val="tx2"/>
                </a:solidFill>
                <a:latin typeface="BirkaLTPro-Regular"/>
                <a:cs typeface="Tahoma"/>
              </a:rPr>
              <a:t> </a:t>
            </a:r>
            <a:r>
              <a:rPr sz="2650" dirty="0">
                <a:solidFill>
                  <a:schemeClr val="tx2"/>
                </a:solidFill>
                <a:latin typeface="BirkaLTPro-Regular"/>
                <a:cs typeface="Tahoma"/>
              </a:rPr>
              <a:t>a</a:t>
            </a:r>
            <a:r>
              <a:rPr sz="2650" spc="-45" dirty="0">
                <a:solidFill>
                  <a:schemeClr val="tx2"/>
                </a:solidFill>
                <a:latin typeface="BirkaLTPro-Regular"/>
                <a:cs typeface="Tahoma"/>
              </a:rPr>
              <a:t> </a:t>
            </a:r>
            <a:r>
              <a:rPr sz="2650" spc="-25" dirty="0" err="1">
                <a:solidFill>
                  <a:schemeClr val="tx2"/>
                </a:solidFill>
                <a:latin typeface="BirkaLTPro-Regular"/>
                <a:cs typeface="Tahoma"/>
              </a:rPr>
              <a:t>uma</a:t>
            </a:r>
            <a:r>
              <a:rPr lang="pt-BR" sz="2650" spc="-25" dirty="0">
                <a:solidFill>
                  <a:schemeClr val="tx2"/>
                </a:solidFill>
                <a:latin typeface="BirkaLTPro-Regular"/>
                <a:cs typeface="Tahoma"/>
              </a:rPr>
              <a:t> </a:t>
            </a:r>
            <a:r>
              <a:rPr sz="2650" dirty="0" err="1">
                <a:solidFill>
                  <a:schemeClr val="tx2"/>
                </a:solidFill>
                <a:latin typeface="BirkaLTPro-Regular"/>
                <a:cs typeface="Tahoma"/>
              </a:rPr>
              <a:t>tabela</a:t>
            </a:r>
            <a:r>
              <a:rPr sz="2650" spc="-35" dirty="0">
                <a:solidFill>
                  <a:schemeClr val="tx2"/>
                </a:solidFill>
                <a:latin typeface="BirkaLTPro-Regular"/>
                <a:cs typeface="Tahoma"/>
              </a:rPr>
              <a:t> </a:t>
            </a:r>
            <a:r>
              <a:rPr sz="2650" dirty="0">
                <a:solidFill>
                  <a:schemeClr val="tx2"/>
                </a:solidFill>
                <a:latin typeface="BirkaLTPro-Regular"/>
                <a:cs typeface="Tahoma"/>
              </a:rPr>
              <a:t>em</a:t>
            </a:r>
            <a:r>
              <a:rPr sz="2650" spc="-40" dirty="0">
                <a:solidFill>
                  <a:schemeClr val="tx2"/>
                </a:solidFill>
                <a:latin typeface="BirkaLTPro-Regular"/>
                <a:cs typeface="Tahoma"/>
              </a:rPr>
              <a:t> </a:t>
            </a:r>
            <a:r>
              <a:rPr sz="2650" dirty="0">
                <a:solidFill>
                  <a:schemeClr val="tx2"/>
                </a:solidFill>
                <a:latin typeface="BirkaLTPro-Regular"/>
                <a:cs typeface="Tahoma"/>
              </a:rPr>
              <a:t>um</a:t>
            </a:r>
            <a:r>
              <a:rPr sz="2650" spc="-55" dirty="0">
                <a:solidFill>
                  <a:schemeClr val="tx2"/>
                </a:solidFill>
                <a:latin typeface="BirkaLTPro-Regular"/>
                <a:cs typeface="Tahoma"/>
              </a:rPr>
              <a:t> </a:t>
            </a:r>
            <a:r>
              <a:rPr sz="2650" dirty="0">
                <a:solidFill>
                  <a:schemeClr val="tx2"/>
                </a:solidFill>
                <a:latin typeface="BirkaLTPro-Regular"/>
                <a:cs typeface="Tahoma"/>
              </a:rPr>
              <a:t>banco</a:t>
            </a:r>
            <a:r>
              <a:rPr sz="2650" spc="-40" dirty="0">
                <a:solidFill>
                  <a:schemeClr val="tx2"/>
                </a:solidFill>
                <a:latin typeface="BirkaLTPro-Regular"/>
                <a:cs typeface="Tahoma"/>
              </a:rPr>
              <a:t> </a:t>
            </a:r>
            <a:r>
              <a:rPr sz="2650" dirty="0">
                <a:solidFill>
                  <a:schemeClr val="tx2"/>
                </a:solidFill>
                <a:latin typeface="BirkaLTPro-Regular"/>
                <a:cs typeface="Tahoma"/>
              </a:rPr>
              <a:t>de</a:t>
            </a:r>
            <a:r>
              <a:rPr sz="2650" spc="-30" dirty="0">
                <a:solidFill>
                  <a:schemeClr val="tx2"/>
                </a:solidFill>
                <a:latin typeface="BirkaLTPro-Regular"/>
                <a:cs typeface="Tahoma"/>
              </a:rPr>
              <a:t> </a:t>
            </a:r>
            <a:r>
              <a:rPr sz="2650" dirty="0">
                <a:solidFill>
                  <a:schemeClr val="tx2"/>
                </a:solidFill>
                <a:latin typeface="BirkaLTPro-Regular"/>
                <a:cs typeface="Tahoma"/>
              </a:rPr>
              <a:t>dados.</a:t>
            </a:r>
            <a:r>
              <a:rPr sz="2650" spc="-40" dirty="0">
                <a:solidFill>
                  <a:schemeClr val="tx2"/>
                </a:solidFill>
                <a:latin typeface="BirkaLTPro-Regular"/>
                <a:cs typeface="Tahoma"/>
              </a:rPr>
              <a:t> </a:t>
            </a:r>
            <a:r>
              <a:rPr sz="2650" dirty="0">
                <a:solidFill>
                  <a:schemeClr val="tx2"/>
                </a:solidFill>
                <a:latin typeface="BirkaLTPro-Regular"/>
                <a:cs typeface="Tahoma"/>
              </a:rPr>
              <a:t>(Exemplos:</a:t>
            </a:r>
            <a:r>
              <a:rPr sz="2650" spc="-30" dirty="0">
                <a:solidFill>
                  <a:schemeClr val="tx2"/>
                </a:solidFill>
                <a:latin typeface="BirkaLTPro-Regular"/>
                <a:cs typeface="Tahoma"/>
              </a:rPr>
              <a:t> </a:t>
            </a:r>
            <a:r>
              <a:rPr sz="2650" i="1" spc="-45" dirty="0">
                <a:solidFill>
                  <a:schemeClr val="tx2"/>
                </a:solidFill>
                <a:latin typeface="BirkaLTPro-Regular"/>
                <a:cs typeface="Tahoma"/>
              </a:rPr>
              <a:t>classes</a:t>
            </a:r>
            <a:r>
              <a:rPr sz="2650" i="1" spc="-85" dirty="0">
                <a:solidFill>
                  <a:schemeClr val="tx2"/>
                </a:solidFill>
                <a:latin typeface="BirkaLTPro-Regular"/>
                <a:cs typeface="Tahoma"/>
              </a:rPr>
              <a:t> </a:t>
            </a:r>
            <a:r>
              <a:rPr sz="2650" i="1" spc="-25" dirty="0">
                <a:solidFill>
                  <a:schemeClr val="tx2"/>
                </a:solidFill>
                <a:latin typeface="BirkaLTPro-Regular"/>
                <a:cs typeface="Tahoma"/>
              </a:rPr>
              <a:t>de </a:t>
            </a:r>
            <a:r>
              <a:rPr sz="2650" i="1" spc="-45" dirty="0">
                <a:solidFill>
                  <a:schemeClr val="tx2"/>
                </a:solidFill>
                <a:latin typeface="BirkaLTPro-Regular"/>
                <a:cs typeface="Tahoma"/>
              </a:rPr>
              <a:t>interface,</a:t>
            </a:r>
            <a:r>
              <a:rPr sz="2650" i="1" spc="-105" dirty="0">
                <a:solidFill>
                  <a:schemeClr val="tx2"/>
                </a:solidFill>
                <a:latin typeface="BirkaLTPro-Regular"/>
                <a:cs typeface="Tahoma"/>
              </a:rPr>
              <a:t> </a:t>
            </a:r>
            <a:r>
              <a:rPr sz="2650" i="1" spc="-45" dirty="0">
                <a:solidFill>
                  <a:schemeClr val="tx2"/>
                </a:solidFill>
                <a:latin typeface="BirkaLTPro-Regular"/>
                <a:cs typeface="Tahoma"/>
              </a:rPr>
              <a:t>classes</a:t>
            </a:r>
            <a:r>
              <a:rPr sz="2650" i="1" spc="-105" dirty="0">
                <a:solidFill>
                  <a:schemeClr val="tx2"/>
                </a:solidFill>
                <a:latin typeface="BirkaLTPro-Regular"/>
                <a:cs typeface="Tahoma"/>
              </a:rPr>
              <a:t> </a:t>
            </a:r>
            <a:r>
              <a:rPr sz="2650" i="1" dirty="0">
                <a:solidFill>
                  <a:schemeClr val="tx2"/>
                </a:solidFill>
                <a:latin typeface="BirkaLTPro-Regular"/>
                <a:cs typeface="Tahoma"/>
              </a:rPr>
              <a:t>de</a:t>
            </a:r>
            <a:r>
              <a:rPr sz="2650" i="1" spc="-130" dirty="0">
                <a:solidFill>
                  <a:schemeClr val="tx2"/>
                </a:solidFill>
                <a:latin typeface="BirkaLTPro-Regular"/>
                <a:cs typeface="Tahoma"/>
              </a:rPr>
              <a:t> </a:t>
            </a:r>
            <a:r>
              <a:rPr sz="2650" i="1" spc="-10" dirty="0">
                <a:solidFill>
                  <a:schemeClr val="tx2"/>
                </a:solidFill>
                <a:latin typeface="BirkaLTPro-Regular"/>
                <a:cs typeface="Tahoma"/>
              </a:rPr>
              <a:t>controle</a:t>
            </a:r>
            <a:r>
              <a:rPr sz="2650" spc="-10" dirty="0">
                <a:solidFill>
                  <a:schemeClr val="tx2"/>
                </a:solidFill>
                <a:latin typeface="BirkaLTPro-Regular"/>
                <a:cs typeface="Tahoma"/>
              </a:rPr>
              <a:t>)</a:t>
            </a:r>
            <a:endParaRPr sz="2650" dirty="0">
              <a:solidFill>
                <a:schemeClr val="tx2"/>
              </a:solidFill>
              <a:latin typeface="BirkaLTPro-Regular"/>
              <a:cs typeface="Tahoma"/>
            </a:endParaRPr>
          </a:p>
          <a:p>
            <a:pPr marL="457200" indent="-457200">
              <a:lnSpc>
                <a:spcPct val="100000"/>
              </a:lnSpc>
              <a:spcBef>
                <a:spcPts val="1000"/>
              </a:spcBef>
              <a:buClr>
                <a:srgbClr val="2D1500"/>
              </a:buClr>
              <a:buFont typeface="Arial" panose="020B0604020202020204" pitchFamily="34" charset="0"/>
              <a:buChar char="•"/>
            </a:pPr>
            <a:endParaRPr sz="2650" dirty="0">
              <a:solidFill>
                <a:schemeClr val="tx2"/>
              </a:solidFill>
              <a:latin typeface="BirkaLTPro-Regular"/>
              <a:cs typeface="Tahoma"/>
            </a:endParaRPr>
          </a:p>
          <a:p>
            <a:pPr marL="469265" marR="5080" indent="-457200" algn="just">
              <a:lnSpc>
                <a:spcPct val="100000"/>
              </a:lnSpc>
              <a:buClr>
                <a:srgbClr val="2D1500"/>
              </a:buClr>
              <a:buFont typeface="Arial" panose="020B0604020202020204" pitchFamily="34" charset="0"/>
              <a:buChar char="•"/>
              <a:tabLst>
                <a:tab pos="285750" algn="l"/>
              </a:tabLst>
            </a:pPr>
            <a:r>
              <a:rPr sz="2650" dirty="0">
                <a:solidFill>
                  <a:schemeClr val="tx2"/>
                </a:solidFill>
                <a:latin typeface="BirkaLTPro-Regular"/>
                <a:cs typeface="Tahoma"/>
              </a:rPr>
              <a:t>Eventualmente,</a:t>
            </a:r>
            <a:r>
              <a:rPr sz="2650" spc="310" dirty="0">
                <a:solidFill>
                  <a:schemeClr val="tx2"/>
                </a:solidFill>
                <a:latin typeface="BirkaLTPro-Regular"/>
                <a:cs typeface="Tahoma"/>
              </a:rPr>
              <a:t>   </a:t>
            </a:r>
            <a:r>
              <a:rPr sz="2650" dirty="0">
                <a:solidFill>
                  <a:schemeClr val="tx2"/>
                </a:solidFill>
                <a:latin typeface="BirkaLTPro-Regular"/>
                <a:cs typeface="Tahoma"/>
              </a:rPr>
              <a:t>os</a:t>
            </a:r>
            <a:r>
              <a:rPr sz="2650" spc="315" dirty="0">
                <a:solidFill>
                  <a:schemeClr val="tx2"/>
                </a:solidFill>
                <a:latin typeface="BirkaLTPro-Regular"/>
                <a:cs typeface="Tahoma"/>
              </a:rPr>
              <a:t>   </a:t>
            </a:r>
            <a:r>
              <a:rPr sz="2650" dirty="0">
                <a:solidFill>
                  <a:schemeClr val="tx2"/>
                </a:solidFill>
                <a:latin typeface="BirkaLTPro-Regular"/>
                <a:cs typeface="Tahoma"/>
              </a:rPr>
              <a:t>atributos</a:t>
            </a:r>
            <a:r>
              <a:rPr sz="2650" spc="310" dirty="0">
                <a:solidFill>
                  <a:schemeClr val="tx2"/>
                </a:solidFill>
                <a:latin typeface="BirkaLTPro-Regular"/>
                <a:cs typeface="Tahoma"/>
              </a:rPr>
              <a:t>   </a:t>
            </a:r>
            <a:r>
              <a:rPr sz="2650" dirty="0">
                <a:solidFill>
                  <a:schemeClr val="tx2"/>
                </a:solidFill>
                <a:latin typeface="BirkaLTPro-Regular"/>
                <a:cs typeface="Tahoma"/>
              </a:rPr>
              <a:t>de</a:t>
            </a:r>
            <a:r>
              <a:rPr sz="2650" spc="315" dirty="0">
                <a:solidFill>
                  <a:schemeClr val="tx2"/>
                </a:solidFill>
                <a:latin typeface="BirkaLTPro-Regular"/>
                <a:cs typeface="Tahoma"/>
              </a:rPr>
              <a:t>   </a:t>
            </a:r>
            <a:r>
              <a:rPr sz="2650" dirty="0" err="1">
                <a:solidFill>
                  <a:schemeClr val="tx2"/>
                </a:solidFill>
                <a:latin typeface="BirkaLTPro-Regular"/>
                <a:cs typeface="Tahoma"/>
              </a:rPr>
              <a:t>uma</a:t>
            </a:r>
            <a:r>
              <a:rPr sz="2650" spc="315" dirty="0">
                <a:solidFill>
                  <a:schemeClr val="tx2"/>
                </a:solidFill>
                <a:latin typeface="BirkaLTPro-Regular"/>
                <a:cs typeface="Tahoma"/>
              </a:rPr>
              <a:t>   </a:t>
            </a:r>
            <a:r>
              <a:rPr sz="2650" spc="-10" dirty="0" err="1">
                <a:solidFill>
                  <a:schemeClr val="tx2"/>
                </a:solidFill>
                <a:latin typeface="BirkaLTPro-Regular"/>
                <a:cs typeface="Tahoma"/>
              </a:rPr>
              <a:t>classe</a:t>
            </a:r>
            <a:r>
              <a:rPr lang="pt-BR" sz="2650" spc="-10" dirty="0">
                <a:solidFill>
                  <a:schemeClr val="tx2"/>
                </a:solidFill>
                <a:latin typeface="BirkaLTPro-Regular"/>
                <a:cs typeface="Tahoma"/>
              </a:rPr>
              <a:t> </a:t>
            </a:r>
            <a:r>
              <a:rPr sz="2650" dirty="0" err="1">
                <a:solidFill>
                  <a:schemeClr val="tx2"/>
                </a:solidFill>
                <a:latin typeface="BirkaLTPro-Regular"/>
                <a:cs typeface="Tahoma"/>
              </a:rPr>
              <a:t>correspondem</a:t>
            </a:r>
            <a:r>
              <a:rPr sz="2650" dirty="0">
                <a:solidFill>
                  <a:schemeClr val="tx2"/>
                </a:solidFill>
                <a:latin typeface="BirkaLTPro-Regular"/>
                <a:cs typeface="Tahoma"/>
              </a:rPr>
              <a:t> aos</a:t>
            </a:r>
            <a:r>
              <a:rPr sz="2650" spc="5" dirty="0">
                <a:solidFill>
                  <a:schemeClr val="tx2"/>
                </a:solidFill>
                <a:latin typeface="BirkaLTPro-Regular"/>
                <a:cs typeface="Tahoma"/>
              </a:rPr>
              <a:t> </a:t>
            </a:r>
            <a:r>
              <a:rPr sz="2650" dirty="0">
                <a:solidFill>
                  <a:schemeClr val="tx2"/>
                </a:solidFill>
                <a:latin typeface="BirkaLTPro-Regular"/>
                <a:cs typeface="Tahoma"/>
              </a:rPr>
              <a:t>atributos</a:t>
            </a:r>
            <a:r>
              <a:rPr sz="2650" spc="-10" dirty="0">
                <a:solidFill>
                  <a:schemeClr val="tx2"/>
                </a:solidFill>
                <a:latin typeface="BirkaLTPro-Regular"/>
                <a:cs typeface="Tahoma"/>
              </a:rPr>
              <a:t> </a:t>
            </a:r>
            <a:r>
              <a:rPr sz="2650" dirty="0">
                <a:solidFill>
                  <a:schemeClr val="tx2"/>
                </a:solidFill>
                <a:latin typeface="BirkaLTPro-Regular"/>
                <a:cs typeface="Tahoma"/>
              </a:rPr>
              <a:t>de uma</a:t>
            </a:r>
            <a:r>
              <a:rPr sz="2650" spc="5" dirty="0">
                <a:solidFill>
                  <a:schemeClr val="tx2"/>
                </a:solidFill>
                <a:latin typeface="BirkaLTPro-Regular"/>
                <a:cs typeface="Tahoma"/>
              </a:rPr>
              <a:t> </a:t>
            </a:r>
            <a:r>
              <a:rPr sz="2650" dirty="0">
                <a:solidFill>
                  <a:schemeClr val="tx2"/>
                </a:solidFill>
                <a:latin typeface="BirkaLTPro-Regular"/>
                <a:cs typeface="Tahoma"/>
              </a:rPr>
              <a:t>tabela,</a:t>
            </a:r>
            <a:r>
              <a:rPr sz="2650" spc="10" dirty="0">
                <a:solidFill>
                  <a:schemeClr val="tx2"/>
                </a:solidFill>
                <a:latin typeface="BirkaLTPro-Regular"/>
                <a:cs typeface="Tahoma"/>
              </a:rPr>
              <a:t> </a:t>
            </a:r>
            <a:r>
              <a:rPr sz="2650" dirty="0" err="1">
                <a:solidFill>
                  <a:schemeClr val="tx2"/>
                </a:solidFill>
                <a:latin typeface="BirkaLTPro-Regular"/>
                <a:cs typeface="Tahoma"/>
              </a:rPr>
              <a:t>porém</a:t>
            </a:r>
            <a:r>
              <a:rPr sz="2650" dirty="0">
                <a:solidFill>
                  <a:schemeClr val="tx2"/>
                </a:solidFill>
                <a:latin typeface="BirkaLTPro-Regular"/>
                <a:cs typeface="Tahoma"/>
              </a:rPr>
              <a:t> </a:t>
            </a:r>
            <a:r>
              <a:rPr sz="2650" u="sng" spc="-25" dirty="0" err="1">
                <a:solidFill>
                  <a:schemeClr val="tx2"/>
                </a:solidFill>
                <a:uFill>
                  <a:solidFill>
                    <a:srgbClr val="663300"/>
                  </a:solidFill>
                </a:uFill>
                <a:latin typeface="BirkaLTPro-Regular"/>
                <a:cs typeface="Tahoma"/>
              </a:rPr>
              <a:t>uma</a:t>
            </a:r>
            <a:r>
              <a:rPr lang="pt-BR" sz="2650" u="sng" spc="-25" dirty="0">
                <a:solidFill>
                  <a:schemeClr val="tx2"/>
                </a:solidFill>
                <a:uFill>
                  <a:solidFill>
                    <a:srgbClr val="663300"/>
                  </a:solidFill>
                </a:uFill>
                <a:latin typeface="BirkaLTPro-Regular"/>
                <a:cs typeface="Tahoma"/>
              </a:rPr>
              <a:t> </a:t>
            </a:r>
            <a:r>
              <a:rPr sz="2650" u="sng" dirty="0" err="1">
                <a:solidFill>
                  <a:schemeClr val="tx2"/>
                </a:solidFill>
                <a:uFill>
                  <a:solidFill>
                    <a:srgbClr val="663300"/>
                  </a:solidFill>
                </a:uFill>
                <a:latin typeface="BirkaLTPro-Regular"/>
                <a:cs typeface="Tahoma"/>
              </a:rPr>
              <a:t>classe</a:t>
            </a:r>
            <a:r>
              <a:rPr sz="2650" u="sng" spc="-20" dirty="0">
                <a:solidFill>
                  <a:schemeClr val="tx2"/>
                </a:solidFill>
                <a:uFill>
                  <a:solidFill>
                    <a:srgbClr val="663300"/>
                  </a:solidFill>
                </a:uFill>
                <a:latin typeface="BirkaLTPro-Regular"/>
                <a:cs typeface="Tahoma"/>
              </a:rPr>
              <a:t> </a:t>
            </a:r>
            <a:r>
              <a:rPr sz="2650" u="sng" dirty="0">
                <a:solidFill>
                  <a:schemeClr val="tx2"/>
                </a:solidFill>
                <a:uFill>
                  <a:solidFill>
                    <a:srgbClr val="663300"/>
                  </a:solidFill>
                </a:uFill>
                <a:latin typeface="BirkaLTPro-Regular"/>
                <a:cs typeface="Tahoma"/>
              </a:rPr>
              <a:t>não</a:t>
            </a:r>
            <a:r>
              <a:rPr sz="2650" u="sng" spc="-30" dirty="0">
                <a:solidFill>
                  <a:schemeClr val="tx2"/>
                </a:solidFill>
                <a:uFill>
                  <a:solidFill>
                    <a:srgbClr val="663300"/>
                  </a:solidFill>
                </a:uFill>
                <a:latin typeface="BirkaLTPro-Regular"/>
                <a:cs typeface="Tahoma"/>
              </a:rPr>
              <a:t> </a:t>
            </a:r>
            <a:r>
              <a:rPr sz="2650" u="sng" dirty="0">
                <a:solidFill>
                  <a:schemeClr val="tx2"/>
                </a:solidFill>
                <a:uFill>
                  <a:solidFill>
                    <a:srgbClr val="663300"/>
                  </a:solidFill>
                </a:uFill>
                <a:latin typeface="BirkaLTPro-Regular"/>
                <a:cs typeface="Tahoma"/>
              </a:rPr>
              <a:t>é</a:t>
            </a:r>
            <a:r>
              <a:rPr sz="2650" u="sng" spc="-20" dirty="0">
                <a:solidFill>
                  <a:schemeClr val="tx2"/>
                </a:solidFill>
                <a:uFill>
                  <a:solidFill>
                    <a:srgbClr val="663300"/>
                  </a:solidFill>
                </a:uFill>
                <a:latin typeface="BirkaLTPro-Regular"/>
                <a:cs typeface="Tahoma"/>
              </a:rPr>
              <a:t> </a:t>
            </a:r>
            <a:r>
              <a:rPr sz="2650" u="sng" dirty="0">
                <a:solidFill>
                  <a:schemeClr val="tx2"/>
                </a:solidFill>
                <a:uFill>
                  <a:solidFill>
                    <a:srgbClr val="663300"/>
                  </a:solidFill>
                </a:uFill>
                <a:latin typeface="BirkaLTPro-Regular"/>
                <a:cs typeface="Tahoma"/>
              </a:rPr>
              <a:t>uma</a:t>
            </a:r>
            <a:r>
              <a:rPr sz="2650" u="sng" spc="-10" dirty="0">
                <a:solidFill>
                  <a:schemeClr val="tx2"/>
                </a:solidFill>
                <a:uFill>
                  <a:solidFill>
                    <a:srgbClr val="663300"/>
                  </a:solidFill>
                </a:uFill>
                <a:latin typeface="BirkaLTPro-Regular"/>
                <a:cs typeface="Tahoma"/>
              </a:rPr>
              <a:t> tabela</a:t>
            </a:r>
            <a:r>
              <a:rPr sz="2650" spc="-10" dirty="0">
                <a:solidFill>
                  <a:schemeClr val="tx2"/>
                </a:solidFill>
                <a:latin typeface="BirkaLTPro-Regular"/>
                <a:cs typeface="Tahoma"/>
              </a:rPr>
              <a:t>.</a:t>
            </a:r>
            <a:endParaRPr sz="2650" dirty="0">
              <a:solidFill>
                <a:schemeClr val="tx2"/>
              </a:solidFill>
              <a:latin typeface="BirkaLTPro-Regular"/>
              <a:cs typeface="Tahoma"/>
            </a:endParaRPr>
          </a:p>
          <a:p>
            <a:pPr marL="457200" indent="-457200">
              <a:lnSpc>
                <a:spcPct val="100000"/>
              </a:lnSpc>
              <a:spcBef>
                <a:spcPts val="1065"/>
              </a:spcBef>
              <a:buClr>
                <a:srgbClr val="2D1500"/>
              </a:buClr>
              <a:buFont typeface="Arial" panose="020B0604020202020204" pitchFamily="34" charset="0"/>
              <a:buChar char="•"/>
            </a:pPr>
            <a:endParaRPr sz="2650" dirty="0">
              <a:solidFill>
                <a:schemeClr val="tx2"/>
              </a:solidFill>
              <a:latin typeface="BirkaLTPro-Regular"/>
              <a:cs typeface="Tahoma"/>
            </a:endParaRPr>
          </a:p>
          <a:p>
            <a:pPr marL="469265" marR="5080" indent="-457200" algn="just">
              <a:lnSpc>
                <a:spcPct val="100000"/>
              </a:lnSpc>
              <a:spcBef>
                <a:spcPts val="5"/>
              </a:spcBef>
              <a:buClr>
                <a:srgbClr val="2D1500"/>
              </a:buClr>
              <a:buFont typeface="Arial" panose="020B0604020202020204" pitchFamily="34" charset="0"/>
              <a:buChar char="•"/>
              <a:tabLst>
                <a:tab pos="285750" algn="l"/>
              </a:tabLst>
            </a:pPr>
            <a:r>
              <a:rPr sz="2650" dirty="0">
                <a:solidFill>
                  <a:schemeClr val="tx2"/>
                </a:solidFill>
                <a:latin typeface="BirkaLTPro-Regular"/>
                <a:cs typeface="Tahoma"/>
              </a:rPr>
              <a:t>Em</a:t>
            </a:r>
            <a:r>
              <a:rPr sz="2650" spc="120" dirty="0">
                <a:solidFill>
                  <a:schemeClr val="tx2"/>
                </a:solidFill>
                <a:latin typeface="BirkaLTPro-Regular"/>
                <a:cs typeface="Tahoma"/>
              </a:rPr>
              <a:t> </a:t>
            </a:r>
            <a:r>
              <a:rPr sz="2650" dirty="0">
                <a:solidFill>
                  <a:schemeClr val="tx2"/>
                </a:solidFill>
                <a:latin typeface="BirkaLTPro-Regular"/>
                <a:cs typeface="Tahoma"/>
              </a:rPr>
              <a:t>um</a:t>
            </a:r>
            <a:r>
              <a:rPr sz="2650" spc="120" dirty="0">
                <a:solidFill>
                  <a:schemeClr val="tx2"/>
                </a:solidFill>
                <a:latin typeface="BirkaLTPro-Regular"/>
                <a:cs typeface="Tahoma"/>
              </a:rPr>
              <a:t> </a:t>
            </a:r>
            <a:r>
              <a:rPr sz="2650" dirty="0">
                <a:solidFill>
                  <a:schemeClr val="tx2"/>
                </a:solidFill>
                <a:latin typeface="BirkaLTPro-Regular"/>
                <a:cs typeface="Tahoma"/>
              </a:rPr>
              <a:t>modelo</a:t>
            </a:r>
            <a:r>
              <a:rPr sz="2650" spc="125" dirty="0">
                <a:solidFill>
                  <a:schemeClr val="tx2"/>
                </a:solidFill>
                <a:latin typeface="BirkaLTPro-Regular"/>
                <a:cs typeface="Tahoma"/>
              </a:rPr>
              <a:t> </a:t>
            </a:r>
            <a:r>
              <a:rPr sz="2650" dirty="0">
                <a:solidFill>
                  <a:schemeClr val="tx2"/>
                </a:solidFill>
                <a:latin typeface="BirkaLTPro-Regular"/>
                <a:cs typeface="Tahoma"/>
              </a:rPr>
              <a:t>lógico</a:t>
            </a:r>
            <a:r>
              <a:rPr sz="2650" spc="125" dirty="0">
                <a:solidFill>
                  <a:schemeClr val="tx2"/>
                </a:solidFill>
                <a:latin typeface="BirkaLTPro-Regular"/>
                <a:cs typeface="Tahoma"/>
              </a:rPr>
              <a:t> </a:t>
            </a:r>
            <a:r>
              <a:rPr sz="2650" dirty="0">
                <a:solidFill>
                  <a:schemeClr val="tx2"/>
                </a:solidFill>
                <a:latin typeface="BirkaLTPro-Regular"/>
                <a:cs typeface="Tahoma"/>
              </a:rPr>
              <a:t>de</a:t>
            </a:r>
            <a:r>
              <a:rPr sz="2650" spc="120" dirty="0">
                <a:solidFill>
                  <a:schemeClr val="tx2"/>
                </a:solidFill>
                <a:latin typeface="BirkaLTPro-Regular"/>
                <a:cs typeface="Tahoma"/>
              </a:rPr>
              <a:t> </a:t>
            </a:r>
            <a:r>
              <a:rPr sz="2650" dirty="0">
                <a:solidFill>
                  <a:schemeClr val="tx2"/>
                </a:solidFill>
                <a:latin typeface="BirkaLTPro-Regular"/>
                <a:cs typeface="Tahoma"/>
              </a:rPr>
              <a:t>Banco</a:t>
            </a:r>
            <a:r>
              <a:rPr sz="2650" spc="110" dirty="0">
                <a:solidFill>
                  <a:schemeClr val="tx2"/>
                </a:solidFill>
                <a:latin typeface="BirkaLTPro-Regular"/>
                <a:cs typeface="Tahoma"/>
              </a:rPr>
              <a:t> </a:t>
            </a:r>
            <a:r>
              <a:rPr sz="2650" dirty="0">
                <a:solidFill>
                  <a:schemeClr val="tx2"/>
                </a:solidFill>
                <a:latin typeface="BirkaLTPro-Regular"/>
                <a:cs typeface="Tahoma"/>
              </a:rPr>
              <a:t>de</a:t>
            </a:r>
            <a:r>
              <a:rPr sz="2650" spc="120" dirty="0">
                <a:solidFill>
                  <a:schemeClr val="tx2"/>
                </a:solidFill>
                <a:latin typeface="BirkaLTPro-Regular"/>
                <a:cs typeface="Tahoma"/>
              </a:rPr>
              <a:t> </a:t>
            </a:r>
            <a:r>
              <a:rPr sz="2650" dirty="0">
                <a:solidFill>
                  <a:schemeClr val="tx2"/>
                </a:solidFill>
                <a:latin typeface="BirkaLTPro-Regular"/>
                <a:cs typeface="Tahoma"/>
              </a:rPr>
              <a:t>Dados,</a:t>
            </a:r>
            <a:r>
              <a:rPr sz="2650" spc="130" dirty="0">
                <a:solidFill>
                  <a:schemeClr val="tx2"/>
                </a:solidFill>
                <a:latin typeface="BirkaLTPro-Regular"/>
                <a:cs typeface="Tahoma"/>
              </a:rPr>
              <a:t> </a:t>
            </a:r>
            <a:r>
              <a:rPr sz="2650" dirty="0" err="1">
                <a:solidFill>
                  <a:schemeClr val="tx2"/>
                </a:solidFill>
                <a:latin typeface="BirkaLTPro-Regular"/>
                <a:cs typeface="Tahoma"/>
              </a:rPr>
              <a:t>os</a:t>
            </a:r>
            <a:r>
              <a:rPr sz="2650" spc="125" dirty="0">
                <a:solidFill>
                  <a:schemeClr val="tx2"/>
                </a:solidFill>
                <a:latin typeface="BirkaLTPro-Regular"/>
                <a:cs typeface="Tahoma"/>
              </a:rPr>
              <a:t> </a:t>
            </a:r>
            <a:r>
              <a:rPr sz="2650" spc="-10" dirty="0" err="1">
                <a:solidFill>
                  <a:schemeClr val="tx2"/>
                </a:solidFill>
                <a:latin typeface="BirkaLTPro-Regular"/>
                <a:cs typeface="Tahoma"/>
              </a:rPr>
              <a:t>métodos</a:t>
            </a:r>
            <a:r>
              <a:rPr lang="pt-BR" sz="2650" spc="-10" dirty="0">
                <a:solidFill>
                  <a:schemeClr val="tx2"/>
                </a:solidFill>
                <a:latin typeface="BirkaLTPro-Regular"/>
                <a:cs typeface="Tahoma"/>
              </a:rPr>
              <a:t> </a:t>
            </a:r>
            <a:r>
              <a:rPr sz="2650" dirty="0">
                <a:solidFill>
                  <a:schemeClr val="tx2"/>
                </a:solidFill>
                <a:latin typeface="BirkaLTPro-Regular"/>
                <a:cs typeface="Tahoma"/>
              </a:rPr>
              <a:t>de</a:t>
            </a:r>
            <a:r>
              <a:rPr sz="2650" spc="155" dirty="0">
                <a:solidFill>
                  <a:schemeClr val="tx2"/>
                </a:solidFill>
                <a:latin typeface="BirkaLTPro-Regular"/>
                <a:cs typeface="Tahoma"/>
              </a:rPr>
              <a:t>  </a:t>
            </a:r>
            <a:r>
              <a:rPr sz="2650" dirty="0">
                <a:solidFill>
                  <a:schemeClr val="tx2"/>
                </a:solidFill>
                <a:latin typeface="BirkaLTPro-Regular"/>
                <a:cs typeface="Tahoma"/>
              </a:rPr>
              <a:t>uma</a:t>
            </a:r>
            <a:r>
              <a:rPr sz="2650" spc="155" dirty="0">
                <a:solidFill>
                  <a:schemeClr val="tx2"/>
                </a:solidFill>
                <a:latin typeface="BirkaLTPro-Regular"/>
                <a:cs typeface="Tahoma"/>
              </a:rPr>
              <a:t>  </a:t>
            </a:r>
            <a:r>
              <a:rPr sz="2650" dirty="0">
                <a:solidFill>
                  <a:schemeClr val="tx2"/>
                </a:solidFill>
                <a:latin typeface="BirkaLTPro-Regular"/>
                <a:cs typeface="Tahoma"/>
              </a:rPr>
              <a:t>classe</a:t>
            </a:r>
            <a:r>
              <a:rPr sz="2650" spc="160" dirty="0">
                <a:solidFill>
                  <a:schemeClr val="tx2"/>
                </a:solidFill>
                <a:latin typeface="BirkaLTPro-Regular"/>
                <a:cs typeface="Tahoma"/>
              </a:rPr>
              <a:t>  </a:t>
            </a:r>
            <a:r>
              <a:rPr sz="2650" dirty="0">
                <a:solidFill>
                  <a:schemeClr val="tx2"/>
                </a:solidFill>
                <a:latin typeface="BirkaLTPro-Regular"/>
                <a:cs typeface="Tahoma"/>
              </a:rPr>
              <a:t>podem</a:t>
            </a:r>
            <a:r>
              <a:rPr sz="2650" spc="155" dirty="0">
                <a:solidFill>
                  <a:schemeClr val="tx2"/>
                </a:solidFill>
                <a:latin typeface="BirkaLTPro-Regular"/>
                <a:cs typeface="Tahoma"/>
              </a:rPr>
              <a:t>  </a:t>
            </a:r>
            <a:r>
              <a:rPr sz="2650" dirty="0">
                <a:solidFill>
                  <a:schemeClr val="tx2"/>
                </a:solidFill>
                <a:latin typeface="BirkaLTPro-Regular"/>
                <a:cs typeface="Tahoma"/>
              </a:rPr>
              <a:t>corresponder</a:t>
            </a:r>
            <a:r>
              <a:rPr sz="2650" spc="150" dirty="0">
                <a:solidFill>
                  <a:schemeClr val="tx2"/>
                </a:solidFill>
                <a:latin typeface="BirkaLTPro-Regular"/>
                <a:cs typeface="Tahoma"/>
              </a:rPr>
              <a:t>  </a:t>
            </a:r>
            <a:r>
              <a:rPr sz="2650" dirty="0" err="1">
                <a:solidFill>
                  <a:schemeClr val="tx2"/>
                </a:solidFill>
                <a:latin typeface="BirkaLTPro-Regular"/>
                <a:cs typeface="Tahoma"/>
              </a:rPr>
              <a:t>às</a:t>
            </a:r>
            <a:r>
              <a:rPr sz="2650" spc="165" dirty="0">
                <a:solidFill>
                  <a:schemeClr val="tx2"/>
                </a:solidFill>
                <a:latin typeface="BirkaLTPro-Regular"/>
                <a:cs typeface="Tahoma"/>
              </a:rPr>
              <a:t>  </a:t>
            </a:r>
            <a:r>
              <a:rPr sz="2650" spc="-10" dirty="0" err="1">
                <a:solidFill>
                  <a:schemeClr val="tx2"/>
                </a:solidFill>
                <a:latin typeface="BirkaLTPro-Regular"/>
                <a:cs typeface="Tahoma"/>
              </a:rPr>
              <a:t>operações</a:t>
            </a:r>
            <a:r>
              <a:rPr lang="pt-BR" sz="2650" spc="-10" dirty="0">
                <a:solidFill>
                  <a:schemeClr val="tx2"/>
                </a:solidFill>
                <a:latin typeface="BirkaLTPro-Regular"/>
                <a:cs typeface="Tahoma"/>
              </a:rPr>
              <a:t> </a:t>
            </a:r>
            <a:r>
              <a:rPr sz="2650" dirty="0" err="1">
                <a:solidFill>
                  <a:schemeClr val="tx2"/>
                </a:solidFill>
                <a:latin typeface="BirkaLTPro-Regular"/>
                <a:cs typeface="Tahoma"/>
              </a:rPr>
              <a:t>realizadas</a:t>
            </a:r>
            <a:r>
              <a:rPr sz="2650" spc="-10" dirty="0">
                <a:solidFill>
                  <a:schemeClr val="tx2"/>
                </a:solidFill>
                <a:latin typeface="BirkaLTPro-Regular"/>
                <a:cs typeface="Tahoma"/>
              </a:rPr>
              <a:t>  </a:t>
            </a:r>
            <a:r>
              <a:rPr sz="2650" dirty="0">
                <a:solidFill>
                  <a:schemeClr val="tx2"/>
                </a:solidFill>
                <a:latin typeface="BirkaLTPro-Regular"/>
                <a:cs typeface="Tahoma"/>
              </a:rPr>
              <a:t>sobre</a:t>
            </a:r>
            <a:r>
              <a:rPr sz="2650" spc="-5" dirty="0">
                <a:solidFill>
                  <a:schemeClr val="tx2"/>
                </a:solidFill>
                <a:latin typeface="BirkaLTPro-Regular"/>
                <a:cs typeface="Tahoma"/>
              </a:rPr>
              <a:t>  </a:t>
            </a:r>
            <a:r>
              <a:rPr sz="2650" dirty="0">
                <a:solidFill>
                  <a:schemeClr val="tx2"/>
                </a:solidFill>
                <a:latin typeface="BirkaLTPro-Regular"/>
                <a:cs typeface="Tahoma"/>
              </a:rPr>
              <a:t>uma</a:t>
            </a:r>
            <a:r>
              <a:rPr sz="2650" spc="-5" dirty="0">
                <a:solidFill>
                  <a:schemeClr val="tx2"/>
                </a:solidFill>
                <a:latin typeface="BirkaLTPro-Regular"/>
                <a:cs typeface="Tahoma"/>
              </a:rPr>
              <a:t>  </a:t>
            </a:r>
            <a:r>
              <a:rPr sz="2650" dirty="0">
                <a:solidFill>
                  <a:schemeClr val="tx2"/>
                </a:solidFill>
                <a:latin typeface="BirkaLTPro-Regular"/>
                <a:cs typeface="Tahoma"/>
              </a:rPr>
              <a:t>tabela</a:t>
            </a:r>
            <a:r>
              <a:rPr sz="2650" spc="-5" dirty="0">
                <a:solidFill>
                  <a:schemeClr val="tx2"/>
                </a:solidFill>
                <a:latin typeface="BirkaLTPro-Regular"/>
                <a:cs typeface="Tahoma"/>
              </a:rPr>
              <a:t>  </a:t>
            </a:r>
            <a:r>
              <a:rPr sz="2650" dirty="0">
                <a:solidFill>
                  <a:schemeClr val="tx2"/>
                </a:solidFill>
                <a:latin typeface="BirkaLTPro-Regular"/>
                <a:cs typeface="Tahoma"/>
              </a:rPr>
              <a:t>(incluir,</a:t>
            </a:r>
            <a:r>
              <a:rPr sz="2650" spc="-5" dirty="0">
                <a:solidFill>
                  <a:schemeClr val="tx2"/>
                </a:solidFill>
                <a:latin typeface="BirkaLTPro-Regular"/>
                <a:cs typeface="Tahoma"/>
              </a:rPr>
              <a:t>  </a:t>
            </a:r>
            <a:r>
              <a:rPr sz="2650" dirty="0">
                <a:solidFill>
                  <a:schemeClr val="tx2"/>
                </a:solidFill>
                <a:latin typeface="BirkaLTPro-Regular"/>
                <a:cs typeface="Tahoma"/>
              </a:rPr>
              <a:t>alterar,</a:t>
            </a:r>
            <a:r>
              <a:rPr sz="2650" spc="-10" dirty="0">
                <a:solidFill>
                  <a:schemeClr val="tx2"/>
                </a:solidFill>
                <a:latin typeface="BirkaLTPro-Regular"/>
                <a:cs typeface="Tahoma"/>
              </a:rPr>
              <a:t>  </a:t>
            </a:r>
            <a:r>
              <a:rPr sz="2650" spc="-10" dirty="0" err="1">
                <a:solidFill>
                  <a:schemeClr val="tx2"/>
                </a:solidFill>
                <a:latin typeface="BirkaLTPro-Regular"/>
                <a:cs typeface="Tahoma"/>
              </a:rPr>
              <a:t>excluir</a:t>
            </a:r>
            <a:r>
              <a:rPr sz="2650" spc="-10" dirty="0">
                <a:solidFill>
                  <a:schemeClr val="tx2"/>
                </a:solidFill>
                <a:latin typeface="BirkaLTPro-Regular"/>
                <a:cs typeface="Tahoma"/>
              </a:rPr>
              <a:t>,</a:t>
            </a:r>
            <a:r>
              <a:rPr lang="pt-BR" sz="2650" spc="-10" dirty="0">
                <a:solidFill>
                  <a:schemeClr val="tx2"/>
                </a:solidFill>
                <a:latin typeface="BirkaLTPro-Regular"/>
                <a:cs typeface="Tahoma"/>
              </a:rPr>
              <a:t> </a:t>
            </a:r>
            <a:r>
              <a:rPr sz="2650" spc="-10" dirty="0" err="1">
                <a:solidFill>
                  <a:schemeClr val="tx2"/>
                </a:solidFill>
                <a:latin typeface="BirkaLTPro-Regular"/>
                <a:cs typeface="Tahoma"/>
              </a:rPr>
              <a:t>consultar</a:t>
            </a:r>
            <a:r>
              <a:rPr sz="2650" spc="-10" dirty="0">
                <a:solidFill>
                  <a:schemeClr val="tx2"/>
                </a:solidFill>
                <a:latin typeface="BirkaLTPro-Regular"/>
                <a:cs typeface="Tahoma"/>
              </a:rPr>
              <a:t>).</a:t>
            </a:r>
            <a:endParaRPr sz="2650" dirty="0">
              <a:solidFill>
                <a:schemeClr val="tx2"/>
              </a:solidFill>
              <a:latin typeface="BirkaLTPro-Regular"/>
              <a:cs typeface="Tahoma"/>
            </a:endParaRPr>
          </a:p>
        </p:txBody>
      </p:sp>
      <p:pic>
        <p:nvPicPr>
          <p:cNvPr id="3" name="object 6">
            <a:extLst>
              <a:ext uri="{FF2B5EF4-FFF2-40B4-BE49-F238E27FC236}">
                <a16:creationId xmlns:a16="http://schemas.microsoft.com/office/drawing/2014/main" id="{BD7AA1A3-5728-4AC4-6D4D-4C65B2DC8DB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35604" y="645985"/>
            <a:ext cx="2987802" cy="5566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5624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A507A0-D1D8-A269-D843-7C97849BE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B589F79F-ECAD-D6E9-DA91-8DB9CF79E56B}"/>
              </a:ext>
            </a:extLst>
          </p:cNvPr>
          <p:cNvSpPr txBox="1"/>
          <p:nvPr/>
        </p:nvSpPr>
        <p:spPr>
          <a:xfrm>
            <a:off x="327198" y="389493"/>
            <a:ext cx="7552206" cy="473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07000"/>
              </a:lnSpc>
              <a:spcAft>
                <a:spcPts val="800"/>
              </a:spcAft>
              <a:tabLst>
                <a:tab pos="914400" algn="l"/>
              </a:tabLst>
            </a:pPr>
            <a:r>
              <a:rPr lang="pt-BR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Diagrama de Classes (</a:t>
            </a:r>
            <a:r>
              <a:rPr lang="pt-BR" sz="24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Class</a:t>
            </a:r>
            <a:r>
              <a:rPr lang="pt-BR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pt-BR" sz="24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Diagram</a:t>
            </a:r>
            <a:r>
              <a:rPr lang="pt-BR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2" name="object 5">
            <a:extLst>
              <a:ext uri="{FF2B5EF4-FFF2-40B4-BE49-F238E27FC236}">
                <a16:creationId xmlns:a16="http://schemas.microsoft.com/office/drawing/2014/main" id="{C87B6CF2-C9A7-36F8-5E13-DC873EE12F8A}"/>
              </a:ext>
            </a:extLst>
          </p:cNvPr>
          <p:cNvSpPr txBox="1"/>
          <p:nvPr/>
        </p:nvSpPr>
        <p:spPr>
          <a:xfrm>
            <a:off x="416211" y="1369120"/>
            <a:ext cx="11042971" cy="5044907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065" marR="142240">
              <a:lnSpc>
                <a:spcPts val="2160"/>
              </a:lnSpc>
              <a:spcBef>
                <a:spcPts val="170"/>
              </a:spcBef>
              <a:buClr>
                <a:srgbClr val="2D1500"/>
              </a:buClr>
              <a:tabLst>
                <a:tab pos="285750" algn="l"/>
              </a:tabLst>
            </a:pPr>
            <a:r>
              <a:rPr lang="pt-BR" sz="2650" b="1" spc="-10" dirty="0">
                <a:latin typeface="BirkaLTPro-Regular"/>
              </a:rPr>
              <a:t>Classe</a:t>
            </a:r>
          </a:p>
          <a:p>
            <a:pPr marL="12065" marR="142240">
              <a:lnSpc>
                <a:spcPts val="2160"/>
              </a:lnSpc>
              <a:spcBef>
                <a:spcPts val="170"/>
              </a:spcBef>
              <a:buClr>
                <a:srgbClr val="2D1500"/>
              </a:buClr>
              <a:tabLst>
                <a:tab pos="285750" algn="l"/>
              </a:tabLst>
            </a:pPr>
            <a:endParaRPr lang="pt-BR" sz="2650" b="1" spc="-10" dirty="0">
              <a:latin typeface="BirkaLTPro-Regular"/>
              <a:cs typeface="Tahoma"/>
            </a:endParaRPr>
          </a:p>
          <a:p>
            <a:pPr marL="469900" indent="-457200" algn="just">
              <a:lnSpc>
                <a:spcPct val="100000"/>
              </a:lnSpc>
              <a:spcBef>
                <a:spcPts val="100"/>
              </a:spcBef>
              <a:buClr>
                <a:srgbClr val="2D1500"/>
              </a:buClr>
              <a:buFont typeface="Arial" panose="020B0604020202020204" pitchFamily="34" charset="0"/>
              <a:buChar char="•"/>
              <a:tabLst>
                <a:tab pos="285115" algn="l"/>
                <a:tab pos="554990" algn="l"/>
                <a:tab pos="1137285" algn="l"/>
                <a:tab pos="2216785" algn="l"/>
                <a:tab pos="2605405" algn="l"/>
                <a:tab pos="3067050" algn="l"/>
                <a:tab pos="4086860" algn="l"/>
                <a:tab pos="4475480" algn="l"/>
                <a:tab pos="5354955" algn="l"/>
                <a:tab pos="5871210" algn="l"/>
                <a:tab pos="7385050" algn="l"/>
                <a:tab pos="7752715" algn="l"/>
              </a:tabLst>
            </a:pPr>
            <a:r>
              <a:rPr lang="pt-BR" sz="2650" dirty="0">
                <a:latin typeface="BirkaLTPro-Regular"/>
              </a:rPr>
              <a:t>É uma descrição de um conjunto de objetos que compartilham	os mesmos atributos, operações, relacionamentos e semântica.</a:t>
            </a:r>
          </a:p>
          <a:p>
            <a:pPr>
              <a:lnSpc>
                <a:spcPct val="100000"/>
              </a:lnSpc>
              <a:spcBef>
                <a:spcPts val="1065"/>
              </a:spcBef>
            </a:pPr>
            <a:endParaRPr lang="pt-BR" sz="2650" dirty="0">
              <a:latin typeface="BirkaLTPro-Regular"/>
              <a:cs typeface="Tahoma"/>
            </a:endParaRPr>
          </a:p>
          <a:p>
            <a:pPr marL="469900" indent="-457200">
              <a:lnSpc>
                <a:spcPct val="100000"/>
              </a:lnSpc>
              <a:spcBef>
                <a:spcPts val="5"/>
              </a:spcBef>
              <a:buClr>
                <a:srgbClr val="2D1500"/>
              </a:buClr>
              <a:buFont typeface="Arial" panose="020B0604020202020204" pitchFamily="34" charset="0"/>
              <a:buChar char="•"/>
              <a:tabLst>
                <a:tab pos="285115" algn="l"/>
              </a:tabLst>
            </a:pPr>
            <a:r>
              <a:rPr lang="pt-BR" sz="2650" dirty="0">
                <a:latin typeface="BirkaLTPro-Regular"/>
                <a:cs typeface="Tahoma"/>
              </a:rPr>
              <a:t> Representada</a:t>
            </a:r>
            <a:r>
              <a:rPr lang="pt-BR" sz="2650" spc="-35" dirty="0">
                <a:latin typeface="BirkaLTPro-Regular"/>
                <a:cs typeface="Tahoma"/>
              </a:rPr>
              <a:t> </a:t>
            </a:r>
            <a:r>
              <a:rPr lang="pt-BR" sz="2650" dirty="0">
                <a:latin typeface="BirkaLTPro-Regular"/>
                <a:cs typeface="Tahoma"/>
              </a:rPr>
              <a:t>por</a:t>
            </a:r>
            <a:r>
              <a:rPr lang="pt-BR" sz="2650" spc="-40" dirty="0">
                <a:latin typeface="BirkaLTPro-Regular"/>
                <a:cs typeface="Tahoma"/>
              </a:rPr>
              <a:t> </a:t>
            </a:r>
            <a:r>
              <a:rPr lang="pt-BR" sz="2650" dirty="0">
                <a:latin typeface="BirkaLTPro-Regular"/>
                <a:cs typeface="Tahoma"/>
              </a:rPr>
              <a:t>um</a:t>
            </a:r>
            <a:r>
              <a:rPr lang="pt-BR" sz="2650" spc="-45" dirty="0">
                <a:latin typeface="BirkaLTPro-Regular"/>
                <a:cs typeface="Tahoma"/>
              </a:rPr>
              <a:t> </a:t>
            </a:r>
            <a:r>
              <a:rPr lang="pt-BR" sz="2650" dirty="0">
                <a:latin typeface="BirkaLTPro-Regular"/>
                <a:cs typeface="Tahoma"/>
              </a:rPr>
              <a:t>retângulo</a:t>
            </a:r>
            <a:r>
              <a:rPr lang="pt-BR" sz="2650" spc="-55" dirty="0">
                <a:latin typeface="BirkaLTPro-Regular"/>
                <a:cs typeface="Tahoma"/>
              </a:rPr>
              <a:t> </a:t>
            </a:r>
            <a:r>
              <a:rPr lang="pt-BR" sz="2650" dirty="0">
                <a:latin typeface="BirkaLTPro-Regular"/>
                <a:cs typeface="Tahoma"/>
              </a:rPr>
              <a:t>que</a:t>
            </a:r>
            <a:r>
              <a:rPr lang="pt-BR" sz="2650" spc="-45" dirty="0">
                <a:latin typeface="BirkaLTPro-Regular"/>
                <a:cs typeface="Tahoma"/>
              </a:rPr>
              <a:t> </a:t>
            </a:r>
            <a:r>
              <a:rPr lang="pt-BR" sz="2650" dirty="0">
                <a:latin typeface="BirkaLTPro-Regular"/>
                <a:cs typeface="Tahoma"/>
              </a:rPr>
              <a:t>pode</a:t>
            </a:r>
            <a:r>
              <a:rPr lang="pt-BR" sz="2650" spc="-30" dirty="0">
                <a:latin typeface="BirkaLTPro-Regular"/>
                <a:cs typeface="Tahoma"/>
              </a:rPr>
              <a:t> </a:t>
            </a:r>
            <a:r>
              <a:rPr lang="pt-BR" sz="2650" dirty="0">
                <a:latin typeface="BirkaLTPro-Regular"/>
                <a:cs typeface="Tahoma"/>
              </a:rPr>
              <a:t>possuir</a:t>
            </a:r>
            <a:r>
              <a:rPr lang="pt-BR" sz="2650" spc="-60" dirty="0">
                <a:latin typeface="BirkaLTPro-Regular"/>
                <a:cs typeface="Tahoma"/>
              </a:rPr>
              <a:t> </a:t>
            </a:r>
            <a:r>
              <a:rPr lang="pt-BR" sz="2650" dirty="0">
                <a:latin typeface="BirkaLTPro-Regular"/>
                <a:cs typeface="Tahoma"/>
              </a:rPr>
              <a:t>até</a:t>
            </a:r>
            <a:r>
              <a:rPr lang="pt-BR" sz="2650" spc="-40" dirty="0">
                <a:latin typeface="BirkaLTPro-Regular"/>
                <a:cs typeface="Tahoma"/>
              </a:rPr>
              <a:t> </a:t>
            </a:r>
            <a:r>
              <a:rPr lang="pt-BR" sz="2650" dirty="0">
                <a:latin typeface="BirkaLTPro-Regular"/>
                <a:cs typeface="Tahoma"/>
              </a:rPr>
              <a:t>três</a:t>
            </a:r>
            <a:r>
              <a:rPr lang="pt-BR" sz="2650" spc="-40" dirty="0">
                <a:latin typeface="BirkaLTPro-Regular"/>
                <a:cs typeface="Tahoma"/>
              </a:rPr>
              <a:t> </a:t>
            </a:r>
            <a:r>
              <a:rPr lang="pt-BR" sz="2650" spc="-10" dirty="0">
                <a:latin typeface="BirkaLTPro-Regular"/>
                <a:cs typeface="Tahoma"/>
              </a:rPr>
              <a:t>divisões:</a:t>
            </a:r>
            <a:endParaRPr lang="pt-BR" sz="2650" dirty="0">
              <a:latin typeface="BirkaLTPro-Regular"/>
              <a:cs typeface="Tahoma"/>
            </a:endParaRPr>
          </a:p>
          <a:p>
            <a:pPr marL="927100" lvl="1" indent="-457200">
              <a:lnSpc>
                <a:spcPct val="100000"/>
              </a:lnSpc>
              <a:spcBef>
                <a:spcPts val="1080"/>
              </a:spcBef>
              <a:buClr>
                <a:srgbClr val="2D1500"/>
              </a:buClr>
              <a:buFont typeface="Wingdings" panose="05000000000000000000" pitchFamily="2" charset="2"/>
              <a:buChar char="Ø"/>
              <a:tabLst>
                <a:tab pos="741680" algn="l"/>
              </a:tabLst>
            </a:pPr>
            <a:r>
              <a:rPr lang="pt-BR" sz="2650" dirty="0">
                <a:latin typeface="BirkaLTPro-Regular"/>
                <a:cs typeface="Tahoma"/>
              </a:rPr>
              <a:t>Nome</a:t>
            </a:r>
            <a:r>
              <a:rPr lang="pt-BR" sz="2650" spc="-25" dirty="0">
                <a:latin typeface="BirkaLTPro-Regular"/>
                <a:cs typeface="Tahoma"/>
              </a:rPr>
              <a:t> </a:t>
            </a:r>
            <a:r>
              <a:rPr lang="pt-BR" sz="2650" dirty="0">
                <a:latin typeface="BirkaLTPro-Regular"/>
                <a:cs typeface="Tahoma"/>
              </a:rPr>
              <a:t>da</a:t>
            </a:r>
            <a:r>
              <a:rPr lang="pt-BR" sz="2650" spc="-5" dirty="0">
                <a:latin typeface="BirkaLTPro-Regular"/>
                <a:cs typeface="Tahoma"/>
              </a:rPr>
              <a:t> </a:t>
            </a:r>
            <a:r>
              <a:rPr lang="pt-BR" sz="2650" spc="-10" dirty="0">
                <a:latin typeface="BirkaLTPro-Regular"/>
                <a:cs typeface="Tahoma"/>
              </a:rPr>
              <a:t>classe</a:t>
            </a:r>
          </a:p>
          <a:p>
            <a:pPr marL="927100" lvl="1" indent="-457200">
              <a:lnSpc>
                <a:spcPct val="100000"/>
              </a:lnSpc>
              <a:spcBef>
                <a:spcPts val="1080"/>
              </a:spcBef>
              <a:buClr>
                <a:srgbClr val="2D1500"/>
              </a:buClr>
              <a:buFont typeface="Wingdings" panose="05000000000000000000" pitchFamily="2" charset="2"/>
              <a:buChar char="Ø"/>
              <a:tabLst>
                <a:tab pos="741680" algn="l"/>
              </a:tabLst>
            </a:pPr>
            <a:endParaRPr lang="pt-BR" sz="2650" dirty="0">
              <a:latin typeface="BirkaLTPro-Regular"/>
              <a:cs typeface="Tahoma"/>
            </a:endParaRPr>
          </a:p>
          <a:p>
            <a:pPr marL="927100" lvl="1" indent="-457200">
              <a:lnSpc>
                <a:spcPct val="100000"/>
              </a:lnSpc>
              <a:buClr>
                <a:srgbClr val="2D1500"/>
              </a:buClr>
              <a:buFont typeface="Wingdings" panose="05000000000000000000" pitchFamily="2" charset="2"/>
              <a:buChar char="Ø"/>
              <a:tabLst>
                <a:tab pos="741680" algn="l"/>
              </a:tabLst>
            </a:pPr>
            <a:r>
              <a:rPr lang="pt-BR" sz="2650" dirty="0">
                <a:latin typeface="BirkaLTPro-Regular"/>
                <a:cs typeface="Tahoma"/>
              </a:rPr>
              <a:t>Atributos</a:t>
            </a:r>
            <a:r>
              <a:rPr lang="pt-BR" sz="2650" spc="-40" dirty="0">
                <a:latin typeface="BirkaLTPro-Regular"/>
                <a:cs typeface="Tahoma"/>
              </a:rPr>
              <a:t> </a:t>
            </a:r>
            <a:r>
              <a:rPr lang="pt-BR" sz="2650" dirty="0">
                <a:latin typeface="BirkaLTPro-Regular"/>
                <a:cs typeface="Tahoma"/>
              </a:rPr>
              <a:t>da</a:t>
            </a:r>
            <a:r>
              <a:rPr lang="pt-BR" sz="2650" spc="-30" dirty="0">
                <a:latin typeface="BirkaLTPro-Regular"/>
                <a:cs typeface="Tahoma"/>
              </a:rPr>
              <a:t> </a:t>
            </a:r>
            <a:r>
              <a:rPr lang="pt-BR" sz="2650" spc="-10" dirty="0">
                <a:latin typeface="BirkaLTPro-Regular"/>
                <a:cs typeface="Tahoma"/>
              </a:rPr>
              <a:t>classe</a:t>
            </a:r>
          </a:p>
          <a:p>
            <a:pPr marL="927100" lvl="1" indent="-457200">
              <a:lnSpc>
                <a:spcPct val="100000"/>
              </a:lnSpc>
              <a:buClr>
                <a:srgbClr val="2D1500"/>
              </a:buClr>
              <a:buFont typeface="Wingdings" panose="05000000000000000000" pitchFamily="2" charset="2"/>
              <a:buChar char="Ø"/>
              <a:tabLst>
                <a:tab pos="741680" algn="l"/>
              </a:tabLst>
            </a:pPr>
            <a:endParaRPr lang="pt-BR" sz="2650" dirty="0">
              <a:latin typeface="BirkaLTPro-Regular"/>
              <a:cs typeface="Tahoma"/>
            </a:endParaRPr>
          </a:p>
          <a:p>
            <a:pPr marL="927100" lvl="1" indent="-457200">
              <a:lnSpc>
                <a:spcPct val="100000"/>
              </a:lnSpc>
              <a:buClr>
                <a:srgbClr val="2D1500"/>
              </a:buClr>
              <a:buFont typeface="Wingdings" panose="05000000000000000000" pitchFamily="2" charset="2"/>
              <a:buChar char="Ø"/>
              <a:tabLst>
                <a:tab pos="741680" algn="l"/>
              </a:tabLst>
            </a:pPr>
            <a:r>
              <a:rPr lang="pt-BR" sz="2650" dirty="0">
                <a:latin typeface="BirkaLTPro-Regular"/>
                <a:cs typeface="Tahoma"/>
              </a:rPr>
              <a:t>Métodos</a:t>
            </a:r>
            <a:r>
              <a:rPr lang="pt-BR" sz="2650" spc="-40" dirty="0">
                <a:latin typeface="BirkaLTPro-Regular"/>
                <a:cs typeface="Tahoma"/>
              </a:rPr>
              <a:t> </a:t>
            </a:r>
            <a:r>
              <a:rPr lang="pt-BR" sz="2650" dirty="0">
                <a:latin typeface="BirkaLTPro-Regular"/>
                <a:cs typeface="Tahoma"/>
              </a:rPr>
              <a:t>da</a:t>
            </a:r>
            <a:r>
              <a:rPr lang="pt-BR" sz="2650" spc="-15" dirty="0">
                <a:latin typeface="BirkaLTPro-Regular"/>
                <a:cs typeface="Tahoma"/>
              </a:rPr>
              <a:t> </a:t>
            </a:r>
            <a:r>
              <a:rPr lang="pt-BR" sz="2650" spc="-10" dirty="0">
                <a:latin typeface="BirkaLTPro-Regular"/>
                <a:cs typeface="Tahoma"/>
              </a:rPr>
              <a:t>classe</a:t>
            </a:r>
            <a:endParaRPr lang="pt-BR" sz="2650" dirty="0">
              <a:latin typeface="BirkaLTPro-Regular"/>
              <a:cs typeface="Tahoma"/>
            </a:endParaRPr>
          </a:p>
          <a:p>
            <a:pPr marL="12065" marR="142240">
              <a:lnSpc>
                <a:spcPts val="2160"/>
              </a:lnSpc>
              <a:spcBef>
                <a:spcPts val="170"/>
              </a:spcBef>
              <a:buClr>
                <a:srgbClr val="2D1500"/>
              </a:buClr>
              <a:tabLst>
                <a:tab pos="285750" algn="l"/>
              </a:tabLst>
            </a:pPr>
            <a:endParaRPr sz="2650" b="1" dirty="0">
              <a:latin typeface="BirkaLTPro-Regular"/>
              <a:cs typeface="Tahoma"/>
            </a:endParaRPr>
          </a:p>
        </p:txBody>
      </p:sp>
      <p:sp>
        <p:nvSpPr>
          <p:cNvPr id="4" name="object 5">
            <a:extLst>
              <a:ext uri="{FF2B5EF4-FFF2-40B4-BE49-F238E27FC236}">
                <a16:creationId xmlns:a16="http://schemas.microsoft.com/office/drawing/2014/main" id="{0AEDD4C6-F006-641F-D531-71B5FE958D22}"/>
              </a:ext>
            </a:extLst>
          </p:cNvPr>
          <p:cNvSpPr txBox="1"/>
          <p:nvPr/>
        </p:nvSpPr>
        <p:spPr>
          <a:xfrm>
            <a:off x="6069108" y="4888819"/>
            <a:ext cx="623574" cy="5129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89"/>
              </a:lnSpc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Pessoa</a:t>
            </a:r>
            <a:endParaRPr sz="1800">
              <a:latin typeface="Arial"/>
              <a:cs typeface="Arial"/>
            </a:endParaRPr>
          </a:p>
        </p:txBody>
      </p:sp>
      <p:graphicFrame>
        <p:nvGraphicFramePr>
          <p:cNvPr id="6" name="object 6">
            <a:extLst>
              <a:ext uri="{FF2B5EF4-FFF2-40B4-BE49-F238E27FC236}">
                <a16:creationId xmlns:a16="http://schemas.microsoft.com/office/drawing/2014/main" id="{82CE8C6E-7DC0-0574-B700-88D54E1FAF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8949759"/>
              </p:ext>
            </p:extLst>
          </p:nvPr>
        </p:nvGraphicFramePr>
        <p:xfrm>
          <a:off x="4424397" y="3881174"/>
          <a:ext cx="3289422" cy="2276434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32894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68969">
                <a:tc>
                  <a:txBody>
                    <a:bodyPr/>
                    <a:lstStyle/>
                    <a:p>
                      <a:pPr marL="119380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2800" spc="-10" dirty="0">
                          <a:solidFill>
                            <a:srgbClr val="FFFFFF"/>
                          </a:solidFill>
                        </a:rPr>
                        <a:t>Pessoa</a:t>
                      </a:r>
                      <a:endParaRPr sz="2800" dirty="0">
                        <a:latin typeface="Arial"/>
                        <a:cs typeface="Arial"/>
                      </a:endParaRPr>
                    </a:p>
                  </a:txBody>
                  <a:tcPr marL="0" marR="0" marT="41836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1872">
                <a:tc>
                  <a:txBody>
                    <a:bodyPr/>
                    <a:lstStyle/>
                    <a:p>
                      <a:pPr marL="261620" indent="-170180">
                        <a:lnSpc>
                          <a:spcPct val="100000"/>
                        </a:lnSpc>
                        <a:spcBef>
                          <a:spcPts val="305"/>
                        </a:spcBef>
                        <a:buChar char="-"/>
                        <a:tabLst>
                          <a:tab pos="261620" algn="l"/>
                        </a:tabLst>
                      </a:pPr>
                      <a:r>
                        <a:rPr sz="1900" spc="-25" dirty="0">
                          <a:solidFill>
                            <a:srgbClr val="FFFFFF"/>
                          </a:solidFill>
                        </a:rPr>
                        <a:t>CPF</a:t>
                      </a:r>
                      <a:endParaRPr sz="1900" dirty="0"/>
                    </a:p>
                    <a:p>
                      <a:pPr marL="261620" indent="-170180">
                        <a:lnSpc>
                          <a:spcPct val="100000"/>
                        </a:lnSpc>
                        <a:buChar char="-"/>
                        <a:tabLst>
                          <a:tab pos="261620" algn="l"/>
                        </a:tabLst>
                      </a:pPr>
                      <a:r>
                        <a:rPr sz="1900" spc="-20" dirty="0">
                          <a:solidFill>
                            <a:srgbClr val="FFFFFF"/>
                          </a:solidFill>
                        </a:rPr>
                        <a:t>nome</a:t>
                      </a:r>
                      <a:endParaRPr sz="1900" dirty="0"/>
                    </a:p>
                    <a:p>
                      <a:pPr marL="261620" indent="-170180">
                        <a:lnSpc>
                          <a:spcPct val="100000"/>
                        </a:lnSpc>
                        <a:buChar char="-"/>
                        <a:tabLst>
                          <a:tab pos="261620" algn="l"/>
                        </a:tabLst>
                      </a:pPr>
                      <a:r>
                        <a:rPr sz="1900" spc="-25" dirty="0">
                          <a:solidFill>
                            <a:srgbClr val="FFFFFF"/>
                          </a:solidFill>
                        </a:rPr>
                        <a:t>RG</a:t>
                      </a:r>
                      <a:endParaRPr sz="1900" dirty="0">
                        <a:latin typeface="Arial"/>
                        <a:cs typeface="Arial"/>
                      </a:endParaRPr>
                    </a:p>
                  </a:txBody>
                  <a:tcPr marL="0" marR="0" marT="34026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5593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900" dirty="0">
                          <a:solidFill>
                            <a:srgbClr val="FFFFFF"/>
                          </a:solidFill>
                        </a:rPr>
                        <a:t>+</a:t>
                      </a:r>
                      <a:r>
                        <a:rPr sz="1900" spc="-15" dirty="0">
                          <a:solidFill>
                            <a:srgbClr val="FFFFFF"/>
                          </a:solidFill>
                        </a:rPr>
                        <a:t> </a:t>
                      </a:r>
                      <a:r>
                        <a:rPr sz="1900" spc="-10" dirty="0">
                          <a:solidFill>
                            <a:srgbClr val="FFFFFF"/>
                          </a:solidFill>
                        </a:rPr>
                        <a:t>consultarPorNome()</a:t>
                      </a:r>
                      <a:endParaRPr sz="1900" dirty="0"/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900" dirty="0">
                          <a:solidFill>
                            <a:srgbClr val="FFFFFF"/>
                          </a:solidFill>
                        </a:rPr>
                        <a:t>+</a:t>
                      </a:r>
                      <a:r>
                        <a:rPr sz="1900" spc="-15" dirty="0">
                          <a:solidFill>
                            <a:srgbClr val="FFFFFF"/>
                          </a:solidFill>
                        </a:rPr>
                        <a:t> </a:t>
                      </a:r>
                      <a:r>
                        <a:rPr sz="1900" spc="-10" dirty="0">
                          <a:solidFill>
                            <a:srgbClr val="FFFFFF"/>
                          </a:solidFill>
                        </a:rPr>
                        <a:t>validarCPF()</a:t>
                      </a:r>
                      <a:endParaRPr sz="1900" dirty="0">
                        <a:latin typeface="Arial"/>
                        <a:cs typeface="Arial"/>
                      </a:endParaRPr>
                    </a:p>
                  </a:txBody>
                  <a:tcPr marL="0" marR="0" marT="2287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4535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DAF91D-B199-F382-61FC-DCAB64FC86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C34BFDD4-0CA5-6AD2-A18E-39938DB54DD0}"/>
              </a:ext>
            </a:extLst>
          </p:cNvPr>
          <p:cNvSpPr txBox="1"/>
          <p:nvPr/>
        </p:nvSpPr>
        <p:spPr>
          <a:xfrm>
            <a:off x="327198" y="389493"/>
            <a:ext cx="7552206" cy="473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07000"/>
              </a:lnSpc>
              <a:spcAft>
                <a:spcPts val="800"/>
              </a:spcAft>
              <a:tabLst>
                <a:tab pos="914400" algn="l"/>
              </a:tabLst>
            </a:pPr>
            <a:r>
              <a:rPr lang="pt-BR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Diagrama de Classes (</a:t>
            </a:r>
            <a:r>
              <a:rPr lang="pt-BR" sz="24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Class</a:t>
            </a:r>
            <a:r>
              <a:rPr lang="pt-BR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pt-BR" sz="24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Diagram</a:t>
            </a:r>
            <a:r>
              <a:rPr lang="pt-BR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2" name="object 5">
            <a:extLst>
              <a:ext uri="{FF2B5EF4-FFF2-40B4-BE49-F238E27FC236}">
                <a16:creationId xmlns:a16="http://schemas.microsoft.com/office/drawing/2014/main" id="{FC23664A-7A82-1209-81CA-1E4466D593C8}"/>
              </a:ext>
            </a:extLst>
          </p:cNvPr>
          <p:cNvSpPr txBox="1"/>
          <p:nvPr/>
        </p:nvSpPr>
        <p:spPr>
          <a:xfrm>
            <a:off x="416211" y="1067562"/>
            <a:ext cx="11042971" cy="5233484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065" marR="5080">
              <a:lnSpc>
                <a:spcPct val="100000"/>
              </a:lnSpc>
              <a:spcBef>
                <a:spcPts val="100"/>
              </a:spcBef>
              <a:buClr>
                <a:srgbClr val="2D1500"/>
              </a:buClr>
              <a:tabLst>
                <a:tab pos="285750" algn="l"/>
              </a:tabLst>
            </a:pPr>
            <a:r>
              <a:rPr lang="pt-BR" sz="2600" b="1" dirty="0">
                <a:latin typeface="BirkaLTPro-Regular"/>
                <a:cs typeface="Tahoma"/>
              </a:rPr>
              <a:t>Relacionamento</a:t>
            </a:r>
          </a:p>
          <a:p>
            <a:pPr marL="12065" marR="5080">
              <a:lnSpc>
                <a:spcPct val="100000"/>
              </a:lnSpc>
              <a:spcBef>
                <a:spcPts val="100"/>
              </a:spcBef>
              <a:buClr>
                <a:srgbClr val="2D1500"/>
              </a:buClr>
              <a:tabLst>
                <a:tab pos="285750" algn="l"/>
              </a:tabLst>
            </a:pPr>
            <a:endParaRPr lang="pt-BR" sz="2600" b="1" dirty="0">
              <a:latin typeface="BirkaLTPro-Regular"/>
              <a:cs typeface="Tahoma"/>
            </a:endParaRPr>
          </a:p>
          <a:p>
            <a:pPr marL="469265" marR="5080" indent="-457200">
              <a:lnSpc>
                <a:spcPct val="100000"/>
              </a:lnSpc>
              <a:spcBef>
                <a:spcPts val="100"/>
              </a:spcBef>
              <a:buClr>
                <a:srgbClr val="2D1500"/>
              </a:buClr>
              <a:buFont typeface="Arial" panose="020B0604020202020204" pitchFamily="34" charset="0"/>
              <a:buChar char="•"/>
              <a:tabLst>
                <a:tab pos="285750" algn="l"/>
              </a:tabLst>
            </a:pPr>
            <a:r>
              <a:rPr lang="pt-BR" sz="2600" dirty="0">
                <a:latin typeface="BirkaLTPro-Regular"/>
                <a:cs typeface="Tahoma"/>
              </a:rPr>
              <a:t>Permite</a:t>
            </a:r>
            <a:r>
              <a:rPr lang="pt-BR" sz="2600" spc="114" dirty="0">
                <a:latin typeface="BirkaLTPro-Regular"/>
                <a:cs typeface="Tahoma"/>
              </a:rPr>
              <a:t> </a:t>
            </a:r>
            <a:r>
              <a:rPr lang="pt-BR" sz="2600" dirty="0">
                <a:latin typeface="BirkaLTPro-Regular"/>
                <a:cs typeface="Tahoma"/>
              </a:rPr>
              <a:t>compartilhar</a:t>
            </a:r>
            <a:r>
              <a:rPr lang="pt-BR" sz="2600" spc="114" dirty="0">
                <a:latin typeface="BirkaLTPro-Regular"/>
                <a:cs typeface="Tahoma"/>
              </a:rPr>
              <a:t> </a:t>
            </a:r>
            <a:r>
              <a:rPr lang="pt-BR" sz="2600" dirty="0">
                <a:latin typeface="BirkaLTPro-Regular"/>
                <a:cs typeface="Tahoma"/>
              </a:rPr>
              <a:t>informações</a:t>
            </a:r>
            <a:r>
              <a:rPr lang="pt-BR" sz="2600" spc="114" dirty="0">
                <a:latin typeface="BirkaLTPro-Regular"/>
                <a:cs typeface="Tahoma"/>
              </a:rPr>
              <a:t> </a:t>
            </a:r>
            <a:r>
              <a:rPr lang="pt-BR" sz="2600" dirty="0">
                <a:latin typeface="BirkaLTPro-Regular"/>
                <a:cs typeface="Tahoma"/>
              </a:rPr>
              <a:t>e</a:t>
            </a:r>
            <a:r>
              <a:rPr lang="pt-BR" sz="2600" spc="125" dirty="0">
                <a:latin typeface="BirkaLTPro-Regular"/>
                <a:cs typeface="Tahoma"/>
              </a:rPr>
              <a:t> </a:t>
            </a:r>
            <a:r>
              <a:rPr lang="pt-BR" sz="2600" dirty="0">
                <a:latin typeface="BirkaLTPro-Regular"/>
                <a:cs typeface="Tahoma"/>
              </a:rPr>
              <a:t>colaborar</a:t>
            </a:r>
            <a:r>
              <a:rPr lang="pt-BR" sz="2600" spc="114" dirty="0">
                <a:latin typeface="BirkaLTPro-Regular"/>
                <a:cs typeface="Tahoma"/>
              </a:rPr>
              <a:t> </a:t>
            </a:r>
            <a:r>
              <a:rPr lang="pt-BR" sz="2600" dirty="0">
                <a:latin typeface="BirkaLTPro-Regular"/>
                <a:cs typeface="Tahoma"/>
              </a:rPr>
              <a:t>com</a:t>
            </a:r>
            <a:r>
              <a:rPr lang="pt-BR" sz="2600" spc="114" dirty="0">
                <a:latin typeface="BirkaLTPro-Regular"/>
                <a:cs typeface="Tahoma"/>
              </a:rPr>
              <a:t> </a:t>
            </a:r>
            <a:r>
              <a:rPr lang="pt-BR" sz="2600" dirty="0">
                <a:latin typeface="BirkaLTPro-Regular"/>
                <a:cs typeface="Tahoma"/>
              </a:rPr>
              <a:t>a</a:t>
            </a:r>
            <a:r>
              <a:rPr lang="pt-BR" sz="2600" spc="135" dirty="0">
                <a:latin typeface="BirkaLTPro-Regular"/>
                <a:cs typeface="Tahoma"/>
              </a:rPr>
              <a:t> </a:t>
            </a:r>
            <a:r>
              <a:rPr lang="pt-BR" sz="2600" dirty="0">
                <a:latin typeface="BirkaLTPro-Regular"/>
                <a:cs typeface="Tahoma"/>
              </a:rPr>
              <a:t>execução</a:t>
            </a:r>
            <a:r>
              <a:rPr lang="pt-BR" sz="2600" spc="120" dirty="0">
                <a:latin typeface="BirkaLTPro-Regular"/>
                <a:cs typeface="Tahoma"/>
              </a:rPr>
              <a:t> </a:t>
            </a:r>
            <a:r>
              <a:rPr lang="pt-BR" sz="2600" dirty="0">
                <a:latin typeface="BirkaLTPro-Regular"/>
                <a:cs typeface="Tahoma"/>
              </a:rPr>
              <a:t>dos</a:t>
            </a:r>
            <a:r>
              <a:rPr lang="pt-BR" sz="2600" spc="114" dirty="0">
                <a:latin typeface="BirkaLTPro-Regular"/>
                <a:cs typeface="Tahoma"/>
              </a:rPr>
              <a:t> </a:t>
            </a:r>
            <a:r>
              <a:rPr lang="pt-BR" sz="2600" dirty="0">
                <a:latin typeface="BirkaLTPro-Regular"/>
                <a:cs typeface="Tahoma"/>
              </a:rPr>
              <a:t>processos</a:t>
            </a:r>
            <a:r>
              <a:rPr lang="pt-BR" sz="2600" spc="120" dirty="0">
                <a:latin typeface="BirkaLTPro-Regular"/>
                <a:cs typeface="Tahoma"/>
              </a:rPr>
              <a:t> </a:t>
            </a:r>
            <a:r>
              <a:rPr lang="pt-BR" sz="2600" spc="-25" dirty="0">
                <a:latin typeface="BirkaLTPro-Regular"/>
                <a:cs typeface="Tahoma"/>
              </a:rPr>
              <a:t>do 	</a:t>
            </a:r>
            <a:r>
              <a:rPr lang="pt-BR" sz="2600" spc="-10" dirty="0">
                <a:latin typeface="BirkaLTPro-Regular"/>
                <a:cs typeface="Tahoma"/>
              </a:rPr>
              <a:t>sistema.</a:t>
            </a:r>
            <a:endParaRPr lang="pt-BR" sz="2600" dirty="0">
              <a:latin typeface="BirkaLTPro-Regular"/>
              <a:cs typeface="Tahoma"/>
            </a:endParaRPr>
          </a:p>
          <a:p>
            <a:pPr marL="469900" indent="-457200">
              <a:lnSpc>
                <a:spcPct val="100000"/>
              </a:lnSpc>
              <a:buClr>
                <a:srgbClr val="2D1500"/>
              </a:buClr>
              <a:buFont typeface="Arial" panose="020B0604020202020204" pitchFamily="34" charset="0"/>
              <a:buChar char="•"/>
              <a:tabLst>
                <a:tab pos="285115" algn="l"/>
              </a:tabLst>
            </a:pPr>
            <a:r>
              <a:rPr lang="pt-BR" sz="2600" dirty="0">
                <a:latin typeface="BirkaLTPro-Regular"/>
                <a:cs typeface="Tahoma"/>
              </a:rPr>
              <a:t>Descreve</a:t>
            </a:r>
            <a:r>
              <a:rPr lang="pt-BR" sz="2600" spc="50" dirty="0">
                <a:latin typeface="BirkaLTPro-Regular"/>
                <a:cs typeface="Tahoma"/>
              </a:rPr>
              <a:t> </a:t>
            </a:r>
            <a:r>
              <a:rPr lang="pt-BR" sz="2600" dirty="0">
                <a:latin typeface="BirkaLTPro-Regular"/>
                <a:cs typeface="Tahoma"/>
              </a:rPr>
              <a:t>um</a:t>
            </a:r>
            <a:r>
              <a:rPr lang="pt-BR" sz="2600" spc="55" dirty="0">
                <a:latin typeface="BirkaLTPro-Regular"/>
                <a:cs typeface="Tahoma"/>
              </a:rPr>
              <a:t> </a:t>
            </a:r>
            <a:r>
              <a:rPr lang="pt-BR" sz="2600" dirty="0">
                <a:latin typeface="BirkaLTPro-Regular"/>
                <a:cs typeface="Tahoma"/>
              </a:rPr>
              <a:t>vínculo</a:t>
            </a:r>
            <a:r>
              <a:rPr lang="pt-BR" sz="2600" spc="40" dirty="0">
                <a:latin typeface="BirkaLTPro-Regular"/>
                <a:cs typeface="Tahoma"/>
              </a:rPr>
              <a:t> </a:t>
            </a:r>
            <a:r>
              <a:rPr lang="pt-BR" sz="2600" dirty="0">
                <a:latin typeface="BirkaLTPro-Regular"/>
                <a:cs typeface="Tahoma"/>
              </a:rPr>
              <a:t>que</a:t>
            </a:r>
            <a:r>
              <a:rPr lang="pt-BR" sz="2600" spc="40" dirty="0">
                <a:latin typeface="BirkaLTPro-Regular"/>
                <a:cs typeface="Tahoma"/>
              </a:rPr>
              <a:t> </a:t>
            </a:r>
            <a:r>
              <a:rPr lang="pt-BR" sz="2600" dirty="0">
                <a:latin typeface="BirkaLTPro-Regular"/>
                <a:cs typeface="Tahoma"/>
              </a:rPr>
              <a:t>ocorre,</a:t>
            </a:r>
            <a:r>
              <a:rPr lang="pt-BR" sz="2600" spc="50" dirty="0">
                <a:latin typeface="BirkaLTPro-Regular"/>
                <a:cs typeface="Tahoma"/>
              </a:rPr>
              <a:t> </a:t>
            </a:r>
            <a:r>
              <a:rPr lang="pt-BR" sz="2600" dirty="0">
                <a:latin typeface="BirkaLTPro-Regular"/>
                <a:cs typeface="Tahoma"/>
              </a:rPr>
              <a:t>normalmente,</a:t>
            </a:r>
            <a:r>
              <a:rPr lang="pt-BR" sz="2600" spc="50" dirty="0">
                <a:latin typeface="BirkaLTPro-Regular"/>
                <a:cs typeface="Tahoma"/>
              </a:rPr>
              <a:t> </a:t>
            </a:r>
            <a:r>
              <a:rPr lang="pt-BR" sz="2600" dirty="0">
                <a:latin typeface="BirkaLTPro-Regular"/>
                <a:cs typeface="Tahoma"/>
              </a:rPr>
              <a:t>entre</a:t>
            </a:r>
            <a:r>
              <a:rPr lang="pt-BR" sz="2600" spc="50" dirty="0">
                <a:latin typeface="BirkaLTPro-Regular"/>
                <a:cs typeface="Tahoma"/>
              </a:rPr>
              <a:t> </a:t>
            </a:r>
            <a:r>
              <a:rPr lang="pt-BR" sz="2600" dirty="0">
                <a:latin typeface="BirkaLTPro-Regular"/>
                <a:cs typeface="Tahoma"/>
              </a:rPr>
              <a:t>os</a:t>
            </a:r>
            <a:r>
              <a:rPr lang="pt-BR" sz="2600" spc="60" dirty="0">
                <a:latin typeface="BirkaLTPro-Regular"/>
                <a:cs typeface="Tahoma"/>
              </a:rPr>
              <a:t> </a:t>
            </a:r>
            <a:r>
              <a:rPr lang="pt-BR" sz="2600" dirty="0">
                <a:latin typeface="BirkaLTPro-Regular"/>
                <a:cs typeface="Tahoma"/>
              </a:rPr>
              <a:t>objetos</a:t>
            </a:r>
            <a:r>
              <a:rPr lang="pt-BR" sz="2600" spc="50" dirty="0">
                <a:latin typeface="BirkaLTPro-Regular"/>
                <a:cs typeface="Tahoma"/>
              </a:rPr>
              <a:t> </a:t>
            </a:r>
            <a:r>
              <a:rPr lang="pt-BR" sz="2600" dirty="0">
                <a:latin typeface="BirkaLTPro-Regular"/>
                <a:cs typeface="Tahoma"/>
              </a:rPr>
              <a:t>de</a:t>
            </a:r>
            <a:r>
              <a:rPr lang="pt-BR" sz="2600" spc="50" dirty="0">
                <a:latin typeface="BirkaLTPro-Regular"/>
                <a:cs typeface="Tahoma"/>
              </a:rPr>
              <a:t> </a:t>
            </a:r>
            <a:r>
              <a:rPr lang="pt-BR" sz="2600" dirty="0">
                <a:latin typeface="BirkaLTPro-Regular"/>
                <a:cs typeface="Tahoma"/>
              </a:rPr>
              <a:t>uma</a:t>
            </a:r>
            <a:r>
              <a:rPr lang="pt-BR" sz="2600" spc="60" dirty="0">
                <a:latin typeface="BirkaLTPro-Regular"/>
                <a:cs typeface="Tahoma"/>
              </a:rPr>
              <a:t> </a:t>
            </a:r>
            <a:r>
              <a:rPr lang="pt-BR" sz="2600" dirty="0">
                <a:latin typeface="BirkaLTPro-Regular"/>
                <a:cs typeface="Tahoma"/>
              </a:rPr>
              <a:t>ou</a:t>
            </a:r>
            <a:r>
              <a:rPr lang="pt-BR" sz="2600" spc="55" dirty="0">
                <a:latin typeface="BirkaLTPro-Regular"/>
                <a:cs typeface="Tahoma"/>
              </a:rPr>
              <a:t> </a:t>
            </a:r>
            <a:r>
              <a:rPr lang="pt-BR" sz="2600" spc="-20" dirty="0">
                <a:latin typeface="BirkaLTPro-Regular"/>
                <a:cs typeface="Tahoma"/>
              </a:rPr>
              <a:t>mais</a:t>
            </a:r>
            <a:r>
              <a:rPr lang="pt-BR" sz="2600" dirty="0">
                <a:latin typeface="BirkaLTPro-Regular"/>
                <a:cs typeface="Tahoma"/>
              </a:rPr>
              <a:t> </a:t>
            </a:r>
            <a:r>
              <a:rPr lang="pt-BR" sz="2600" spc="-10" dirty="0">
                <a:latin typeface="BirkaLTPro-Regular"/>
                <a:cs typeface="Tahoma"/>
              </a:rPr>
              <a:t>classes.</a:t>
            </a:r>
            <a:endParaRPr lang="pt-BR" sz="2600" dirty="0">
              <a:latin typeface="BirkaLTPro-Regular"/>
              <a:cs typeface="Tahoma"/>
            </a:endParaRPr>
          </a:p>
          <a:p>
            <a:pPr marL="469900" indent="-457200">
              <a:lnSpc>
                <a:spcPct val="100000"/>
              </a:lnSpc>
              <a:buClr>
                <a:srgbClr val="2D1500"/>
              </a:buClr>
              <a:buFont typeface="Arial" panose="020B0604020202020204" pitchFamily="34" charset="0"/>
              <a:buChar char="•"/>
              <a:tabLst>
                <a:tab pos="285115" algn="l"/>
              </a:tabLst>
            </a:pPr>
            <a:r>
              <a:rPr lang="pt-BR" sz="2600" dirty="0">
                <a:latin typeface="BirkaLTPro-Regular"/>
                <a:cs typeface="Tahoma"/>
              </a:rPr>
              <a:t>Os</a:t>
            </a:r>
            <a:r>
              <a:rPr lang="pt-BR" sz="2600" spc="-30" dirty="0">
                <a:latin typeface="BirkaLTPro-Regular"/>
                <a:cs typeface="Tahoma"/>
              </a:rPr>
              <a:t> </a:t>
            </a:r>
            <a:r>
              <a:rPr lang="pt-BR" sz="2600" dirty="0">
                <a:latin typeface="BirkaLTPro-Regular"/>
                <a:cs typeface="Tahoma"/>
              </a:rPr>
              <a:t>tipos</a:t>
            </a:r>
            <a:r>
              <a:rPr lang="pt-BR" sz="2600" spc="-35" dirty="0">
                <a:latin typeface="BirkaLTPro-Regular"/>
                <a:cs typeface="Tahoma"/>
              </a:rPr>
              <a:t> </a:t>
            </a:r>
            <a:r>
              <a:rPr lang="pt-BR" sz="2600" dirty="0">
                <a:latin typeface="BirkaLTPro-Regular"/>
                <a:cs typeface="Tahoma"/>
              </a:rPr>
              <a:t>de</a:t>
            </a:r>
            <a:r>
              <a:rPr lang="pt-BR" sz="2600" spc="-15" dirty="0">
                <a:latin typeface="BirkaLTPro-Regular"/>
                <a:cs typeface="Tahoma"/>
              </a:rPr>
              <a:t> </a:t>
            </a:r>
            <a:r>
              <a:rPr lang="pt-BR" sz="2600" dirty="0">
                <a:latin typeface="BirkaLTPro-Regular"/>
                <a:cs typeface="Tahoma"/>
              </a:rPr>
              <a:t>relacionamentos</a:t>
            </a:r>
            <a:r>
              <a:rPr lang="pt-BR" sz="2600" spc="-45" dirty="0">
                <a:latin typeface="BirkaLTPro-Regular"/>
                <a:cs typeface="Tahoma"/>
              </a:rPr>
              <a:t> </a:t>
            </a:r>
            <a:r>
              <a:rPr lang="pt-BR" sz="2600" spc="-20" dirty="0">
                <a:latin typeface="BirkaLTPro-Regular"/>
                <a:cs typeface="Tahoma"/>
              </a:rPr>
              <a:t>são:</a:t>
            </a:r>
            <a:endParaRPr lang="pt-BR" sz="2600" dirty="0">
              <a:latin typeface="BirkaLTPro-Regular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600"/>
              </a:spcBef>
              <a:buClr>
                <a:srgbClr val="2D1500"/>
              </a:buClr>
              <a:buFont typeface="Wingdings"/>
              <a:buChar char=""/>
              <a:tabLst>
                <a:tab pos="756285" algn="l"/>
              </a:tabLst>
            </a:pPr>
            <a:r>
              <a:rPr lang="pt-BR" sz="2600" spc="-10" dirty="0">
                <a:latin typeface="BirkaLTPro-Regular"/>
                <a:cs typeface="Tahoma"/>
              </a:rPr>
              <a:t>Associação</a:t>
            </a:r>
            <a:endParaRPr lang="pt-BR" sz="2600" dirty="0">
              <a:latin typeface="BirkaLTPro-Regular"/>
              <a:cs typeface="Tahoma"/>
            </a:endParaRPr>
          </a:p>
          <a:p>
            <a:pPr marL="1212850" lvl="2" indent="-285750">
              <a:lnSpc>
                <a:spcPct val="100000"/>
              </a:lnSpc>
              <a:spcBef>
                <a:spcPts val="600"/>
              </a:spcBef>
              <a:buClr>
                <a:srgbClr val="2D1500"/>
              </a:buClr>
              <a:buFont typeface="Wingdings"/>
              <a:buChar char=""/>
              <a:tabLst>
                <a:tab pos="1212850" algn="l"/>
              </a:tabLst>
            </a:pPr>
            <a:r>
              <a:rPr lang="pt-BR" sz="2600" spc="-10" dirty="0">
                <a:latin typeface="BirkaLTPro-Regular"/>
                <a:cs typeface="Tahoma"/>
              </a:rPr>
              <a:t>Agregação</a:t>
            </a:r>
            <a:endParaRPr lang="pt-BR" sz="2600" dirty="0">
              <a:latin typeface="BirkaLTPro-Regular"/>
              <a:cs typeface="Tahoma"/>
            </a:endParaRPr>
          </a:p>
          <a:p>
            <a:pPr marL="1212850" lvl="2" indent="-285750">
              <a:lnSpc>
                <a:spcPct val="100000"/>
              </a:lnSpc>
              <a:spcBef>
                <a:spcPts val="600"/>
              </a:spcBef>
              <a:buClr>
                <a:srgbClr val="2D1500"/>
              </a:buClr>
              <a:buFont typeface="Wingdings"/>
              <a:buChar char=""/>
              <a:tabLst>
                <a:tab pos="1212850" algn="l"/>
              </a:tabLst>
            </a:pPr>
            <a:r>
              <a:rPr lang="pt-BR" sz="2600" spc="-10" dirty="0">
                <a:latin typeface="BirkaLTPro-Regular"/>
                <a:cs typeface="Tahoma"/>
              </a:rPr>
              <a:t>Composição</a:t>
            </a:r>
            <a:endParaRPr lang="pt-BR" sz="2600" dirty="0">
              <a:latin typeface="BirkaLTPro-Regular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600"/>
              </a:spcBef>
              <a:buClr>
                <a:srgbClr val="2D1500"/>
              </a:buClr>
              <a:buFont typeface="Wingdings"/>
              <a:buChar char=""/>
              <a:tabLst>
                <a:tab pos="756285" algn="l"/>
              </a:tabLst>
            </a:pPr>
            <a:r>
              <a:rPr lang="pt-BR" sz="2600" spc="-10" dirty="0">
                <a:latin typeface="BirkaLTPro-Regular"/>
                <a:cs typeface="Tahoma"/>
              </a:rPr>
              <a:t>Especialização/Generalização</a:t>
            </a:r>
            <a:endParaRPr lang="pt-BR" sz="2600" dirty="0">
              <a:latin typeface="BirkaLTPro-Regular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600"/>
              </a:spcBef>
              <a:buClr>
                <a:srgbClr val="2D1500"/>
              </a:buClr>
              <a:buFont typeface="Wingdings"/>
              <a:buChar char=""/>
              <a:tabLst>
                <a:tab pos="756285" algn="l"/>
              </a:tabLst>
            </a:pPr>
            <a:r>
              <a:rPr lang="pt-BR" sz="2600" spc="-10" dirty="0">
                <a:latin typeface="BirkaLTPro-Regular"/>
                <a:cs typeface="Tahoma"/>
              </a:rPr>
              <a:t>Dependência</a:t>
            </a:r>
            <a:endParaRPr sz="2600" b="1" dirty="0">
              <a:latin typeface="BirkaLTPro-Regular"/>
              <a:cs typeface="Tahoma"/>
            </a:endParaRPr>
          </a:p>
        </p:txBody>
      </p:sp>
      <p:grpSp>
        <p:nvGrpSpPr>
          <p:cNvPr id="3" name="object 6">
            <a:extLst>
              <a:ext uri="{FF2B5EF4-FFF2-40B4-BE49-F238E27FC236}">
                <a16:creationId xmlns:a16="http://schemas.microsoft.com/office/drawing/2014/main" id="{BB04950A-35E4-3CB9-B5AB-EE500A104BB9}"/>
              </a:ext>
            </a:extLst>
          </p:cNvPr>
          <p:cNvGrpSpPr/>
          <p:nvPr/>
        </p:nvGrpSpPr>
        <p:grpSpPr>
          <a:xfrm>
            <a:off x="6824901" y="3210127"/>
            <a:ext cx="3109293" cy="3485235"/>
            <a:chOff x="4499990" y="3140984"/>
            <a:chExt cx="3240405" cy="3632200"/>
          </a:xfrm>
        </p:grpSpPr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901A678E-8A06-B0A5-6C03-B5171DA1A063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99990" y="3140984"/>
              <a:ext cx="3240405" cy="3631691"/>
            </a:xfrm>
            <a:prstGeom prst="rect">
              <a:avLst/>
            </a:prstGeom>
          </p:spPr>
        </p:pic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59A967EF-0488-F3DB-7297-B08E4F795651}"/>
                </a:ext>
              </a:extLst>
            </p:cNvPr>
            <p:cNvSpPr/>
            <p:nvPr/>
          </p:nvSpPr>
          <p:spPr>
            <a:xfrm>
              <a:off x="6836028" y="4077080"/>
              <a:ext cx="185420" cy="267970"/>
            </a:xfrm>
            <a:custGeom>
              <a:avLst/>
              <a:gdLst/>
              <a:ahLst/>
              <a:cxnLst/>
              <a:rect l="l" t="t" r="r" b="b"/>
              <a:pathLst>
                <a:path w="185420" h="267970">
                  <a:moveTo>
                    <a:pt x="0" y="0"/>
                  </a:moveTo>
                  <a:lnTo>
                    <a:pt x="0" y="267843"/>
                  </a:lnTo>
                  <a:lnTo>
                    <a:pt x="185420" y="13385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D07B8ED1-BA24-D1F5-667A-48E7DC14F63A}"/>
                </a:ext>
              </a:extLst>
            </p:cNvPr>
            <p:cNvSpPr/>
            <p:nvPr/>
          </p:nvSpPr>
          <p:spPr>
            <a:xfrm>
              <a:off x="6836028" y="4077080"/>
              <a:ext cx="185420" cy="267970"/>
            </a:xfrm>
            <a:custGeom>
              <a:avLst/>
              <a:gdLst/>
              <a:ahLst/>
              <a:cxnLst/>
              <a:rect l="l" t="t" r="r" b="b"/>
              <a:pathLst>
                <a:path w="185420" h="267970">
                  <a:moveTo>
                    <a:pt x="0" y="0"/>
                  </a:moveTo>
                  <a:lnTo>
                    <a:pt x="185420" y="133858"/>
                  </a:lnTo>
                  <a:lnTo>
                    <a:pt x="0" y="267843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6908423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5143FC-1A5B-23E5-0A39-B693762A9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C43440F4-72A6-C0A8-6E6E-ADFE07153B5E}"/>
              </a:ext>
            </a:extLst>
          </p:cNvPr>
          <p:cNvSpPr txBox="1"/>
          <p:nvPr/>
        </p:nvSpPr>
        <p:spPr>
          <a:xfrm>
            <a:off x="327198" y="389493"/>
            <a:ext cx="7552206" cy="473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07000"/>
              </a:lnSpc>
              <a:spcAft>
                <a:spcPts val="800"/>
              </a:spcAft>
              <a:tabLst>
                <a:tab pos="914400" algn="l"/>
              </a:tabLst>
            </a:pPr>
            <a:r>
              <a:rPr lang="pt-BR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Diagrama de Classes (</a:t>
            </a:r>
            <a:r>
              <a:rPr lang="pt-BR" sz="24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Class</a:t>
            </a:r>
            <a:r>
              <a:rPr lang="pt-BR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pt-BR" sz="24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Diagram</a:t>
            </a:r>
            <a:r>
              <a:rPr lang="pt-BR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2" name="object 5">
            <a:extLst>
              <a:ext uri="{FF2B5EF4-FFF2-40B4-BE49-F238E27FC236}">
                <a16:creationId xmlns:a16="http://schemas.microsoft.com/office/drawing/2014/main" id="{A4A239B2-E41C-62C1-4541-A59C408B4BE2}"/>
              </a:ext>
            </a:extLst>
          </p:cNvPr>
          <p:cNvSpPr txBox="1"/>
          <p:nvPr/>
        </p:nvSpPr>
        <p:spPr>
          <a:xfrm>
            <a:off x="416211" y="1067562"/>
            <a:ext cx="11042971" cy="421910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065" marR="5080">
              <a:lnSpc>
                <a:spcPct val="100000"/>
              </a:lnSpc>
              <a:spcBef>
                <a:spcPts val="100"/>
              </a:spcBef>
              <a:buClr>
                <a:srgbClr val="2D1500"/>
              </a:buClr>
              <a:tabLst>
                <a:tab pos="285750" algn="l"/>
              </a:tabLst>
            </a:pPr>
            <a:r>
              <a:rPr lang="pt-BR" sz="2600" b="1" spc="-10" dirty="0">
                <a:latin typeface="BirkaLTPro-Regular"/>
                <a:cs typeface="Tahoma"/>
              </a:rPr>
              <a:t>Associação</a:t>
            </a:r>
            <a:endParaRPr lang="pt-BR" sz="2600" b="1" dirty="0">
              <a:latin typeface="BirkaLTPro-Regular"/>
              <a:cs typeface="Tahoma"/>
            </a:endParaRPr>
          </a:p>
        </p:txBody>
      </p:sp>
      <p:sp>
        <p:nvSpPr>
          <p:cNvPr id="4" name="object 5">
            <a:extLst>
              <a:ext uri="{FF2B5EF4-FFF2-40B4-BE49-F238E27FC236}">
                <a16:creationId xmlns:a16="http://schemas.microsoft.com/office/drawing/2014/main" id="{AB801A6F-0F2E-4C99-99B6-AD12AB98F029}"/>
              </a:ext>
            </a:extLst>
          </p:cNvPr>
          <p:cNvSpPr txBox="1"/>
          <p:nvPr/>
        </p:nvSpPr>
        <p:spPr>
          <a:xfrm>
            <a:off x="598528" y="1489472"/>
            <a:ext cx="10092170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0"/>
              </a:spcBef>
              <a:buClr>
                <a:srgbClr val="2D1500"/>
              </a:buClr>
              <a:buFont typeface="Arial" panose="020B0604020202020204" pitchFamily="34" charset="0"/>
              <a:buChar char="•"/>
              <a:tabLst>
                <a:tab pos="285115" algn="l"/>
              </a:tabLst>
            </a:pPr>
            <a:r>
              <a:rPr sz="2600" dirty="0">
                <a:latin typeface="BirkaLTPro-Regular"/>
                <a:cs typeface="Tahoma"/>
              </a:rPr>
              <a:t>Descreve</a:t>
            </a:r>
            <a:r>
              <a:rPr sz="2600" spc="-30" dirty="0">
                <a:latin typeface="BirkaLTPro-Regular"/>
                <a:cs typeface="Tahoma"/>
              </a:rPr>
              <a:t> </a:t>
            </a:r>
            <a:r>
              <a:rPr sz="2600" dirty="0">
                <a:latin typeface="BirkaLTPro-Regular"/>
                <a:cs typeface="Tahoma"/>
              </a:rPr>
              <a:t>um</a:t>
            </a:r>
            <a:r>
              <a:rPr sz="2600" spc="-40" dirty="0">
                <a:latin typeface="BirkaLTPro-Regular"/>
                <a:cs typeface="Tahoma"/>
              </a:rPr>
              <a:t> </a:t>
            </a:r>
            <a:r>
              <a:rPr sz="2600" dirty="0">
                <a:latin typeface="BirkaLTPro-Regular"/>
                <a:cs typeface="Tahoma"/>
              </a:rPr>
              <a:t>conjunto</a:t>
            </a:r>
            <a:r>
              <a:rPr sz="2600" spc="-55" dirty="0">
                <a:latin typeface="BirkaLTPro-Regular"/>
                <a:cs typeface="Tahoma"/>
              </a:rPr>
              <a:t> </a:t>
            </a:r>
            <a:r>
              <a:rPr sz="2600" dirty="0">
                <a:latin typeface="BirkaLTPro-Regular"/>
                <a:cs typeface="Tahoma"/>
              </a:rPr>
              <a:t>de</a:t>
            </a:r>
            <a:r>
              <a:rPr sz="2600" spc="-15" dirty="0">
                <a:latin typeface="BirkaLTPro-Regular"/>
                <a:cs typeface="Tahoma"/>
              </a:rPr>
              <a:t> </a:t>
            </a:r>
            <a:r>
              <a:rPr sz="2600" dirty="0">
                <a:latin typeface="BirkaLTPro-Regular"/>
                <a:cs typeface="Tahoma"/>
              </a:rPr>
              <a:t>vínculos</a:t>
            </a:r>
            <a:r>
              <a:rPr sz="2600" spc="-45" dirty="0">
                <a:latin typeface="BirkaLTPro-Regular"/>
                <a:cs typeface="Tahoma"/>
              </a:rPr>
              <a:t> </a:t>
            </a:r>
            <a:r>
              <a:rPr sz="2600" dirty="0">
                <a:latin typeface="BirkaLTPro-Regular"/>
                <a:cs typeface="Tahoma"/>
              </a:rPr>
              <a:t>entre</a:t>
            </a:r>
            <a:r>
              <a:rPr sz="2600" spc="-25" dirty="0">
                <a:latin typeface="BirkaLTPro-Regular"/>
                <a:cs typeface="Tahoma"/>
              </a:rPr>
              <a:t> </a:t>
            </a:r>
            <a:r>
              <a:rPr sz="2600" dirty="0">
                <a:latin typeface="BirkaLTPro-Regular"/>
                <a:cs typeface="Tahoma"/>
              </a:rPr>
              <a:t>elementos</a:t>
            </a:r>
            <a:r>
              <a:rPr sz="2600" spc="-45" dirty="0">
                <a:latin typeface="BirkaLTPro-Regular"/>
                <a:cs typeface="Tahoma"/>
              </a:rPr>
              <a:t> </a:t>
            </a:r>
            <a:r>
              <a:rPr sz="2600" dirty="0">
                <a:latin typeface="BirkaLTPro-Regular"/>
                <a:cs typeface="Tahoma"/>
              </a:rPr>
              <a:t>de</a:t>
            </a:r>
            <a:r>
              <a:rPr sz="2600" spc="-25" dirty="0">
                <a:latin typeface="BirkaLTPro-Regular"/>
                <a:cs typeface="Tahoma"/>
              </a:rPr>
              <a:t> </a:t>
            </a:r>
            <a:r>
              <a:rPr sz="2600" spc="-10" dirty="0">
                <a:latin typeface="BirkaLTPro-Regular"/>
                <a:cs typeface="Tahoma"/>
              </a:rPr>
              <a:t>modelo.</a:t>
            </a:r>
            <a:endParaRPr sz="2600" dirty="0">
              <a:latin typeface="BirkaLTPro-Regular"/>
              <a:cs typeface="Tahoma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9672E14B-7425-59EF-186D-522D427BFE16}"/>
              </a:ext>
            </a:extLst>
          </p:cNvPr>
          <p:cNvSpPr txBox="1"/>
          <p:nvPr/>
        </p:nvSpPr>
        <p:spPr>
          <a:xfrm>
            <a:off x="598527" y="2078456"/>
            <a:ext cx="11308127" cy="384464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0"/>
              </a:spcBef>
              <a:buClr>
                <a:srgbClr val="2D1500"/>
              </a:buClr>
              <a:buFont typeface="Arial" panose="020B0604020202020204" pitchFamily="34" charset="0"/>
              <a:buChar char="•"/>
              <a:tabLst>
                <a:tab pos="285115" algn="l"/>
                <a:tab pos="2038350" algn="l"/>
                <a:tab pos="3155315" algn="l"/>
                <a:tab pos="3685540" algn="l"/>
                <a:tab pos="4818380" algn="l"/>
                <a:tab pos="5709920" algn="l"/>
                <a:tab pos="6111240" algn="l"/>
                <a:tab pos="6584950" algn="l"/>
                <a:tab pos="7179309" algn="l"/>
                <a:tab pos="8464550" algn="l"/>
              </a:tabLst>
            </a:pPr>
            <a:r>
              <a:rPr sz="2600" spc="-10" dirty="0" err="1">
                <a:latin typeface="BirkaLTPro-Regular"/>
                <a:cs typeface="Tahoma"/>
              </a:rPr>
              <a:t>Relacionamento</a:t>
            </a:r>
            <a:r>
              <a:rPr lang="pt-BR" sz="2600" dirty="0">
                <a:latin typeface="BirkaLTPro-Regular"/>
                <a:cs typeface="Tahoma"/>
              </a:rPr>
              <a:t> </a:t>
            </a:r>
            <a:r>
              <a:rPr sz="2600" spc="-10" dirty="0" err="1">
                <a:latin typeface="BirkaLTPro-Regular"/>
                <a:cs typeface="Tahoma"/>
              </a:rPr>
              <a:t>estrutural</a:t>
            </a:r>
            <a:r>
              <a:rPr lang="pt-BR" sz="2600" dirty="0">
                <a:latin typeface="BirkaLTPro-Regular"/>
                <a:cs typeface="Tahoma"/>
              </a:rPr>
              <a:t> </a:t>
            </a:r>
            <a:r>
              <a:rPr sz="2600" spc="-25" dirty="0">
                <a:latin typeface="BirkaLTPro-Regular"/>
                <a:cs typeface="Tahoma"/>
              </a:rPr>
              <a:t>que</a:t>
            </a:r>
            <a:r>
              <a:rPr lang="pt-BR" sz="2600" dirty="0">
                <a:latin typeface="BirkaLTPro-Regular"/>
                <a:cs typeface="Tahoma"/>
              </a:rPr>
              <a:t> </a:t>
            </a:r>
            <a:r>
              <a:rPr sz="2600" spc="-10" dirty="0" err="1">
                <a:latin typeface="BirkaLTPro-Regular"/>
                <a:cs typeface="Tahoma"/>
              </a:rPr>
              <a:t>especifica</a:t>
            </a:r>
            <a:r>
              <a:rPr lang="pt-BR" sz="2600" dirty="0">
                <a:latin typeface="BirkaLTPro-Regular"/>
                <a:cs typeface="Tahoma"/>
              </a:rPr>
              <a:t> </a:t>
            </a:r>
            <a:r>
              <a:rPr sz="2600" spc="-10" dirty="0" err="1">
                <a:latin typeface="BirkaLTPro-Regular"/>
                <a:cs typeface="Tahoma"/>
              </a:rPr>
              <a:t>objetos</a:t>
            </a:r>
            <a:r>
              <a:rPr lang="pt-BR" sz="2600" dirty="0">
                <a:latin typeface="BirkaLTPro-Regular"/>
                <a:cs typeface="Tahoma"/>
              </a:rPr>
              <a:t> </a:t>
            </a:r>
            <a:r>
              <a:rPr sz="2600" spc="-25" dirty="0">
                <a:latin typeface="BirkaLTPro-Regular"/>
                <a:cs typeface="Tahoma"/>
              </a:rPr>
              <a:t>de</a:t>
            </a:r>
            <a:r>
              <a:rPr lang="pt-BR" sz="2600" dirty="0">
                <a:latin typeface="BirkaLTPro-Regular"/>
                <a:cs typeface="Tahoma"/>
              </a:rPr>
              <a:t> </a:t>
            </a:r>
            <a:r>
              <a:rPr sz="2600" spc="-25" dirty="0">
                <a:latin typeface="BirkaLTPro-Regular"/>
                <a:cs typeface="Tahoma"/>
              </a:rPr>
              <a:t>um</a:t>
            </a:r>
            <a:r>
              <a:rPr lang="pt-BR" sz="2600" dirty="0">
                <a:latin typeface="BirkaLTPro-Regular"/>
                <a:cs typeface="Tahoma"/>
              </a:rPr>
              <a:t> </a:t>
            </a:r>
            <a:r>
              <a:rPr sz="2600" spc="-20" dirty="0">
                <a:latin typeface="BirkaLTPro-Regular"/>
                <a:cs typeface="Tahoma"/>
              </a:rPr>
              <a:t>item</a:t>
            </a:r>
            <a:r>
              <a:rPr lang="pt-BR" sz="2600" spc="-20" dirty="0">
                <a:latin typeface="BirkaLTPro-Regular"/>
                <a:cs typeface="Tahoma"/>
              </a:rPr>
              <a:t> </a:t>
            </a:r>
            <a:r>
              <a:rPr sz="2600" spc="-10" dirty="0" err="1">
                <a:latin typeface="BirkaLTPro-Regular"/>
                <a:cs typeface="Tahoma"/>
              </a:rPr>
              <a:t>conectados</a:t>
            </a:r>
            <a:r>
              <a:rPr lang="pt-BR" sz="2600" spc="-10" dirty="0">
                <a:latin typeface="BirkaLTPro-Regular"/>
                <a:cs typeface="Tahoma"/>
              </a:rPr>
              <a:t> </a:t>
            </a:r>
            <a:r>
              <a:rPr sz="2600" spc="-50" dirty="0">
                <a:latin typeface="BirkaLTPro-Regular"/>
                <a:cs typeface="Tahoma"/>
              </a:rPr>
              <a:t>a</a:t>
            </a:r>
            <a:r>
              <a:rPr lang="pt-BR" sz="2600" spc="-50" dirty="0">
                <a:latin typeface="BirkaLTPro-Regular"/>
                <a:cs typeface="Tahoma"/>
              </a:rPr>
              <a:t> </a:t>
            </a:r>
            <a:r>
              <a:rPr sz="2600" dirty="0" err="1">
                <a:latin typeface="BirkaLTPro-Regular"/>
                <a:cs typeface="Tahoma"/>
              </a:rPr>
              <a:t>objetos</a:t>
            </a:r>
            <a:r>
              <a:rPr sz="2600" spc="-35" dirty="0">
                <a:latin typeface="BirkaLTPro-Regular"/>
                <a:cs typeface="Tahoma"/>
              </a:rPr>
              <a:t> </a:t>
            </a:r>
            <a:r>
              <a:rPr sz="2600" dirty="0">
                <a:latin typeface="BirkaLTPro-Regular"/>
                <a:cs typeface="Tahoma"/>
              </a:rPr>
              <a:t>de</a:t>
            </a:r>
            <a:r>
              <a:rPr sz="2600" spc="-25" dirty="0">
                <a:latin typeface="BirkaLTPro-Regular"/>
                <a:cs typeface="Tahoma"/>
              </a:rPr>
              <a:t> </a:t>
            </a:r>
            <a:r>
              <a:rPr sz="2600" dirty="0">
                <a:latin typeface="BirkaLTPro-Regular"/>
                <a:cs typeface="Tahoma"/>
              </a:rPr>
              <a:t>outro</a:t>
            </a:r>
            <a:r>
              <a:rPr sz="2600" spc="-45" dirty="0">
                <a:latin typeface="BirkaLTPro-Regular"/>
                <a:cs typeface="Tahoma"/>
              </a:rPr>
              <a:t> </a:t>
            </a:r>
            <a:r>
              <a:rPr sz="2600" spc="-10" dirty="0">
                <a:latin typeface="BirkaLTPro-Regular"/>
                <a:cs typeface="Tahoma"/>
              </a:rPr>
              <a:t>item:</a:t>
            </a:r>
            <a:endParaRPr lang="pt-BR" sz="2600" spc="-10" dirty="0">
              <a:latin typeface="BirkaLTPro-Regular"/>
              <a:cs typeface="Tahoma"/>
            </a:endParaRPr>
          </a:p>
          <a:p>
            <a:pPr marL="298450" indent="-285750">
              <a:lnSpc>
                <a:spcPct val="100000"/>
              </a:lnSpc>
              <a:spcBef>
                <a:spcPts val="100"/>
              </a:spcBef>
              <a:buClr>
                <a:srgbClr val="2D1500"/>
              </a:buClr>
              <a:buFont typeface="Arial" panose="020B0604020202020204" pitchFamily="34" charset="0"/>
              <a:buChar char="•"/>
              <a:tabLst>
                <a:tab pos="285115" algn="l"/>
                <a:tab pos="2038350" algn="l"/>
                <a:tab pos="3155315" algn="l"/>
                <a:tab pos="3685540" algn="l"/>
                <a:tab pos="4818380" algn="l"/>
                <a:tab pos="5709920" algn="l"/>
                <a:tab pos="6111240" algn="l"/>
                <a:tab pos="6584950" algn="l"/>
                <a:tab pos="7179309" algn="l"/>
                <a:tab pos="8464550" algn="l"/>
              </a:tabLst>
            </a:pPr>
            <a:endParaRPr sz="2600" dirty="0">
              <a:latin typeface="BirkaLTPro-Regular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5"/>
              </a:spcBef>
              <a:buClr>
                <a:srgbClr val="2D1500"/>
              </a:buClr>
              <a:buFont typeface="Wingdings"/>
              <a:buChar char=""/>
              <a:tabLst>
                <a:tab pos="756285" algn="l"/>
              </a:tabLst>
            </a:pPr>
            <a:r>
              <a:rPr sz="2600" u="sng" dirty="0">
                <a:uFill>
                  <a:solidFill>
                    <a:srgbClr val="713400"/>
                  </a:solidFill>
                </a:uFill>
                <a:latin typeface="BirkaLTPro-Regular"/>
                <a:cs typeface="Tahoma"/>
              </a:rPr>
              <a:t>Associação</a:t>
            </a:r>
            <a:r>
              <a:rPr sz="2600" u="sng" spc="270" dirty="0">
                <a:uFill>
                  <a:solidFill>
                    <a:srgbClr val="713400"/>
                  </a:solidFill>
                </a:uFill>
                <a:latin typeface="BirkaLTPro-Regular"/>
                <a:cs typeface="Tahoma"/>
              </a:rPr>
              <a:t> </a:t>
            </a:r>
            <a:r>
              <a:rPr sz="2600" u="sng" dirty="0">
                <a:uFill>
                  <a:solidFill>
                    <a:srgbClr val="713400"/>
                  </a:solidFill>
                </a:uFill>
                <a:latin typeface="BirkaLTPro-Regular"/>
                <a:cs typeface="Tahoma"/>
              </a:rPr>
              <a:t>binária</a:t>
            </a:r>
            <a:r>
              <a:rPr sz="2600" spc="285" dirty="0">
                <a:latin typeface="BirkaLTPro-Regular"/>
                <a:cs typeface="Tahoma"/>
              </a:rPr>
              <a:t> </a:t>
            </a:r>
            <a:r>
              <a:rPr sz="2600" dirty="0">
                <a:latin typeface="BirkaLTPro-Regular"/>
                <a:cs typeface="Tahoma"/>
              </a:rPr>
              <a:t>–</a:t>
            </a:r>
            <a:r>
              <a:rPr sz="2600" spc="300" dirty="0">
                <a:latin typeface="BirkaLTPro-Regular"/>
                <a:cs typeface="Tahoma"/>
              </a:rPr>
              <a:t> </a:t>
            </a:r>
            <a:r>
              <a:rPr sz="2600" dirty="0">
                <a:latin typeface="BirkaLTPro-Regular"/>
                <a:cs typeface="Tahoma"/>
              </a:rPr>
              <a:t>quando</a:t>
            </a:r>
            <a:r>
              <a:rPr sz="2600" spc="275" dirty="0">
                <a:latin typeface="BirkaLTPro-Regular"/>
                <a:cs typeface="Tahoma"/>
              </a:rPr>
              <a:t> </a:t>
            </a:r>
            <a:r>
              <a:rPr sz="2600" dirty="0">
                <a:latin typeface="BirkaLTPro-Regular"/>
                <a:cs typeface="Tahoma"/>
              </a:rPr>
              <a:t>há</a:t>
            </a:r>
            <a:r>
              <a:rPr sz="2600" spc="290" dirty="0">
                <a:latin typeface="BirkaLTPro-Regular"/>
                <a:cs typeface="Tahoma"/>
              </a:rPr>
              <a:t> </a:t>
            </a:r>
            <a:r>
              <a:rPr sz="2600" dirty="0">
                <a:latin typeface="BirkaLTPro-Regular"/>
                <a:cs typeface="Tahoma"/>
              </a:rPr>
              <a:t>duas</a:t>
            </a:r>
            <a:r>
              <a:rPr sz="2600" spc="285" dirty="0">
                <a:latin typeface="BirkaLTPro-Regular"/>
                <a:cs typeface="Tahoma"/>
              </a:rPr>
              <a:t> </a:t>
            </a:r>
            <a:r>
              <a:rPr sz="2600" dirty="0">
                <a:latin typeface="BirkaLTPro-Regular"/>
                <a:cs typeface="Tahoma"/>
              </a:rPr>
              <a:t>classes</a:t>
            </a:r>
            <a:r>
              <a:rPr sz="2600" spc="280" dirty="0">
                <a:latin typeface="BirkaLTPro-Regular"/>
                <a:cs typeface="Tahoma"/>
              </a:rPr>
              <a:t> </a:t>
            </a:r>
            <a:r>
              <a:rPr sz="2600" dirty="0">
                <a:latin typeface="BirkaLTPro-Regular"/>
                <a:cs typeface="Tahoma"/>
              </a:rPr>
              <a:t>envolvidas</a:t>
            </a:r>
            <a:r>
              <a:rPr sz="2600" spc="285" dirty="0">
                <a:latin typeface="BirkaLTPro-Regular"/>
                <a:cs typeface="Tahoma"/>
              </a:rPr>
              <a:t> </a:t>
            </a:r>
            <a:r>
              <a:rPr sz="2600" dirty="0">
                <a:latin typeface="BirkaLTPro-Regular"/>
                <a:cs typeface="Tahoma"/>
              </a:rPr>
              <a:t>na</a:t>
            </a:r>
            <a:r>
              <a:rPr sz="2600" spc="285" dirty="0">
                <a:latin typeface="BirkaLTPro-Regular"/>
                <a:cs typeface="Tahoma"/>
              </a:rPr>
              <a:t> </a:t>
            </a:r>
            <a:r>
              <a:rPr sz="2600" dirty="0" err="1">
                <a:latin typeface="BirkaLTPro-Regular"/>
                <a:cs typeface="Tahoma"/>
              </a:rPr>
              <a:t>associação</a:t>
            </a:r>
            <a:r>
              <a:rPr sz="2600" spc="285" dirty="0">
                <a:latin typeface="BirkaLTPro-Regular"/>
                <a:cs typeface="Tahoma"/>
              </a:rPr>
              <a:t> </a:t>
            </a:r>
            <a:r>
              <a:rPr sz="2600" spc="-25" dirty="0">
                <a:latin typeface="BirkaLTPro-Regular"/>
                <a:cs typeface="Tahoma"/>
              </a:rPr>
              <a:t>de</a:t>
            </a:r>
            <a:r>
              <a:rPr lang="pt-BR" sz="2600" spc="-25" dirty="0">
                <a:latin typeface="BirkaLTPro-Regular"/>
                <a:cs typeface="Tahoma"/>
              </a:rPr>
              <a:t> </a:t>
            </a:r>
            <a:r>
              <a:rPr sz="2600" dirty="0">
                <a:latin typeface="BirkaLTPro-Regular"/>
                <a:cs typeface="Tahoma"/>
              </a:rPr>
              <a:t>forma</a:t>
            </a:r>
            <a:r>
              <a:rPr sz="2600" spc="-50" dirty="0">
                <a:latin typeface="BirkaLTPro-Regular"/>
                <a:cs typeface="Tahoma"/>
              </a:rPr>
              <a:t> </a:t>
            </a:r>
            <a:r>
              <a:rPr sz="2600" dirty="0">
                <a:latin typeface="BirkaLTPro-Regular"/>
                <a:cs typeface="Tahoma"/>
              </a:rPr>
              <a:t>direta</a:t>
            </a:r>
            <a:r>
              <a:rPr sz="2600" spc="-30" dirty="0">
                <a:latin typeface="BirkaLTPro-Regular"/>
                <a:cs typeface="Tahoma"/>
              </a:rPr>
              <a:t> </a:t>
            </a:r>
            <a:r>
              <a:rPr sz="2600" dirty="0">
                <a:latin typeface="BirkaLTPro-Regular"/>
                <a:cs typeface="Tahoma"/>
              </a:rPr>
              <a:t>de</a:t>
            </a:r>
            <a:r>
              <a:rPr sz="2600" spc="-25" dirty="0">
                <a:latin typeface="BirkaLTPro-Regular"/>
                <a:cs typeface="Tahoma"/>
              </a:rPr>
              <a:t> </a:t>
            </a:r>
            <a:r>
              <a:rPr sz="2600" dirty="0">
                <a:latin typeface="BirkaLTPro-Regular"/>
                <a:cs typeface="Tahoma"/>
              </a:rPr>
              <a:t>uma</a:t>
            </a:r>
            <a:r>
              <a:rPr sz="2600" spc="-50" dirty="0">
                <a:latin typeface="BirkaLTPro-Regular"/>
                <a:cs typeface="Tahoma"/>
              </a:rPr>
              <a:t> </a:t>
            </a:r>
            <a:r>
              <a:rPr sz="2600" dirty="0">
                <a:latin typeface="BirkaLTPro-Regular"/>
                <a:cs typeface="Tahoma"/>
              </a:rPr>
              <a:t>para</a:t>
            </a:r>
            <a:r>
              <a:rPr sz="2600" spc="-25" dirty="0">
                <a:latin typeface="BirkaLTPro-Regular"/>
                <a:cs typeface="Tahoma"/>
              </a:rPr>
              <a:t> </a:t>
            </a:r>
            <a:r>
              <a:rPr sz="2600" spc="-10" dirty="0">
                <a:latin typeface="BirkaLTPro-Regular"/>
                <a:cs typeface="Tahoma"/>
              </a:rPr>
              <a:t>outra.</a:t>
            </a:r>
            <a:endParaRPr sz="2600" dirty="0">
              <a:latin typeface="BirkaLTPro-Regular"/>
              <a:cs typeface="Tahoma"/>
            </a:endParaRPr>
          </a:p>
          <a:p>
            <a:pPr marL="1212850" lvl="2" indent="-285750">
              <a:lnSpc>
                <a:spcPct val="100000"/>
              </a:lnSpc>
              <a:spcBef>
                <a:spcPts val="600"/>
              </a:spcBef>
              <a:buClr>
                <a:srgbClr val="2D1500"/>
              </a:buClr>
              <a:buFont typeface="Wingdings"/>
              <a:buChar char=""/>
              <a:tabLst>
                <a:tab pos="1212850" algn="l"/>
              </a:tabLst>
            </a:pPr>
            <a:r>
              <a:rPr sz="2600" dirty="0">
                <a:latin typeface="BirkaLTPro-Regular"/>
                <a:cs typeface="Tahoma"/>
              </a:rPr>
              <a:t>Relacionamento</a:t>
            </a:r>
            <a:r>
              <a:rPr sz="2600" spc="-60" dirty="0">
                <a:latin typeface="BirkaLTPro-Regular"/>
                <a:cs typeface="Tahoma"/>
              </a:rPr>
              <a:t> </a:t>
            </a:r>
            <a:r>
              <a:rPr sz="2600" dirty="0">
                <a:latin typeface="BirkaLTPro-Regular"/>
                <a:cs typeface="Tahoma"/>
              </a:rPr>
              <a:t>entre</a:t>
            </a:r>
            <a:r>
              <a:rPr sz="2600" spc="-40" dirty="0">
                <a:latin typeface="BirkaLTPro-Regular"/>
                <a:cs typeface="Tahoma"/>
              </a:rPr>
              <a:t> </a:t>
            </a:r>
            <a:r>
              <a:rPr sz="2600" dirty="0">
                <a:latin typeface="BirkaLTPro-Regular"/>
                <a:cs typeface="Tahoma"/>
              </a:rPr>
              <a:t>duas</a:t>
            </a:r>
            <a:r>
              <a:rPr sz="2600" spc="-40" dirty="0">
                <a:latin typeface="BirkaLTPro-Regular"/>
                <a:cs typeface="Tahoma"/>
              </a:rPr>
              <a:t> </a:t>
            </a:r>
            <a:r>
              <a:rPr sz="2600" dirty="0">
                <a:latin typeface="BirkaLTPro-Regular"/>
                <a:cs typeface="Tahoma"/>
              </a:rPr>
              <a:t>classes</a:t>
            </a:r>
            <a:r>
              <a:rPr sz="2600" spc="-45" dirty="0">
                <a:latin typeface="BirkaLTPro-Regular"/>
                <a:cs typeface="Tahoma"/>
              </a:rPr>
              <a:t> </a:t>
            </a:r>
            <a:r>
              <a:rPr sz="2600" dirty="0">
                <a:latin typeface="BirkaLTPro-Regular"/>
                <a:cs typeface="Tahoma"/>
              </a:rPr>
              <a:t>(tipo</a:t>
            </a:r>
            <a:r>
              <a:rPr sz="2600" spc="-35" dirty="0">
                <a:latin typeface="BirkaLTPro-Regular"/>
                <a:cs typeface="Tahoma"/>
              </a:rPr>
              <a:t> </a:t>
            </a:r>
            <a:r>
              <a:rPr sz="2600" dirty="0">
                <a:latin typeface="BirkaLTPro-Regular"/>
                <a:cs typeface="Tahoma"/>
              </a:rPr>
              <a:t>mais</a:t>
            </a:r>
            <a:r>
              <a:rPr sz="2600" spc="-45" dirty="0">
                <a:latin typeface="BirkaLTPro-Regular"/>
                <a:cs typeface="Tahoma"/>
              </a:rPr>
              <a:t> </a:t>
            </a:r>
            <a:r>
              <a:rPr sz="2600" spc="-10" dirty="0">
                <a:latin typeface="BirkaLTPro-Regular"/>
                <a:cs typeface="Tahoma"/>
              </a:rPr>
              <a:t>comum).</a:t>
            </a:r>
            <a:endParaRPr sz="2600" dirty="0">
              <a:latin typeface="BirkaLTPro-Regular"/>
              <a:cs typeface="Tahoma"/>
            </a:endParaRPr>
          </a:p>
          <a:p>
            <a:pPr marL="1212850" lvl="2" indent="-285750">
              <a:lnSpc>
                <a:spcPct val="100000"/>
              </a:lnSpc>
              <a:spcBef>
                <a:spcPts val="1080"/>
              </a:spcBef>
              <a:buClr>
                <a:srgbClr val="2D1500"/>
              </a:buClr>
              <a:buFont typeface="Wingdings"/>
              <a:buChar char=""/>
              <a:tabLst>
                <a:tab pos="1212850" algn="l"/>
              </a:tabLst>
            </a:pPr>
            <a:r>
              <a:rPr sz="2600" dirty="0">
                <a:latin typeface="BirkaLTPro-Regular"/>
                <a:cs typeface="Tahoma"/>
              </a:rPr>
              <a:t>Podem</a:t>
            </a:r>
            <a:r>
              <a:rPr sz="2600" spc="-60" dirty="0">
                <a:latin typeface="BirkaLTPro-Regular"/>
                <a:cs typeface="Tahoma"/>
              </a:rPr>
              <a:t> </a:t>
            </a:r>
            <a:r>
              <a:rPr sz="2600" dirty="0">
                <a:latin typeface="BirkaLTPro-Regular"/>
                <a:cs typeface="Tahoma"/>
              </a:rPr>
              <a:t>possuir</a:t>
            </a:r>
            <a:r>
              <a:rPr sz="2600" spc="-50" dirty="0">
                <a:latin typeface="BirkaLTPro-Regular"/>
                <a:cs typeface="Tahoma"/>
              </a:rPr>
              <a:t> </a:t>
            </a:r>
            <a:r>
              <a:rPr sz="2600" dirty="0">
                <a:latin typeface="BirkaLTPro-Regular"/>
                <a:cs typeface="Tahoma"/>
              </a:rPr>
              <a:t>títulos</a:t>
            </a:r>
            <a:r>
              <a:rPr sz="2600" spc="-45" dirty="0">
                <a:latin typeface="BirkaLTPro-Regular"/>
                <a:cs typeface="Tahoma"/>
              </a:rPr>
              <a:t> </a:t>
            </a:r>
            <a:r>
              <a:rPr sz="2600" dirty="0">
                <a:latin typeface="BirkaLTPro-Regular"/>
                <a:cs typeface="Tahoma"/>
              </a:rPr>
              <a:t>para</a:t>
            </a:r>
            <a:r>
              <a:rPr sz="2600" spc="-30" dirty="0">
                <a:latin typeface="BirkaLTPro-Regular"/>
                <a:cs typeface="Tahoma"/>
              </a:rPr>
              <a:t> </a:t>
            </a:r>
            <a:r>
              <a:rPr sz="2600" dirty="0">
                <a:latin typeface="BirkaLTPro-Regular"/>
                <a:cs typeface="Tahoma"/>
              </a:rPr>
              <a:t>determinar</a:t>
            </a:r>
            <a:r>
              <a:rPr sz="2600" spc="-30" dirty="0">
                <a:latin typeface="BirkaLTPro-Regular"/>
                <a:cs typeface="Tahoma"/>
              </a:rPr>
              <a:t> </a:t>
            </a:r>
            <a:r>
              <a:rPr sz="2600" dirty="0">
                <a:latin typeface="BirkaLTPro-Regular"/>
                <a:cs typeface="Tahoma"/>
              </a:rPr>
              <a:t>o</a:t>
            </a:r>
            <a:r>
              <a:rPr sz="2600" spc="-50" dirty="0">
                <a:latin typeface="BirkaLTPro-Regular"/>
                <a:cs typeface="Tahoma"/>
              </a:rPr>
              <a:t> </a:t>
            </a:r>
            <a:r>
              <a:rPr sz="2600" dirty="0">
                <a:latin typeface="BirkaLTPro-Regular"/>
                <a:cs typeface="Tahoma"/>
              </a:rPr>
              <a:t>tipo</a:t>
            </a:r>
            <a:r>
              <a:rPr sz="2600" spc="-40" dirty="0">
                <a:latin typeface="BirkaLTPro-Regular"/>
                <a:cs typeface="Tahoma"/>
              </a:rPr>
              <a:t> </a:t>
            </a:r>
            <a:r>
              <a:rPr sz="2600" dirty="0">
                <a:latin typeface="BirkaLTPro-Regular"/>
                <a:cs typeface="Tahoma"/>
              </a:rPr>
              <a:t>de</a:t>
            </a:r>
            <a:r>
              <a:rPr sz="2600" spc="-45" dirty="0">
                <a:latin typeface="BirkaLTPro-Regular"/>
                <a:cs typeface="Tahoma"/>
              </a:rPr>
              <a:t> </a:t>
            </a:r>
            <a:r>
              <a:rPr sz="2600" spc="-10" dirty="0" err="1">
                <a:latin typeface="BirkaLTPro-Regular"/>
                <a:cs typeface="Tahoma"/>
              </a:rPr>
              <a:t>vínculo</a:t>
            </a:r>
            <a:r>
              <a:rPr sz="2600" spc="-10" dirty="0">
                <a:latin typeface="BirkaLTPro-Regular"/>
                <a:cs typeface="Tahoma"/>
              </a:rPr>
              <a:t>.</a:t>
            </a:r>
            <a:endParaRPr sz="2600" dirty="0">
              <a:latin typeface="BirkaLTPro-Regular"/>
              <a:cs typeface="Tahoma"/>
            </a:endParaRPr>
          </a:p>
          <a:p>
            <a:pPr marL="756285" marR="5080" lvl="1" indent="-287020">
              <a:lnSpc>
                <a:spcPct val="100000"/>
              </a:lnSpc>
              <a:buClr>
                <a:srgbClr val="2D1500"/>
              </a:buClr>
              <a:buFont typeface="Wingdings"/>
              <a:buChar char=""/>
              <a:tabLst>
                <a:tab pos="756285" algn="l"/>
              </a:tabLst>
            </a:pPr>
            <a:r>
              <a:rPr sz="2600" u="sng" dirty="0">
                <a:uFill>
                  <a:solidFill>
                    <a:srgbClr val="713400"/>
                  </a:solidFill>
                </a:uFill>
                <a:latin typeface="BirkaLTPro-Regular"/>
                <a:cs typeface="Tahoma"/>
              </a:rPr>
              <a:t>Associação</a:t>
            </a:r>
            <a:r>
              <a:rPr sz="2600" u="sng" spc="240" dirty="0">
                <a:uFill>
                  <a:solidFill>
                    <a:srgbClr val="713400"/>
                  </a:solidFill>
                </a:uFill>
                <a:latin typeface="BirkaLTPro-Regular"/>
                <a:cs typeface="Tahoma"/>
              </a:rPr>
              <a:t> </a:t>
            </a:r>
            <a:r>
              <a:rPr sz="2600" u="sng" dirty="0">
                <a:uFill>
                  <a:solidFill>
                    <a:srgbClr val="713400"/>
                  </a:solidFill>
                </a:uFill>
                <a:latin typeface="BirkaLTPro-Regular"/>
                <a:cs typeface="Tahoma"/>
              </a:rPr>
              <a:t>unária</a:t>
            </a:r>
            <a:r>
              <a:rPr sz="2600" spc="250" dirty="0">
                <a:latin typeface="BirkaLTPro-Regular"/>
                <a:cs typeface="Tahoma"/>
              </a:rPr>
              <a:t> </a:t>
            </a:r>
            <a:r>
              <a:rPr sz="2600" dirty="0">
                <a:latin typeface="BirkaLTPro-Regular"/>
                <a:cs typeface="Tahoma"/>
              </a:rPr>
              <a:t>–</a:t>
            </a:r>
            <a:r>
              <a:rPr sz="2600" spc="260" dirty="0">
                <a:latin typeface="BirkaLTPro-Regular"/>
                <a:cs typeface="Tahoma"/>
              </a:rPr>
              <a:t> </a:t>
            </a:r>
            <a:r>
              <a:rPr sz="2600" dirty="0">
                <a:latin typeface="BirkaLTPro-Regular"/>
                <a:cs typeface="Tahoma"/>
              </a:rPr>
              <a:t>quando</a:t>
            </a:r>
            <a:r>
              <a:rPr sz="2600" spc="240" dirty="0">
                <a:latin typeface="BirkaLTPro-Regular"/>
                <a:cs typeface="Tahoma"/>
              </a:rPr>
              <a:t> </a:t>
            </a:r>
            <a:r>
              <a:rPr sz="2600" dirty="0">
                <a:latin typeface="BirkaLTPro-Regular"/>
                <a:cs typeface="Tahoma"/>
              </a:rPr>
              <a:t>há</a:t>
            </a:r>
            <a:r>
              <a:rPr sz="2600" spc="254" dirty="0">
                <a:latin typeface="BirkaLTPro-Regular"/>
                <a:cs typeface="Tahoma"/>
              </a:rPr>
              <a:t> </a:t>
            </a:r>
            <a:r>
              <a:rPr sz="2600" dirty="0">
                <a:latin typeface="BirkaLTPro-Regular"/>
                <a:cs typeface="Tahoma"/>
              </a:rPr>
              <a:t>um</a:t>
            </a:r>
            <a:r>
              <a:rPr sz="2600" spc="250" dirty="0">
                <a:latin typeface="BirkaLTPro-Regular"/>
                <a:cs typeface="Tahoma"/>
              </a:rPr>
              <a:t> </a:t>
            </a:r>
            <a:r>
              <a:rPr sz="2600" dirty="0">
                <a:latin typeface="BirkaLTPro-Regular"/>
                <a:cs typeface="Tahoma"/>
              </a:rPr>
              <a:t>relacionamento</a:t>
            </a:r>
            <a:r>
              <a:rPr sz="2600" spc="240" dirty="0">
                <a:latin typeface="BirkaLTPro-Regular"/>
                <a:cs typeface="Tahoma"/>
              </a:rPr>
              <a:t> </a:t>
            </a:r>
            <a:r>
              <a:rPr sz="2600" dirty="0">
                <a:latin typeface="BirkaLTPro-Regular"/>
                <a:cs typeface="Tahoma"/>
              </a:rPr>
              <a:t>de</a:t>
            </a:r>
            <a:r>
              <a:rPr sz="2600" spc="250" dirty="0">
                <a:latin typeface="BirkaLTPro-Regular"/>
                <a:cs typeface="Tahoma"/>
              </a:rPr>
              <a:t> </a:t>
            </a:r>
            <a:r>
              <a:rPr sz="2600" dirty="0" err="1">
                <a:latin typeface="BirkaLTPro-Regular"/>
                <a:cs typeface="Tahoma"/>
              </a:rPr>
              <a:t>uma</a:t>
            </a:r>
            <a:r>
              <a:rPr sz="2600" spc="254" dirty="0">
                <a:latin typeface="BirkaLTPro-Regular"/>
                <a:cs typeface="Tahoma"/>
              </a:rPr>
              <a:t> </a:t>
            </a:r>
            <a:r>
              <a:rPr sz="2600" dirty="0" err="1">
                <a:latin typeface="BirkaLTPro-Regular"/>
                <a:cs typeface="Tahoma"/>
              </a:rPr>
              <a:t>classe</a:t>
            </a:r>
            <a:r>
              <a:rPr lang="pt-BR" sz="2600" dirty="0">
                <a:latin typeface="BirkaLTPro-Regular"/>
                <a:cs typeface="Tahoma"/>
              </a:rPr>
              <a:t> </a:t>
            </a:r>
            <a:r>
              <a:rPr sz="2600" spc="-10" dirty="0" err="1">
                <a:latin typeface="BirkaLTPro-Regular"/>
                <a:cs typeface="Tahoma"/>
              </a:rPr>
              <a:t>consigo</a:t>
            </a:r>
            <a:r>
              <a:rPr sz="2600" spc="-10" dirty="0">
                <a:latin typeface="BirkaLTPro-Regular"/>
                <a:cs typeface="Tahoma"/>
              </a:rPr>
              <a:t> </a:t>
            </a:r>
            <a:r>
              <a:rPr sz="2600" dirty="0">
                <a:latin typeface="BirkaLTPro-Regular"/>
                <a:cs typeface="Tahoma"/>
              </a:rPr>
              <a:t>mesma.</a:t>
            </a:r>
            <a:r>
              <a:rPr sz="2600" spc="-40" dirty="0">
                <a:latin typeface="BirkaLTPro-Regular"/>
                <a:cs typeface="Tahoma"/>
              </a:rPr>
              <a:t> </a:t>
            </a:r>
            <a:r>
              <a:rPr sz="2600" dirty="0">
                <a:latin typeface="BirkaLTPro-Regular"/>
                <a:cs typeface="Tahoma"/>
              </a:rPr>
              <a:t>Se</a:t>
            </a:r>
            <a:r>
              <a:rPr sz="2600" spc="-55" dirty="0">
                <a:latin typeface="BirkaLTPro-Regular"/>
                <a:cs typeface="Tahoma"/>
              </a:rPr>
              <a:t> </a:t>
            </a:r>
            <a:r>
              <a:rPr sz="2600" dirty="0">
                <a:latin typeface="BirkaLTPro-Regular"/>
                <a:cs typeface="Tahoma"/>
              </a:rPr>
              <a:t>comparada</a:t>
            </a:r>
            <a:r>
              <a:rPr sz="2600" spc="-15" dirty="0">
                <a:latin typeface="BirkaLTPro-Regular"/>
                <a:cs typeface="Tahoma"/>
              </a:rPr>
              <a:t> </a:t>
            </a:r>
            <a:r>
              <a:rPr sz="2600" dirty="0">
                <a:latin typeface="BirkaLTPro-Regular"/>
                <a:cs typeface="Tahoma"/>
              </a:rPr>
              <a:t>ao</a:t>
            </a:r>
            <a:r>
              <a:rPr sz="2600" spc="-45" dirty="0">
                <a:latin typeface="BirkaLTPro-Regular"/>
                <a:cs typeface="Tahoma"/>
              </a:rPr>
              <a:t> </a:t>
            </a:r>
            <a:r>
              <a:rPr sz="2600" dirty="0">
                <a:latin typeface="BirkaLTPro-Regular"/>
                <a:cs typeface="Tahoma"/>
              </a:rPr>
              <a:t>modelo</a:t>
            </a:r>
            <a:r>
              <a:rPr sz="2600" spc="-30" dirty="0">
                <a:latin typeface="BirkaLTPro-Regular"/>
                <a:cs typeface="Tahoma"/>
              </a:rPr>
              <a:t> </a:t>
            </a:r>
            <a:r>
              <a:rPr sz="2600" dirty="0">
                <a:latin typeface="BirkaLTPro-Regular"/>
                <a:cs typeface="Tahoma"/>
              </a:rPr>
              <a:t>ER,</a:t>
            </a:r>
            <a:r>
              <a:rPr sz="2600" spc="-40" dirty="0">
                <a:latin typeface="BirkaLTPro-Regular"/>
                <a:cs typeface="Tahoma"/>
              </a:rPr>
              <a:t> </a:t>
            </a:r>
            <a:r>
              <a:rPr sz="2600" dirty="0">
                <a:latin typeface="BirkaLTPro-Regular"/>
                <a:cs typeface="Tahoma"/>
              </a:rPr>
              <a:t>seria</a:t>
            </a:r>
            <a:r>
              <a:rPr sz="2600" spc="-40" dirty="0">
                <a:latin typeface="BirkaLTPro-Regular"/>
                <a:cs typeface="Tahoma"/>
              </a:rPr>
              <a:t> </a:t>
            </a:r>
            <a:r>
              <a:rPr sz="2600" dirty="0">
                <a:latin typeface="BirkaLTPro-Regular"/>
                <a:cs typeface="Tahoma"/>
              </a:rPr>
              <a:t>um</a:t>
            </a:r>
            <a:r>
              <a:rPr sz="2600" spc="-55" dirty="0">
                <a:latin typeface="BirkaLTPro-Regular"/>
                <a:cs typeface="Tahoma"/>
              </a:rPr>
              <a:t> </a:t>
            </a:r>
            <a:r>
              <a:rPr sz="2600" spc="-10" dirty="0">
                <a:latin typeface="BirkaLTPro-Regular"/>
                <a:cs typeface="Tahoma"/>
              </a:rPr>
              <a:t>auto</a:t>
            </a:r>
            <a:r>
              <a:rPr lang="pt-BR" sz="2600" spc="-10" dirty="0">
                <a:latin typeface="BirkaLTPro-Regular"/>
                <a:cs typeface="Tahoma"/>
              </a:rPr>
              <a:t> </a:t>
            </a:r>
            <a:r>
              <a:rPr sz="2600" spc="-10" dirty="0" err="1">
                <a:latin typeface="BirkaLTPro-Regular"/>
                <a:cs typeface="Tahoma"/>
              </a:rPr>
              <a:t>relacionamento</a:t>
            </a:r>
            <a:r>
              <a:rPr sz="2600" spc="-10" dirty="0">
                <a:latin typeface="BirkaLTPro-Regular"/>
                <a:cs typeface="Tahoma"/>
              </a:rPr>
              <a:t>.</a:t>
            </a:r>
            <a:endParaRPr sz="2600" dirty="0">
              <a:latin typeface="BirkaLTPro-Regular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11774185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D05384-1B34-74D8-1A61-FE4E7F3B8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1B3BFFCE-2C47-E47B-31A3-4EE342B2387C}"/>
              </a:ext>
            </a:extLst>
          </p:cNvPr>
          <p:cNvSpPr txBox="1"/>
          <p:nvPr/>
        </p:nvSpPr>
        <p:spPr>
          <a:xfrm>
            <a:off x="327198" y="389493"/>
            <a:ext cx="7552206" cy="473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07000"/>
              </a:lnSpc>
              <a:spcAft>
                <a:spcPts val="800"/>
              </a:spcAft>
              <a:tabLst>
                <a:tab pos="914400" algn="l"/>
              </a:tabLst>
            </a:pPr>
            <a:r>
              <a:rPr lang="pt-BR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Diagrama de Classes (</a:t>
            </a:r>
            <a:r>
              <a:rPr lang="pt-BR" sz="24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Class</a:t>
            </a:r>
            <a:r>
              <a:rPr lang="pt-BR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pt-BR" sz="24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Diagram</a:t>
            </a:r>
            <a:r>
              <a:rPr lang="pt-BR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2" name="object 5">
            <a:extLst>
              <a:ext uri="{FF2B5EF4-FFF2-40B4-BE49-F238E27FC236}">
                <a16:creationId xmlns:a16="http://schemas.microsoft.com/office/drawing/2014/main" id="{99B39509-447F-AC7F-5035-F346135333F6}"/>
              </a:ext>
            </a:extLst>
          </p:cNvPr>
          <p:cNvSpPr txBox="1"/>
          <p:nvPr/>
        </p:nvSpPr>
        <p:spPr>
          <a:xfrm>
            <a:off x="416211" y="1067562"/>
            <a:ext cx="11042971" cy="421910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065" marR="5080">
              <a:lnSpc>
                <a:spcPct val="100000"/>
              </a:lnSpc>
              <a:spcBef>
                <a:spcPts val="100"/>
              </a:spcBef>
              <a:buClr>
                <a:srgbClr val="2D1500"/>
              </a:buClr>
              <a:tabLst>
                <a:tab pos="285750" algn="l"/>
              </a:tabLst>
            </a:pPr>
            <a:r>
              <a:rPr lang="pt-BR" sz="2600" b="1" dirty="0">
                <a:latin typeface="BirkaLTPro-Regular"/>
              </a:rPr>
              <a:t>Associação</a:t>
            </a:r>
            <a:r>
              <a:rPr lang="pt-BR" sz="2600" b="1" spc="-30" dirty="0">
                <a:latin typeface="BirkaLTPro-Regular"/>
              </a:rPr>
              <a:t> </a:t>
            </a:r>
            <a:r>
              <a:rPr lang="pt-BR" sz="2600" b="1" dirty="0">
                <a:latin typeface="BirkaLTPro-Regular"/>
              </a:rPr>
              <a:t>unária</a:t>
            </a:r>
            <a:r>
              <a:rPr lang="pt-BR" sz="2600" b="1" spc="-5" dirty="0">
                <a:latin typeface="BirkaLTPro-Regular"/>
              </a:rPr>
              <a:t> </a:t>
            </a:r>
            <a:r>
              <a:rPr lang="pt-BR" sz="2600" b="1" dirty="0">
                <a:latin typeface="BirkaLTPro-Regular"/>
              </a:rPr>
              <a:t>(ou</a:t>
            </a:r>
            <a:r>
              <a:rPr lang="pt-BR" sz="2600" b="1" spc="-20" dirty="0">
                <a:latin typeface="BirkaLTPro-Regular"/>
              </a:rPr>
              <a:t> </a:t>
            </a:r>
            <a:r>
              <a:rPr lang="pt-BR" sz="2600" b="1" spc="-10" dirty="0">
                <a:latin typeface="BirkaLTPro-Regular"/>
              </a:rPr>
              <a:t>reflexiva)</a:t>
            </a:r>
            <a:endParaRPr lang="pt-BR" sz="2600" b="1" dirty="0">
              <a:solidFill>
                <a:srgbClr val="713400"/>
              </a:solidFill>
              <a:latin typeface="BirkaLTPro-Regular"/>
              <a:cs typeface="Tahoma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8A424C33-CC8C-B487-963D-4CE9167D6B86}"/>
              </a:ext>
            </a:extLst>
          </p:cNvPr>
          <p:cNvSpPr txBox="1"/>
          <p:nvPr/>
        </p:nvSpPr>
        <p:spPr>
          <a:xfrm>
            <a:off x="598527" y="2078456"/>
            <a:ext cx="11308127" cy="2295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marR="5080" indent="-457200">
              <a:lnSpc>
                <a:spcPct val="100000"/>
              </a:lnSpc>
              <a:spcBef>
                <a:spcPts val="100"/>
              </a:spcBef>
              <a:buClr>
                <a:srgbClr val="2D1500"/>
              </a:buClr>
              <a:buFont typeface="Arial" panose="020B0604020202020204" pitchFamily="34" charset="0"/>
              <a:buChar char="•"/>
              <a:tabLst>
                <a:tab pos="285750" algn="l"/>
              </a:tabLst>
            </a:pPr>
            <a:r>
              <a:rPr lang="pt-BR" sz="2600" dirty="0">
                <a:solidFill>
                  <a:srgbClr val="713400"/>
                </a:solidFill>
                <a:latin typeface="BirkaLTPro-Regular"/>
                <a:cs typeface="Tahoma"/>
              </a:rPr>
              <a:t>Ocorre</a:t>
            </a:r>
            <a:r>
              <a:rPr lang="pt-BR" sz="2600" spc="135" dirty="0">
                <a:solidFill>
                  <a:srgbClr val="713400"/>
                </a:solidFill>
                <a:latin typeface="BirkaLTPro-Regular"/>
                <a:cs typeface="Tahoma"/>
              </a:rPr>
              <a:t> </a:t>
            </a:r>
            <a:r>
              <a:rPr lang="pt-BR" sz="2600" dirty="0">
                <a:solidFill>
                  <a:srgbClr val="713400"/>
                </a:solidFill>
                <a:latin typeface="BirkaLTPro-Regular"/>
                <a:cs typeface="Tahoma"/>
              </a:rPr>
              <a:t>quando</a:t>
            </a:r>
            <a:r>
              <a:rPr lang="pt-BR" sz="2600" spc="135" dirty="0">
                <a:solidFill>
                  <a:srgbClr val="713400"/>
                </a:solidFill>
                <a:latin typeface="BirkaLTPro-Regular"/>
                <a:cs typeface="Tahoma"/>
              </a:rPr>
              <a:t> </a:t>
            </a:r>
            <a:r>
              <a:rPr lang="pt-BR" sz="2600" dirty="0">
                <a:solidFill>
                  <a:srgbClr val="713400"/>
                </a:solidFill>
                <a:latin typeface="BirkaLTPro-Regular"/>
                <a:cs typeface="Tahoma"/>
              </a:rPr>
              <a:t>há</a:t>
            </a:r>
            <a:r>
              <a:rPr lang="pt-BR" sz="2600" spc="135" dirty="0">
                <a:solidFill>
                  <a:srgbClr val="713400"/>
                </a:solidFill>
                <a:latin typeface="BirkaLTPro-Regular"/>
                <a:cs typeface="Tahoma"/>
              </a:rPr>
              <a:t> </a:t>
            </a:r>
            <a:r>
              <a:rPr lang="pt-BR" sz="2600" dirty="0">
                <a:solidFill>
                  <a:srgbClr val="713400"/>
                </a:solidFill>
                <a:latin typeface="BirkaLTPro-Regular"/>
                <a:cs typeface="Tahoma"/>
              </a:rPr>
              <a:t>um</a:t>
            </a:r>
            <a:r>
              <a:rPr lang="pt-BR" sz="2600" spc="140" dirty="0">
                <a:solidFill>
                  <a:srgbClr val="713400"/>
                </a:solidFill>
                <a:latin typeface="BirkaLTPro-Regular"/>
                <a:cs typeface="Tahoma"/>
              </a:rPr>
              <a:t> </a:t>
            </a:r>
            <a:r>
              <a:rPr lang="pt-BR" sz="2600" dirty="0">
                <a:solidFill>
                  <a:srgbClr val="713400"/>
                </a:solidFill>
                <a:latin typeface="BirkaLTPro-Regular"/>
                <a:cs typeface="Tahoma"/>
              </a:rPr>
              <a:t>relacionamento</a:t>
            </a:r>
            <a:r>
              <a:rPr lang="pt-BR" sz="2600" spc="125" dirty="0">
                <a:solidFill>
                  <a:srgbClr val="713400"/>
                </a:solidFill>
                <a:latin typeface="BirkaLTPro-Regular"/>
                <a:cs typeface="Tahoma"/>
              </a:rPr>
              <a:t> </a:t>
            </a:r>
            <a:r>
              <a:rPr lang="pt-BR" sz="2600" dirty="0">
                <a:solidFill>
                  <a:srgbClr val="713400"/>
                </a:solidFill>
                <a:latin typeface="BirkaLTPro-Regular"/>
                <a:cs typeface="Tahoma"/>
              </a:rPr>
              <a:t>de</a:t>
            </a:r>
            <a:r>
              <a:rPr lang="pt-BR" sz="2600" spc="140" dirty="0">
                <a:solidFill>
                  <a:srgbClr val="713400"/>
                </a:solidFill>
                <a:latin typeface="BirkaLTPro-Regular"/>
                <a:cs typeface="Tahoma"/>
              </a:rPr>
              <a:t> </a:t>
            </a:r>
            <a:r>
              <a:rPr lang="pt-BR" sz="2600" dirty="0">
                <a:solidFill>
                  <a:srgbClr val="713400"/>
                </a:solidFill>
                <a:latin typeface="BirkaLTPro-Regular"/>
                <a:cs typeface="Tahoma"/>
              </a:rPr>
              <a:t>um</a:t>
            </a:r>
            <a:r>
              <a:rPr lang="pt-BR" sz="2600" spc="140" dirty="0">
                <a:solidFill>
                  <a:srgbClr val="713400"/>
                </a:solidFill>
                <a:latin typeface="BirkaLTPro-Regular"/>
                <a:cs typeface="Tahoma"/>
              </a:rPr>
              <a:t> </a:t>
            </a:r>
            <a:r>
              <a:rPr lang="pt-BR" sz="2600" dirty="0">
                <a:solidFill>
                  <a:srgbClr val="713400"/>
                </a:solidFill>
                <a:latin typeface="BirkaLTPro-Regular"/>
                <a:cs typeface="Tahoma"/>
              </a:rPr>
              <a:t>objeto</a:t>
            </a:r>
            <a:r>
              <a:rPr lang="pt-BR" sz="2600" spc="130" dirty="0">
                <a:solidFill>
                  <a:srgbClr val="713400"/>
                </a:solidFill>
                <a:latin typeface="BirkaLTPro-Regular"/>
                <a:cs typeface="Tahoma"/>
              </a:rPr>
              <a:t> </a:t>
            </a:r>
            <a:r>
              <a:rPr lang="pt-BR" sz="2600" dirty="0">
                <a:solidFill>
                  <a:srgbClr val="713400"/>
                </a:solidFill>
                <a:latin typeface="BirkaLTPro-Regular"/>
                <a:cs typeface="Tahoma"/>
              </a:rPr>
              <a:t>de</a:t>
            </a:r>
            <a:r>
              <a:rPr lang="pt-BR" sz="2600" spc="145" dirty="0">
                <a:solidFill>
                  <a:srgbClr val="713400"/>
                </a:solidFill>
                <a:latin typeface="BirkaLTPro-Regular"/>
                <a:cs typeface="Tahoma"/>
              </a:rPr>
              <a:t> </a:t>
            </a:r>
            <a:r>
              <a:rPr lang="pt-BR" sz="2600" dirty="0">
                <a:solidFill>
                  <a:srgbClr val="713400"/>
                </a:solidFill>
                <a:latin typeface="BirkaLTPro-Regular"/>
                <a:cs typeface="Tahoma"/>
              </a:rPr>
              <a:t>uma</a:t>
            </a:r>
            <a:r>
              <a:rPr lang="pt-BR" sz="2600" spc="145" dirty="0">
                <a:solidFill>
                  <a:srgbClr val="713400"/>
                </a:solidFill>
                <a:latin typeface="BirkaLTPro-Regular"/>
                <a:cs typeface="Tahoma"/>
              </a:rPr>
              <a:t> </a:t>
            </a:r>
            <a:r>
              <a:rPr lang="pt-BR" sz="2600" dirty="0">
                <a:solidFill>
                  <a:srgbClr val="713400"/>
                </a:solidFill>
                <a:latin typeface="BirkaLTPro-Regular"/>
                <a:cs typeface="Tahoma"/>
              </a:rPr>
              <a:t>classe</a:t>
            </a:r>
            <a:r>
              <a:rPr lang="pt-BR" sz="2600" spc="145" dirty="0">
                <a:solidFill>
                  <a:srgbClr val="713400"/>
                </a:solidFill>
                <a:latin typeface="BirkaLTPro-Regular"/>
                <a:cs typeface="Tahoma"/>
              </a:rPr>
              <a:t> </a:t>
            </a:r>
            <a:r>
              <a:rPr lang="pt-BR" sz="2600" dirty="0">
                <a:solidFill>
                  <a:srgbClr val="713400"/>
                </a:solidFill>
                <a:latin typeface="BirkaLTPro-Regular"/>
                <a:cs typeface="Tahoma"/>
              </a:rPr>
              <a:t>com</a:t>
            </a:r>
            <a:r>
              <a:rPr lang="pt-BR" sz="2600" spc="120" dirty="0">
                <a:solidFill>
                  <a:srgbClr val="713400"/>
                </a:solidFill>
                <a:latin typeface="BirkaLTPro-Regular"/>
                <a:cs typeface="Tahoma"/>
              </a:rPr>
              <a:t> </a:t>
            </a:r>
            <a:r>
              <a:rPr lang="pt-BR" sz="2600" spc="-10" dirty="0">
                <a:solidFill>
                  <a:srgbClr val="713400"/>
                </a:solidFill>
                <a:latin typeface="BirkaLTPro-Regular"/>
                <a:cs typeface="Tahoma"/>
              </a:rPr>
              <a:t>objetos 	</a:t>
            </a:r>
            <a:r>
              <a:rPr lang="pt-BR" sz="2600" dirty="0">
                <a:solidFill>
                  <a:srgbClr val="713400"/>
                </a:solidFill>
                <a:latin typeface="BirkaLTPro-Regular"/>
                <a:cs typeface="Tahoma"/>
              </a:rPr>
              <a:t>da</a:t>
            </a:r>
            <a:r>
              <a:rPr lang="pt-BR" sz="2600" spc="-40" dirty="0">
                <a:solidFill>
                  <a:srgbClr val="713400"/>
                </a:solidFill>
                <a:latin typeface="BirkaLTPro-Regular"/>
                <a:cs typeface="Tahoma"/>
              </a:rPr>
              <a:t> </a:t>
            </a:r>
            <a:r>
              <a:rPr lang="pt-BR" sz="2600" dirty="0">
                <a:solidFill>
                  <a:srgbClr val="713400"/>
                </a:solidFill>
                <a:latin typeface="BirkaLTPro-Regular"/>
                <a:cs typeface="Tahoma"/>
              </a:rPr>
              <a:t>mesma</a:t>
            </a:r>
            <a:r>
              <a:rPr lang="pt-BR" sz="2600" spc="-35" dirty="0">
                <a:solidFill>
                  <a:srgbClr val="713400"/>
                </a:solidFill>
                <a:latin typeface="BirkaLTPro-Regular"/>
                <a:cs typeface="Tahoma"/>
              </a:rPr>
              <a:t> </a:t>
            </a:r>
            <a:r>
              <a:rPr lang="pt-BR" sz="2600" spc="-10" dirty="0">
                <a:solidFill>
                  <a:srgbClr val="713400"/>
                </a:solidFill>
                <a:latin typeface="BirkaLTPro-Regular"/>
                <a:cs typeface="Tahoma"/>
              </a:rPr>
              <a:t>classe;</a:t>
            </a:r>
            <a:endParaRPr lang="pt-BR" sz="2600" dirty="0">
              <a:latin typeface="BirkaLTPro-Regular"/>
              <a:cs typeface="Tahoma"/>
            </a:endParaRPr>
          </a:p>
          <a:p>
            <a:pPr marL="469900" indent="-457200">
              <a:lnSpc>
                <a:spcPct val="100000"/>
              </a:lnSpc>
              <a:spcBef>
                <a:spcPts val="1080"/>
              </a:spcBef>
              <a:buClr>
                <a:srgbClr val="2D1500"/>
              </a:buClr>
              <a:buFont typeface="Arial" panose="020B0604020202020204" pitchFamily="34" charset="0"/>
              <a:buChar char="•"/>
              <a:tabLst>
                <a:tab pos="285115" algn="l"/>
              </a:tabLst>
            </a:pPr>
            <a:r>
              <a:rPr lang="pt-BR" sz="2600" dirty="0">
                <a:solidFill>
                  <a:srgbClr val="713400"/>
                </a:solidFill>
                <a:latin typeface="BirkaLTPro-Regular"/>
                <a:cs typeface="Tahoma"/>
              </a:rPr>
              <a:t>No</a:t>
            </a:r>
            <a:r>
              <a:rPr lang="pt-BR" sz="2600" spc="229" dirty="0">
                <a:solidFill>
                  <a:srgbClr val="713400"/>
                </a:solidFill>
                <a:latin typeface="BirkaLTPro-Regular"/>
                <a:cs typeface="Tahoma"/>
              </a:rPr>
              <a:t> </a:t>
            </a:r>
            <a:r>
              <a:rPr lang="pt-BR" sz="2600" dirty="0">
                <a:solidFill>
                  <a:srgbClr val="713400"/>
                </a:solidFill>
                <a:latin typeface="BirkaLTPro-Regular"/>
                <a:cs typeface="Tahoma"/>
              </a:rPr>
              <a:t>exemplo</a:t>
            </a:r>
            <a:r>
              <a:rPr lang="pt-BR" sz="2600" spc="240" dirty="0">
                <a:solidFill>
                  <a:srgbClr val="713400"/>
                </a:solidFill>
                <a:latin typeface="BirkaLTPro-Regular"/>
                <a:cs typeface="Tahoma"/>
              </a:rPr>
              <a:t> </a:t>
            </a:r>
            <a:r>
              <a:rPr lang="pt-BR" sz="2600" dirty="0">
                <a:solidFill>
                  <a:srgbClr val="713400"/>
                </a:solidFill>
                <a:latin typeface="BirkaLTPro-Regular"/>
                <a:cs typeface="Tahoma"/>
              </a:rPr>
              <a:t>abaixo,</a:t>
            </a:r>
            <a:r>
              <a:rPr lang="pt-BR" sz="2600" spc="250" dirty="0">
                <a:solidFill>
                  <a:srgbClr val="713400"/>
                </a:solidFill>
                <a:latin typeface="BirkaLTPro-Regular"/>
                <a:cs typeface="Tahoma"/>
              </a:rPr>
              <a:t> </a:t>
            </a:r>
            <a:r>
              <a:rPr lang="pt-BR" sz="2600" spc="-20" dirty="0">
                <a:solidFill>
                  <a:srgbClr val="713400"/>
                </a:solidFill>
                <a:latin typeface="BirkaLTPro-Regular"/>
                <a:cs typeface="Tahoma"/>
              </a:rPr>
              <a:t>percebe-</a:t>
            </a:r>
            <a:r>
              <a:rPr lang="pt-BR" sz="2600" dirty="0">
                <a:solidFill>
                  <a:srgbClr val="713400"/>
                </a:solidFill>
                <a:latin typeface="BirkaLTPro-Regular"/>
                <a:cs typeface="Tahoma"/>
              </a:rPr>
              <a:t>se</a:t>
            </a:r>
            <a:r>
              <a:rPr lang="pt-BR" sz="2600" spc="250" dirty="0">
                <a:solidFill>
                  <a:srgbClr val="713400"/>
                </a:solidFill>
                <a:latin typeface="BirkaLTPro-Regular"/>
                <a:cs typeface="Tahoma"/>
              </a:rPr>
              <a:t> </a:t>
            </a:r>
            <a:r>
              <a:rPr lang="pt-BR" sz="2600" dirty="0">
                <a:solidFill>
                  <a:srgbClr val="713400"/>
                </a:solidFill>
                <a:latin typeface="BirkaLTPro-Regular"/>
                <a:cs typeface="Tahoma"/>
              </a:rPr>
              <a:t>que</a:t>
            </a:r>
            <a:r>
              <a:rPr lang="pt-BR" sz="2600" spc="250" dirty="0">
                <a:solidFill>
                  <a:srgbClr val="713400"/>
                </a:solidFill>
                <a:latin typeface="BirkaLTPro-Regular"/>
                <a:cs typeface="Tahoma"/>
              </a:rPr>
              <a:t> </a:t>
            </a:r>
            <a:r>
              <a:rPr lang="pt-BR" sz="2600" dirty="0">
                <a:solidFill>
                  <a:srgbClr val="713400"/>
                </a:solidFill>
                <a:latin typeface="BirkaLTPro-Regular"/>
                <a:cs typeface="Tahoma"/>
              </a:rPr>
              <a:t>um</a:t>
            </a:r>
            <a:r>
              <a:rPr lang="pt-BR" sz="2600" spc="245" dirty="0">
                <a:solidFill>
                  <a:srgbClr val="713400"/>
                </a:solidFill>
                <a:latin typeface="BirkaLTPro-Regular"/>
                <a:cs typeface="Tahoma"/>
              </a:rPr>
              <a:t> </a:t>
            </a:r>
            <a:r>
              <a:rPr lang="pt-BR" sz="2600" dirty="0">
                <a:solidFill>
                  <a:srgbClr val="713400"/>
                </a:solidFill>
                <a:latin typeface="BirkaLTPro-Regular"/>
                <a:cs typeface="Tahoma"/>
              </a:rPr>
              <a:t>objeto</a:t>
            </a:r>
            <a:r>
              <a:rPr lang="pt-BR" sz="2600" spc="254" dirty="0">
                <a:solidFill>
                  <a:srgbClr val="713400"/>
                </a:solidFill>
                <a:latin typeface="BirkaLTPro-Regular"/>
                <a:cs typeface="Tahoma"/>
              </a:rPr>
              <a:t> </a:t>
            </a:r>
            <a:r>
              <a:rPr lang="pt-BR" sz="2600" dirty="0">
                <a:solidFill>
                  <a:srgbClr val="713400"/>
                </a:solidFill>
                <a:latin typeface="BirkaLTPro-Regular"/>
                <a:cs typeface="Tahoma"/>
              </a:rPr>
              <a:t>da</a:t>
            </a:r>
            <a:r>
              <a:rPr lang="pt-BR" sz="2600" spc="250" dirty="0">
                <a:solidFill>
                  <a:srgbClr val="713400"/>
                </a:solidFill>
                <a:latin typeface="BirkaLTPro-Regular"/>
                <a:cs typeface="Tahoma"/>
              </a:rPr>
              <a:t> </a:t>
            </a:r>
            <a:r>
              <a:rPr lang="pt-BR" sz="2600" dirty="0">
                <a:solidFill>
                  <a:srgbClr val="713400"/>
                </a:solidFill>
                <a:latin typeface="BirkaLTPro-Regular"/>
                <a:cs typeface="Tahoma"/>
              </a:rPr>
              <a:t>classe</a:t>
            </a:r>
            <a:r>
              <a:rPr lang="pt-BR" sz="2600" spc="250" dirty="0">
                <a:solidFill>
                  <a:srgbClr val="713400"/>
                </a:solidFill>
                <a:latin typeface="BirkaLTPro-Regular"/>
                <a:cs typeface="Tahoma"/>
              </a:rPr>
              <a:t> </a:t>
            </a:r>
            <a:r>
              <a:rPr lang="pt-BR" sz="2600" dirty="0">
                <a:solidFill>
                  <a:srgbClr val="713400"/>
                </a:solidFill>
                <a:latin typeface="BirkaLTPro-Regular"/>
                <a:cs typeface="Tahoma"/>
              </a:rPr>
              <a:t>Funcionário</a:t>
            </a:r>
            <a:r>
              <a:rPr lang="pt-BR" sz="2600" spc="225" dirty="0">
                <a:solidFill>
                  <a:srgbClr val="713400"/>
                </a:solidFill>
                <a:latin typeface="BirkaLTPro-Regular"/>
                <a:cs typeface="Tahoma"/>
              </a:rPr>
              <a:t> </a:t>
            </a:r>
            <a:r>
              <a:rPr lang="pt-BR" sz="2600" dirty="0">
                <a:solidFill>
                  <a:srgbClr val="713400"/>
                </a:solidFill>
                <a:latin typeface="BirkaLTPro-Regular"/>
                <a:cs typeface="Tahoma"/>
              </a:rPr>
              <a:t>pode</a:t>
            </a:r>
            <a:r>
              <a:rPr lang="pt-BR" sz="2600" spc="250" dirty="0">
                <a:solidFill>
                  <a:srgbClr val="713400"/>
                </a:solidFill>
                <a:latin typeface="BirkaLTPro-Regular"/>
                <a:cs typeface="Tahoma"/>
              </a:rPr>
              <a:t> </a:t>
            </a:r>
            <a:r>
              <a:rPr lang="pt-BR" sz="2600" spc="-25" dirty="0">
                <a:solidFill>
                  <a:srgbClr val="713400"/>
                </a:solidFill>
                <a:latin typeface="BirkaLTPro-Regular"/>
                <a:cs typeface="Tahoma"/>
              </a:rPr>
              <a:t>(ou</a:t>
            </a:r>
            <a:r>
              <a:rPr lang="pt-BR" sz="2600" spc="-25" dirty="0">
                <a:latin typeface="BirkaLTPro-Regular"/>
                <a:cs typeface="Tahoma"/>
              </a:rPr>
              <a:t> </a:t>
            </a:r>
            <a:r>
              <a:rPr lang="pt-BR" sz="2600" dirty="0">
                <a:solidFill>
                  <a:srgbClr val="713400"/>
                </a:solidFill>
                <a:latin typeface="BirkaLTPro-Regular"/>
                <a:cs typeface="Tahoma"/>
              </a:rPr>
              <a:t>não)</a:t>
            </a:r>
            <a:r>
              <a:rPr lang="pt-BR" sz="2600" spc="-40" dirty="0">
                <a:solidFill>
                  <a:srgbClr val="713400"/>
                </a:solidFill>
                <a:latin typeface="BirkaLTPro-Regular"/>
                <a:cs typeface="Tahoma"/>
              </a:rPr>
              <a:t> </a:t>
            </a:r>
            <a:r>
              <a:rPr lang="pt-BR" sz="2600" dirty="0">
                <a:solidFill>
                  <a:srgbClr val="713400"/>
                </a:solidFill>
                <a:latin typeface="BirkaLTPro-Regular"/>
                <a:cs typeface="Tahoma"/>
              </a:rPr>
              <a:t>supervisionar</a:t>
            </a:r>
            <a:r>
              <a:rPr lang="pt-BR" sz="2600" spc="-35" dirty="0">
                <a:solidFill>
                  <a:srgbClr val="713400"/>
                </a:solidFill>
                <a:latin typeface="BirkaLTPro-Regular"/>
                <a:cs typeface="Tahoma"/>
              </a:rPr>
              <a:t> </a:t>
            </a:r>
            <a:r>
              <a:rPr lang="pt-BR" sz="2600" dirty="0">
                <a:solidFill>
                  <a:srgbClr val="713400"/>
                </a:solidFill>
                <a:latin typeface="BirkaLTPro-Regular"/>
                <a:cs typeface="Tahoma"/>
              </a:rPr>
              <a:t>outros</a:t>
            </a:r>
            <a:r>
              <a:rPr lang="pt-BR" sz="2600" spc="-30" dirty="0">
                <a:solidFill>
                  <a:srgbClr val="713400"/>
                </a:solidFill>
                <a:latin typeface="BirkaLTPro-Regular"/>
                <a:cs typeface="Tahoma"/>
              </a:rPr>
              <a:t> </a:t>
            </a:r>
            <a:r>
              <a:rPr lang="pt-BR" sz="2600" dirty="0">
                <a:solidFill>
                  <a:srgbClr val="713400"/>
                </a:solidFill>
                <a:latin typeface="BirkaLTPro-Regular"/>
                <a:cs typeface="Tahoma"/>
              </a:rPr>
              <a:t>objetos</a:t>
            </a:r>
            <a:r>
              <a:rPr lang="pt-BR" sz="2600" spc="-20" dirty="0">
                <a:solidFill>
                  <a:srgbClr val="713400"/>
                </a:solidFill>
                <a:latin typeface="BirkaLTPro-Regular"/>
                <a:cs typeface="Tahoma"/>
              </a:rPr>
              <a:t> </a:t>
            </a:r>
            <a:r>
              <a:rPr lang="pt-BR" sz="2600" dirty="0">
                <a:solidFill>
                  <a:srgbClr val="713400"/>
                </a:solidFill>
                <a:latin typeface="BirkaLTPro-Regular"/>
                <a:cs typeface="Tahoma"/>
              </a:rPr>
              <a:t>dessa</a:t>
            </a:r>
            <a:r>
              <a:rPr lang="pt-BR" sz="2600" spc="-25" dirty="0">
                <a:solidFill>
                  <a:srgbClr val="713400"/>
                </a:solidFill>
                <a:latin typeface="BirkaLTPro-Regular"/>
                <a:cs typeface="Tahoma"/>
              </a:rPr>
              <a:t> </a:t>
            </a:r>
            <a:r>
              <a:rPr lang="pt-BR" sz="2600" dirty="0">
                <a:solidFill>
                  <a:srgbClr val="713400"/>
                </a:solidFill>
                <a:latin typeface="BirkaLTPro-Regular"/>
                <a:cs typeface="Tahoma"/>
              </a:rPr>
              <a:t>mesma</a:t>
            </a:r>
            <a:r>
              <a:rPr lang="pt-BR" sz="2600" spc="-30" dirty="0">
                <a:solidFill>
                  <a:srgbClr val="713400"/>
                </a:solidFill>
                <a:latin typeface="BirkaLTPro-Regular"/>
                <a:cs typeface="Tahoma"/>
              </a:rPr>
              <a:t> </a:t>
            </a:r>
            <a:r>
              <a:rPr lang="pt-BR" sz="2600" spc="-10" dirty="0">
                <a:solidFill>
                  <a:srgbClr val="713400"/>
                </a:solidFill>
                <a:latin typeface="BirkaLTPro-Regular"/>
                <a:cs typeface="Tahoma"/>
              </a:rPr>
              <a:t>classe;</a:t>
            </a:r>
            <a:endParaRPr lang="pt-BR" sz="2600" dirty="0">
              <a:latin typeface="BirkaLTPro-Regular"/>
              <a:cs typeface="Tahoma"/>
            </a:endParaRPr>
          </a:p>
          <a:p>
            <a:pPr marL="469900" indent="-457200">
              <a:lnSpc>
                <a:spcPct val="100000"/>
              </a:lnSpc>
              <a:spcBef>
                <a:spcPts val="1080"/>
              </a:spcBef>
              <a:buClr>
                <a:srgbClr val="2D1500"/>
              </a:buClr>
              <a:buFont typeface="Arial" panose="020B0604020202020204" pitchFamily="34" charset="0"/>
              <a:buChar char="•"/>
              <a:tabLst>
                <a:tab pos="285115" algn="l"/>
              </a:tabLst>
            </a:pPr>
            <a:r>
              <a:rPr lang="pt-BR" sz="2600" dirty="0">
                <a:solidFill>
                  <a:srgbClr val="713400"/>
                </a:solidFill>
                <a:latin typeface="BirkaLTPro-Regular"/>
                <a:cs typeface="Tahoma"/>
              </a:rPr>
              <a:t>Para</a:t>
            </a:r>
            <a:r>
              <a:rPr lang="pt-BR" sz="2600" spc="-35" dirty="0">
                <a:solidFill>
                  <a:srgbClr val="713400"/>
                </a:solidFill>
                <a:latin typeface="BirkaLTPro-Regular"/>
                <a:cs typeface="Tahoma"/>
              </a:rPr>
              <a:t> </a:t>
            </a:r>
            <a:r>
              <a:rPr lang="pt-BR" sz="2600" dirty="0">
                <a:solidFill>
                  <a:srgbClr val="713400"/>
                </a:solidFill>
                <a:latin typeface="BirkaLTPro-Regular"/>
                <a:cs typeface="Tahoma"/>
              </a:rPr>
              <a:t>o</a:t>
            </a:r>
            <a:r>
              <a:rPr lang="pt-BR" sz="2600" spc="-45" dirty="0">
                <a:solidFill>
                  <a:srgbClr val="713400"/>
                </a:solidFill>
                <a:latin typeface="BirkaLTPro-Regular"/>
                <a:cs typeface="Tahoma"/>
              </a:rPr>
              <a:t> </a:t>
            </a:r>
            <a:r>
              <a:rPr lang="pt-BR" sz="2600" dirty="0">
                <a:solidFill>
                  <a:srgbClr val="713400"/>
                </a:solidFill>
                <a:latin typeface="BirkaLTPro-Regular"/>
                <a:cs typeface="Tahoma"/>
              </a:rPr>
              <a:t>relacionamento</a:t>
            </a:r>
            <a:r>
              <a:rPr lang="pt-BR" sz="2600" spc="-50" dirty="0">
                <a:solidFill>
                  <a:srgbClr val="713400"/>
                </a:solidFill>
                <a:latin typeface="BirkaLTPro-Regular"/>
                <a:cs typeface="Tahoma"/>
              </a:rPr>
              <a:t> </a:t>
            </a:r>
            <a:r>
              <a:rPr lang="pt-BR" sz="2600" dirty="0">
                <a:solidFill>
                  <a:srgbClr val="713400"/>
                </a:solidFill>
                <a:latin typeface="BirkaLTPro-Regular"/>
                <a:cs typeface="Tahoma"/>
              </a:rPr>
              <a:t>ficar</a:t>
            </a:r>
            <a:r>
              <a:rPr lang="pt-BR" sz="2600" spc="-25" dirty="0">
                <a:solidFill>
                  <a:srgbClr val="713400"/>
                </a:solidFill>
                <a:latin typeface="BirkaLTPro-Regular"/>
                <a:cs typeface="Tahoma"/>
              </a:rPr>
              <a:t> </a:t>
            </a:r>
            <a:r>
              <a:rPr lang="pt-BR" sz="2600" dirty="0">
                <a:solidFill>
                  <a:srgbClr val="713400"/>
                </a:solidFill>
                <a:latin typeface="BirkaLTPro-Regular"/>
                <a:cs typeface="Tahoma"/>
              </a:rPr>
              <a:t>mais</a:t>
            </a:r>
            <a:r>
              <a:rPr lang="pt-BR" sz="2600" spc="-45" dirty="0">
                <a:solidFill>
                  <a:srgbClr val="713400"/>
                </a:solidFill>
                <a:latin typeface="BirkaLTPro-Regular"/>
                <a:cs typeface="Tahoma"/>
              </a:rPr>
              <a:t> </a:t>
            </a:r>
            <a:r>
              <a:rPr lang="pt-BR" sz="2600" dirty="0">
                <a:solidFill>
                  <a:srgbClr val="713400"/>
                </a:solidFill>
                <a:latin typeface="BirkaLTPro-Regular"/>
                <a:cs typeface="Tahoma"/>
              </a:rPr>
              <a:t>claro,</a:t>
            </a:r>
            <a:r>
              <a:rPr lang="pt-BR" sz="2600" spc="-30" dirty="0">
                <a:solidFill>
                  <a:srgbClr val="713400"/>
                </a:solidFill>
                <a:latin typeface="BirkaLTPro-Regular"/>
                <a:cs typeface="Tahoma"/>
              </a:rPr>
              <a:t> </a:t>
            </a:r>
            <a:r>
              <a:rPr lang="pt-BR" sz="2600" spc="-20" dirty="0">
                <a:solidFill>
                  <a:srgbClr val="713400"/>
                </a:solidFill>
                <a:latin typeface="BirkaLTPro-Regular"/>
                <a:cs typeface="Tahoma"/>
              </a:rPr>
              <a:t>pode-</a:t>
            </a:r>
            <a:r>
              <a:rPr lang="pt-BR" sz="2600" dirty="0">
                <a:solidFill>
                  <a:srgbClr val="713400"/>
                </a:solidFill>
                <a:latin typeface="BirkaLTPro-Regular"/>
                <a:cs typeface="Tahoma"/>
              </a:rPr>
              <a:t>se</a:t>
            </a:r>
            <a:r>
              <a:rPr lang="pt-BR" sz="2600" spc="-30" dirty="0">
                <a:solidFill>
                  <a:srgbClr val="713400"/>
                </a:solidFill>
                <a:latin typeface="BirkaLTPro-Regular"/>
                <a:cs typeface="Tahoma"/>
              </a:rPr>
              <a:t> </a:t>
            </a:r>
            <a:r>
              <a:rPr lang="pt-BR" sz="2600" dirty="0">
                <a:solidFill>
                  <a:srgbClr val="713400"/>
                </a:solidFill>
                <a:latin typeface="BirkaLTPro-Regular"/>
                <a:cs typeface="Tahoma"/>
              </a:rPr>
              <a:t>informar</a:t>
            </a:r>
            <a:r>
              <a:rPr lang="pt-BR" sz="2600" spc="-40" dirty="0">
                <a:solidFill>
                  <a:srgbClr val="713400"/>
                </a:solidFill>
                <a:latin typeface="BirkaLTPro-Regular"/>
                <a:cs typeface="Tahoma"/>
              </a:rPr>
              <a:t> </a:t>
            </a:r>
            <a:r>
              <a:rPr lang="pt-BR" sz="2600" dirty="0">
                <a:solidFill>
                  <a:srgbClr val="713400"/>
                </a:solidFill>
                <a:latin typeface="BirkaLTPro-Regular"/>
                <a:cs typeface="Tahoma"/>
              </a:rPr>
              <a:t>a</a:t>
            </a:r>
            <a:r>
              <a:rPr lang="pt-BR" sz="2600" spc="-40" dirty="0">
                <a:solidFill>
                  <a:srgbClr val="713400"/>
                </a:solidFill>
                <a:latin typeface="BirkaLTPro-Regular"/>
                <a:cs typeface="Tahoma"/>
              </a:rPr>
              <a:t> </a:t>
            </a:r>
            <a:r>
              <a:rPr lang="pt-BR" sz="2600" dirty="0">
                <a:solidFill>
                  <a:srgbClr val="713400"/>
                </a:solidFill>
                <a:latin typeface="BirkaLTPro-Regular"/>
                <a:cs typeface="Tahoma"/>
              </a:rPr>
              <a:t>sua</a:t>
            </a:r>
            <a:r>
              <a:rPr lang="pt-BR" sz="2600" spc="-45" dirty="0">
                <a:solidFill>
                  <a:srgbClr val="713400"/>
                </a:solidFill>
                <a:latin typeface="BirkaLTPro-Regular"/>
                <a:cs typeface="Tahoma"/>
              </a:rPr>
              <a:t> </a:t>
            </a:r>
            <a:r>
              <a:rPr lang="pt-BR" sz="2600" spc="-10" dirty="0">
                <a:solidFill>
                  <a:srgbClr val="713400"/>
                </a:solidFill>
                <a:latin typeface="BirkaLTPro-Regular"/>
                <a:cs typeface="Tahoma"/>
              </a:rPr>
              <a:t>multiplicidade.</a:t>
            </a:r>
            <a:endParaRPr lang="pt-BR" sz="2600" dirty="0">
              <a:latin typeface="BirkaLTPro-Regular"/>
              <a:cs typeface="Tahoma"/>
            </a:endParaRPr>
          </a:p>
        </p:txBody>
      </p:sp>
      <p:pic>
        <p:nvPicPr>
          <p:cNvPr id="3" name="object 6">
            <a:extLst>
              <a:ext uri="{FF2B5EF4-FFF2-40B4-BE49-F238E27FC236}">
                <a16:creationId xmlns:a16="http://schemas.microsoft.com/office/drawing/2014/main" id="{4CC8543F-7555-B566-BAB1-FCE007AC7664}"/>
              </a:ext>
            </a:extLst>
          </p:cNvPr>
          <p:cNvPicPr/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72312" y="4373956"/>
            <a:ext cx="5300479" cy="1919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7168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695CB2-528E-9AED-79AB-63B8C5B06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ADA6E114-8235-8E02-0F45-F2C3CB64DDFA}"/>
              </a:ext>
            </a:extLst>
          </p:cNvPr>
          <p:cNvSpPr txBox="1"/>
          <p:nvPr/>
        </p:nvSpPr>
        <p:spPr>
          <a:xfrm>
            <a:off x="327198" y="389493"/>
            <a:ext cx="7552206" cy="473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07000"/>
              </a:lnSpc>
              <a:spcAft>
                <a:spcPts val="800"/>
              </a:spcAft>
              <a:tabLst>
                <a:tab pos="914400" algn="l"/>
              </a:tabLst>
            </a:pPr>
            <a:r>
              <a:rPr lang="pt-BR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Diagrama de Classes (</a:t>
            </a:r>
            <a:r>
              <a:rPr lang="pt-BR" sz="24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Class</a:t>
            </a:r>
            <a:r>
              <a:rPr lang="pt-BR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pt-BR" sz="24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Diagram</a:t>
            </a:r>
            <a:r>
              <a:rPr lang="pt-BR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2" name="object 5">
            <a:extLst>
              <a:ext uri="{FF2B5EF4-FFF2-40B4-BE49-F238E27FC236}">
                <a16:creationId xmlns:a16="http://schemas.microsoft.com/office/drawing/2014/main" id="{ABB59CCB-BB96-9627-30AD-BFBB93E124CB}"/>
              </a:ext>
            </a:extLst>
          </p:cNvPr>
          <p:cNvSpPr txBox="1"/>
          <p:nvPr/>
        </p:nvSpPr>
        <p:spPr>
          <a:xfrm>
            <a:off x="416211" y="1067562"/>
            <a:ext cx="11042971" cy="421910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065" marR="5080">
              <a:lnSpc>
                <a:spcPct val="100000"/>
              </a:lnSpc>
              <a:spcBef>
                <a:spcPts val="100"/>
              </a:spcBef>
              <a:buClr>
                <a:srgbClr val="2D1500"/>
              </a:buClr>
              <a:tabLst>
                <a:tab pos="285750" algn="l"/>
              </a:tabLst>
            </a:pPr>
            <a:r>
              <a:rPr lang="pt-BR" sz="2600" b="1" dirty="0">
                <a:latin typeface="BirkaLTPro-Regular"/>
              </a:rPr>
              <a:t>Associação</a:t>
            </a:r>
            <a:r>
              <a:rPr lang="pt-BR" sz="2600" b="1" spc="-30" dirty="0">
                <a:latin typeface="BirkaLTPro-Regular"/>
              </a:rPr>
              <a:t> </a:t>
            </a:r>
            <a:r>
              <a:rPr lang="pt-BR" sz="2600" b="1" dirty="0">
                <a:latin typeface="BirkaLTPro-Regular"/>
              </a:rPr>
              <a:t>Binária</a:t>
            </a:r>
            <a:endParaRPr lang="pt-BR" sz="2600" b="1" dirty="0">
              <a:solidFill>
                <a:srgbClr val="713400"/>
              </a:solidFill>
              <a:latin typeface="BirkaLTPro-Regular"/>
              <a:cs typeface="Tahoma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ABFC0E14-ACDF-C8F0-0A0F-C6AD290175FC}"/>
              </a:ext>
            </a:extLst>
          </p:cNvPr>
          <p:cNvSpPr txBox="1"/>
          <p:nvPr/>
        </p:nvSpPr>
        <p:spPr>
          <a:xfrm>
            <a:off x="598527" y="2078456"/>
            <a:ext cx="11308127" cy="2295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marR="5080" indent="-457200">
              <a:lnSpc>
                <a:spcPct val="100000"/>
              </a:lnSpc>
              <a:spcBef>
                <a:spcPts val="100"/>
              </a:spcBef>
              <a:buClr>
                <a:srgbClr val="2D1500"/>
              </a:buClr>
              <a:buFont typeface="Arial" panose="020B0604020202020204" pitchFamily="34" charset="0"/>
              <a:buChar char="•"/>
              <a:tabLst>
                <a:tab pos="285750" algn="l"/>
              </a:tabLst>
            </a:pPr>
            <a:r>
              <a:rPr lang="pt-BR" sz="2600" dirty="0">
                <a:latin typeface="BirkaLTPro-Regular"/>
                <a:cs typeface="Tahoma"/>
              </a:rPr>
              <a:t>Ocorre</a:t>
            </a:r>
            <a:r>
              <a:rPr lang="pt-BR" sz="2600" spc="135" dirty="0">
                <a:latin typeface="BirkaLTPro-Regular"/>
                <a:cs typeface="Tahoma"/>
              </a:rPr>
              <a:t> </a:t>
            </a:r>
            <a:r>
              <a:rPr lang="pt-BR" sz="2600" dirty="0">
                <a:latin typeface="BirkaLTPro-Regular"/>
                <a:cs typeface="Tahoma"/>
              </a:rPr>
              <a:t>quando</a:t>
            </a:r>
            <a:r>
              <a:rPr lang="pt-BR" sz="2600" spc="135" dirty="0">
                <a:latin typeface="BirkaLTPro-Regular"/>
                <a:cs typeface="Tahoma"/>
              </a:rPr>
              <a:t> </a:t>
            </a:r>
            <a:r>
              <a:rPr lang="pt-BR" sz="2600" dirty="0">
                <a:latin typeface="BirkaLTPro-Regular"/>
                <a:cs typeface="Tahoma"/>
              </a:rPr>
              <a:t>há</a:t>
            </a:r>
            <a:r>
              <a:rPr lang="pt-BR" sz="2600" spc="135" dirty="0">
                <a:latin typeface="BirkaLTPro-Regular"/>
                <a:cs typeface="Tahoma"/>
              </a:rPr>
              <a:t> </a:t>
            </a:r>
            <a:r>
              <a:rPr lang="pt-BR" sz="2600" dirty="0">
                <a:latin typeface="BirkaLTPro-Regular"/>
                <a:cs typeface="Tahoma"/>
              </a:rPr>
              <a:t>um</a:t>
            </a:r>
            <a:r>
              <a:rPr lang="pt-BR" sz="2600" spc="140" dirty="0">
                <a:latin typeface="BirkaLTPro-Regular"/>
                <a:cs typeface="Tahoma"/>
              </a:rPr>
              <a:t> </a:t>
            </a:r>
            <a:r>
              <a:rPr lang="pt-BR" sz="2600" dirty="0">
                <a:latin typeface="BirkaLTPro-Regular"/>
                <a:cs typeface="Tahoma"/>
              </a:rPr>
              <a:t>relacionamento</a:t>
            </a:r>
            <a:r>
              <a:rPr lang="pt-BR" sz="2600" spc="125" dirty="0">
                <a:latin typeface="BirkaLTPro-Regular"/>
                <a:cs typeface="Tahoma"/>
              </a:rPr>
              <a:t> </a:t>
            </a:r>
            <a:r>
              <a:rPr lang="pt-BR" sz="2600" dirty="0">
                <a:latin typeface="BirkaLTPro-Regular"/>
                <a:cs typeface="Tahoma"/>
              </a:rPr>
              <a:t>de</a:t>
            </a:r>
            <a:r>
              <a:rPr lang="pt-BR" sz="2600" spc="140" dirty="0">
                <a:latin typeface="BirkaLTPro-Regular"/>
                <a:cs typeface="Tahoma"/>
              </a:rPr>
              <a:t> </a:t>
            </a:r>
            <a:r>
              <a:rPr lang="pt-BR" sz="2600" dirty="0">
                <a:latin typeface="BirkaLTPro-Regular"/>
                <a:cs typeface="Tahoma"/>
              </a:rPr>
              <a:t>um</a:t>
            </a:r>
            <a:r>
              <a:rPr lang="pt-BR" sz="2600" spc="140" dirty="0">
                <a:latin typeface="BirkaLTPro-Regular"/>
                <a:cs typeface="Tahoma"/>
              </a:rPr>
              <a:t> </a:t>
            </a:r>
            <a:r>
              <a:rPr lang="pt-BR" sz="2600" dirty="0">
                <a:latin typeface="BirkaLTPro-Regular"/>
                <a:cs typeface="Tahoma"/>
              </a:rPr>
              <a:t>objeto</a:t>
            </a:r>
            <a:r>
              <a:rPr lang="pt-BR" sz="2600" spc="130" dirty="0">
                <a:latin typeface="BirkaLTPro-Regular"/>
                <a:cs typeface="Tahoma"/>
              </a:rPr>
              <a:t> </a:t>
            </a:r>
            <a:r>
              <a:rPr lang="pt-BR" sz="2600" dirty="0">
                <a:latin typeface="BirkaLTPro-Regular"/>
                <a:cs typeface="Tahoma"/>
              </a:rPr>
              <a:t>de</a:t>
            </a:r>
            <a:r>
              <a:rPr lang="pt-BR" sz="2600" spc="145" dirty="0">
                <a:latin typeface="BirkaLTPro-Regular"/>
                <a:cs typeface="Tahoma"/>
              </a:rPr>
              <a:t> </a:t>
            </a:r>
            <a:r>
              <a:rPr lang="pt-BR" sz="2600" dirty="0">
                <a:latin typeface="BirkaLTPro-Regular"/>
                <a:cs typeface="Tahoma"/>
              </a:rPr>
              <a:t>uma</a:t>
            </a:r>
            <a:r>
              <a:rPr lang="pt-BR" sz="2600" spc="145" dirty="0">
                <a:latin typeface="BirkaLTPro-Regular"/>
                <a:cs typeface="Tahoma"/>
              </a:rPr>
              <a:t> </a:t>
            </a:r>
            <a:r>
              <a:rPr lang="pt-BR" sz="2600" dirty="0">
                <a:latin typeface="BirkaLTPro-Regular"/>
                <a:cs typeface="Tahoma"/>
              </a:rPr>
              <a:t>classe</a:t>
            </a:r>
            <a:r>
              <a:rPr lang="pt-BR" sz="2600" spc="145" dirty="0">
                <a:latin typeface="BirkaLTPro-Regular"/>
                <a:cs typeface="Tahoma"/>
              </a:rPr>
              <a:t> </a:t>
            </a:r>
            <a:r>
              <a:rPr lang="pt-BR" sz="2600" dirty="0">
                <a:latin typeface="BirkaLTPro-Regular"/>
                <a:cs typeface="Tahoma"/>
              </a:rPr>
              <a:t>com</a:t>
            </a:r>
            <a:r>
              <a:rPr lang="pt-BR" sz="2600" spc="120" dirty="0">
                <a:latin typeface="BirkaLTPro-Regular"/>
                <a:cs typeface="Tahoma"/>
              </a:rPr>
              <a:t> </a:t>
            </a:r>
            <a:r>
              <a:rPr lang="pt-BR" sz="2600" spc="-10" dirty="0">
                <a:latin typeface="BirkaLTPro-Regular"/>
                <a:cs typeface="Tahoma"/>
              </a:rPr>
              <a:t>objetos 	</a:t>
            </a:r>
            <a:r>
              <a:rPr lang="pt-BR" sz="2600" dirty="0">
                <a:latin typeface="BirkaLTPro-Regular"/>
                <a:cs typeface="Tahoma"/>
              </a:rPr>
              <a:t>da</a:t>
            </a:r>
            <a:r>
              <a:rPr lang="pt-BR" sz="2600" spc="-40" dirty="0">
                <a:latin typeface="BirkaLTPro-Regular"/>
                <a:cs typeface="Tahoma"/>
              </a:rPr>
              <a:t> </a:t>
            </a:r>
            <a:r>
              <a:rPr lang="pt-BR" sz="2600" dirty="0">
                <a:latin typeface="BirkaLTPro-Regular"/>
                <a:cs typeface="Tahoma"/>
              </a:rPr>
              <a:t>mesma</a:t>
            </a:r>
            <a:r>
              <a:rPr lang="pt-BR" sz="2600" spc="-35" dirty="0">
                <a:latin typeface="BirkaLTPro-Regular"/>
                <a:cs typeface="Tahoma"/>
              </a:rPr>
              <a:t> </a:t>
            </a:r>
            <a:r>
              <a:rPr lang="pt-BR" sz="2600" spc="-10" dirty="0">
                <a:latin typeface="BirkaLTPro-Regular"/>
                <a:cs typeface="Tahoma"/>
              </a:rPr>
              <a:t>classe;</a:t>
            </a:r>
            <a:endParaRPr lang="pt-BR" sz="2600" dirty="0">
              <a:latin typeface="BirkaLTPro-Regular"/>
              <a:cs typeface="Tahoma"/>
            </a:endParaRPr>
          </a:p>
          <a:p>
            <a:pPr marL="469900" indent="-457200">
              <a:lnSpc>
                <a:spcPct val="100000"/>
              </a:lnSpc>
              <a:spcBef>
                <a:spcPts val="1080"/>
              </a:spcBef>
              <a:buClr>
                <a:srgbClr val="2D1500"/>
              </a:buClr>
              <a:buFont typeface="Arial" panose="020B0604020202020204" pitchFamily="34" charset="0"/>
              <a:buChar char="•"/>
              <a:tabLst>
                <a:tab pos="285115" algn="l"/>
              </a:tabLst>
            </a:pPr>
            <a:r>
              <a:rPr lang="pt-BR" sz="2600" dirty="0">
                <a:latin typeface="BirkaLTPro-Regular"/>
                <a:cs typeface="Tahoma"/>
              </a:rPr>
              <a:t>No</a:t>
            </a:r>
            <a:r>
              <a:rPr lang="pt-BR" sz="2600" spc="229" dirty="0">
                <a:latin typeface="BirkaLTPro-Regular"/>
                <a:cs typeface="Tahoma"/>
              </a:rPr>
              <a:t> </a:t>
            </a:r>
            <a:r>
              <a:rPr lang="pt-BR" sz="2600" dirty="0">
                <a:latin typeface="BirkaLTPro-Regular"/>
                <a:cs typeface="Tahoma"/>
              </a:rPr>
              <a:t>exemplo</a:t>
            </a:r>
            <a:r>
              <a:rPr lang="pt-BR" sz="2600" spc="240" dirty="0">
                <a:latin typeface="BirkaLTPro-Regular"/>
                <a:cs typeface="Tahoma"/>
              </a:rPr>
              <a:t> </a:t>
            </a:r>
            <a:r>
              <a:rPr lang="pt-BR" sz="2600" dirty="0">
                <a:latin typeface="BirkaLTPro-Regular"/>
                <a:cs typeface="Tahoma"/>
              </a:rPr>
              <a:t>abaixo,</a:t>
            </a:r>
            <a:r>
              <a:rPr lang="pt-BR" sz="2600" spc="250" dirty="0">
                <a:latin typeface="BirkaLTPro-Regular"/>
                <a:cs typeface="Tahoma"/>
              </a:rPr>
              <a:t> </a:t>
            </a:r>
            <a:r>
              <a:rPr lang="pt-BR" sz="2600" spc="-20" dirty="0">
                <a:latin typeface="BirkaLTPro-Regular"/>
                <a:cs typeface="Tahoma"/>
              </a:rPr>
              <a:t>percebe-</a:t>
            </a:r>
            <a:r>
              <a:rPr lang="pt-BR" sz="2600" dirty="0">
                <a:latin typeface="BirkaLTPro-Regular"/>
                <a:cs typeface="Tahoma"/>
              </a:rPr>
              <a:t>se</a:t>
            </a:r>
            <a:r>
              <a:rPr lang="pt-BR" sz="2600" spc="250" dirty="0">
                <a:latin typeface="BirkaLTPro-Regular"/>
                <a:cs typeface="Tahoma"/>
              </a:rPr>
              <a:t> </a:t>
            </a:r>
            <a:r>
              <a:rPr lang="pt-BR" sz="2600" dirty="0">
                <a:latin typeface="BirkaLTPro-Regular"/>
                <a:cs typeface="Tahoma"/>
              </a:rPr>
              <a:t>que</a:t>
            </a:r>
            <a:r>
              <a:rPr lang="pt-BR" sz="2600" spc="250" dirty="0">
                <a:latin typeface="BirkaLTPro-Regular"/>
                <a:cs typeface="Tahoma"/>
              </a:rPr>
              <a:t> </a:t>
            </a:r>
            <a:r>
              <a:rPr lang="pt-BR" sz="2600" dirty="0">
                <a:latin typeface="BirkaLTPro-Regular"/>
                <a:cs typeface="Tahoma"/>
              </a:rPr>
              <a:t>um</a:t>
            </a:r>
            <a:r>
              <a:rPr lang="pt-BR" sz="2600" spc="245" dirty="0">
                <a:latin typeface="BirkaLTPro-Regular"/>
                <a:cs typeface="Tahoma"/>
              </a:rPr>
              <a:t> </a:t>
            </a:r>
            <a:r>
              <a:rPr lang="pt-BR" sz="2600" dirty="0">
                <a:latin typeface="BirkaLTPro-Regular"/>
                <a:cs typeface="Tahoma"/>
              </a:rPr>
              <a:t>objeto</a:t>
            </a:r>
            <a:r>
              <a:rPr lang="pt-BR" sz="2600" spc="254" dirty="0">
                <a:latin typeface="BirkaLTPro-Regular"/>
                <a:cs typeface="Tahoma"/>
              </a:rPr>
              <a:t> </a:t>
            </a:r>
            <a:r>
              <a:rPr lang="pt-BR" sz="2600" dirty="0">
                <a:latin typeface="BirkaLTPro-Regular"/>
                <a:cs typeface="Tahoma"/>
              </a:rPr>
              <a:t>da</a:t>
            </a:r>
            <a:r>
              <a:rPr lang="pt-BR" sz="2600" spc="250" dirty="0">
                <a:latin typeface="BirkaLTPro-Regular"/>
                <a:cs typeface="Tahoma"/>
              </a:rPr>
              <a:t> </a:t>
            </a:r>
            <a:r>
              <a:rPr lang="pt-BR" sz="2600" dirty="0">
                <a:latin typeface="BirkaLTPro-Regular"/>
                <a:cs typeface="Tahoma"/>
              </a:rPr>
              <a:t>classe</a:t>
            </a:r>
            <a:r>
              <a:rPr lang="pt-BR" sz="2600" spc="250" dirty="0">
                <a:latin typeface="BirkaLTPro-Regular"/>
                <a:cs typeface="Tahoma"/>
              </a:rPr>
              <a:t> </a:t>
            </a:r>
            <a:r>
              <a:rPr lang="pt-BR" sz="2600" dirty="0">
                <a:latin typeface="BirkaLTPro-Regular"/>
                <a:cs typeface="Tahoma"/>
              </a:rPr>
              <a:t>Funcionário</a:t>
            </a:r>
            <a:r>
              <a:rPr lang="pt-BR" sz="2600" spc="225" dirty="0">
                <a:latin typeface="BirkaLTPro-Regular"/>
                <a:cs typeface="Tahoma"/>
              </a:rPr>
              <a:t> </a:t>
            </a:r>
            <a:r>
              <a:rPr lang="pt-BR" sz="2600" dirty="0">
                <a:latin typeface="BirkaLTPro-Regular"/>
                <a:cs typeface="Tahoma"/>
              </a:rPr>
              <a:t>pode</a:t>
            </a:r>
            <a:r>
              <a:rPr lang="pt-BR" sz="2600" spc="250" dirty="0">
                <a:latin typeface="BirkaLTPro-Regular"/>
                <a:cs typeface="Tahoma"/>
              </a:rPr>
              <a:t> </a:t>
            </a:r>
            <a:r>
              <a:rPr lang="pt-BR" sz="2600" spc="-25" dirty="0">
                <a:latin typeface="BirkaLTPro-Regular"/>
                <a:cs typeface="Tahoma"/>
              </a:rPr>
              <a:t>(ou </a:t>
            </a:r>
            <a:r>
              <a:rPr lang="pt-BR" sz="2600" dirty="0">
                <a:latin typeface="BirkaLTPro-Regular"/>
                <a:cs typeface="Tahoma"/>
              </a:rPr>
              <a:t>não)</a:t>
            </a:r>
            <a:r>
              <a:rPr lang="pt-BR" sz="2600" spc="-40" dirty="0">
                <a:latin typeface="BirkaLTPro-Regular"/>
                <a:cs typeface="Tahoma"/>
              </a:rPr>
              <a:t> </a:t>
            </a:r>
            <a:r>
              <a:rPr lang="pt-BR" sz="2600" dirty="0">
                <a:latin typeface="BirkaLTPro-Regular"/>
                <a:cs typeface="Tahoma"/>
              </a:rPr>
              <a:t>supervisionar</a:t>
            </a:r>
            <a:r>
              <a:rPr lang="pt-BR" sz="2600" spc="-35" dirty="0">
                <a:latin typeface="BirkaLTPro-Regular"/>
                <a:cs typeface="Tahoma"/>
              </a:rPr>
              <a:t> </a:t>
            </a:r>
            <a:r>
              <a:rPr lang="pt-BR" sz="2600" dirty="0">
                <a:latin typeface="BirkaLTPro-Regular"/>
                <a:cs typeface="Tahoma"/>
              </a:rPr>
              <a:t>outros</a:t>
            </a:r>
            <a:r>
              <a:rPr lang="pt-BR" sz="2600" spc="-30" dirty="0">
                <a:latin typeface="BirkaLTPro-Regular"/>
                <a:cs typeface="Tahoma"/>
              </a:rPr>
              <a:t> </a:t>
            </a:r>
            <a:r>
              <a:rPr lang="pt-BR" sz="2600" dirty="0">
                <a:latin typeface="BirkaLTPro-Regular"/>
                <a:cs typeface="Tahoma"/>
              </a:rPr>
              <a:t>objetos</a:t>
            </a:r>
            <a:r>
              <a:rPr lang="pt-BR" sz="2600" spc="-20" dirty="0">
                <a:latin typeface="BirkaLTPro-Regular"/>
                <a:cs typeface="Tahoma"/>
              </a:rPr>
              <a:t> </a:t>
            </a:r>
            <a:r>
              <a:rPr lang="pt-BR" sz="2600" dirty="0">
                <a:latin typeface="BirkaLTPro-Regular"/>
                <a:cs typeface="Tahoma"/>
              </a:rPr>
              <a:t>dessa</a:t>
            </a:r>
            <a:r>
              <a:rPr lang="pt-BR" sz="2600" spc="-25" dirty="0">
                <a:latin typeface="BirkaLTPro-Regular"/>
                <a:cs typeface="Tahoma"/>
              </a:rPr>
              <a:t> </a:t>
            </a:r>
            <a:r>
              <a:rPr lang="pt-BR" sz="2600" dirty="0">
                <a:latin typeface="BirkaLTPro-Regular"/>
                <a:cs typeface="Tahoma"/>
              </a:rPr>
              <a:t>mesma</a:t>
            </a:r>
            <a:r>
              <a:rPr lang="pt-BR" sz="2600" spc="-30" dirty="0">
                <a:latin typeface="BirkaLTPro-Regular"/>
                <a:cs typeface="Tahoma"/>
              </a:rPr>
              <a:t> </a:t>
            </a:r>
            <a:r>
              <a:rPr lang="pt-BR" sz="2600" spc="-10" dirty="0">
                <a:latin typeface="BirkaLTPro-Regular"/>
                <a:cs typeface="Tahoma"/>
              </a:rPr>
              <a:t>classe;</a:t>
            </a:r>
            <a:endParaRPr lang="pt-BR" sz="2600" dirty="0">
              <a:latin typeface="BirkaLTPro-Regular"/>
              <a:cs typeface="Tahoma"/>
            </a:endParaRPr>
          </a:p>
          <a:p>
            <a:pPr marL="469900" indent="-457200">
              <a:lnSpc>
                <a:spcPct val="100000"/>
              </a:lnSpc>
              <a:spcBef>
                <a:spcPts val="1080"/>
              </a:spcBef>
              <a:buClr>
                <a:srgbClr val="2D1500"/>
              </a:buClr>
              <a:buFont typeface="Arial" panose="020B0604020202020204" pitchFamily="34" charset="0"/>
              <a:buChar char="•"/>
              <a:tabLst>
                <a:tab pos="285115" algn="l"/>
              </a:tabLst>
            </a:pPr>
            <a:r>
              <a:rPr lang="pt-BR" sz="2600" dirty="0">
                <a:latin typeface="BirkaLTPro-Regular"/>
                <a:cs typeface="Tahoma"/>
              </a:rPr>
              <a:t>Para</a:t>
            </a:r>
            <a:r>
              <a:rPr lang="pt-BR" sz="2600" spc="-35" dirty="0">
                <a:latin typeface="BirkaLTPro-Regular"/>
                <a:cs typeface="Tahoma"/>
              </a:rPr>
              <a:t> </a:t>
            </a:r>
            <a:r>
              <a:rPr lang="pt-BR" sz="2600" dirty="0">
                <a:latin typeface="BirkaLTPro-Regular"/>
                <a:cs typeface="Tahoma"/>
              </a:rPr>
              <a:t>o</a:t>
            </a:r>
            <a:r>
              <a:rPr lang="pt-BR" sz="2600" spc="-45" dirty="0">
                <a:latin typeface="BirkaLTPro-Regular"/>
                <a:cs typeface="Tahoma"/>
              </a:rPr>
              <a:t> </a:t>
            </a:r>
            <a:r>
              <a:rPr lang="pt-BR" sz="2600" dirty="0">
                <a:latin typeface="BirkaLTPro-Regular"/>
                <a:cs typeface="Tahoma"/>
              </a:rPr>
              <a:t>relacionamento</a:t>
            </a:r>
            <a:r>
              <a:rPr lang="pt-BR" sz="2600" spc="-50" dirty="0">
                <a:latin typeface="BirkaLTPro-Regular"/>
                <a:cs typeface="Tahoma"/>
              </a:rPr>
              <a:t> </a:t>
            </a:r>
            <a:r>
              <a:rPr lang="pt-BR" sz="2600" dirty="0">
                <a:latin typeface="BirkaLTPro-Regular"/>
                <a:cs typeface="Tahoma"/>
              </a:rPr>
              <a:t>ficar</a:t>
            </a:r>
            <a:r>
              <a:rPr lang="pt-BR" sz="2600" spc="-25" dirty="0">
                <a:latin typeface="BirkaLTPro-Regular"/>
                <a:cs typeface="Tahoma"/>
              </a:rPr>
              <a:t> </a:t>
            </a:r>
            <a:r>
              <a:rPr lang="pt-BR" sz="2600" dirty="0">
                <a:latin typeface="BirkaLTPro-Regular"/>
                <a:cs typeface="Tahoma"/>
              </a:rPr>
              <a:t>mais</a:t>
            </a:r>
            <a:r>
              <a:rPr lang="pt-BR" sz="2600" spc="-45" dirty="0">
                <a:latin typeface="BirkaLTPro-Regular"/>
                <a:cs typeface="Tahoma"/>
              </a:rPr>
              <a:t> </a:t>
            </a:r>
            <a:r>
              <a:rPr lang="pt-BR" sz="2600" dirty="0">
                <a:latin typeface="BirkaLTPro-Regular"/>
                <a:cs typeface="Tahoma"/>
              </a:rPr>
              <a:t>claro,</a:t>
            </a:r>
            <a:r>
              <a:rPr lang="pt-BR" sz="2600" spc="-30" dirty="0">
                <a:latin typeface="BirkaLTPro-Regular"/>
                <a:cs typeface="Tahoma"/>
              </a:rPr>
              <a:t> </a:t>
            </a:r>
            <a:r>
              <a:rPr lang="pt-BR" sz="2600" spc="-20" dirty="0">
                <a:latin typeface="BirkaLTPro-Regular"/>
                <a:cs typeface="Tahoma"/>
              </a:rPr>
              <a:t>pode-</a:t>
            </a:r>
            <a:r>
              <a:rPr lang="pt-BR" sz="2600" dirty="0">
                <a:latin typeface="BirkaLTPro-Regular"/>
                <a:cs typeface="Tahoma"/>
              </a:rPr>
              <a:t>se</a:t>
            </a:r>
            <a:r>
              <a:rPr lang="pt-BR" sz="2600" spc="-30" dirty="0">
                <a:latin typeface="BirkaLTPro-Regular"/>
                <a:cs typeface="Tahoma"/>
              </a:rPr>
              <a:t> </a:t>
            </a:r>
            <a:r>
              <a:rPr lang="pt-BR" sz="2600" dirty="0">
                <a:latin typeface="BirkaLTPro-Regular"/>
                <a:cs typeface="Tahoma"/>
              </a:rPr>
              <a:t>informar</a:t>
            </a:r>
            <a:r>
              <a:rPr lang="pt-BR" sz="2600" spc="-40" dirty="0">
                <a:latin typeface="BirkaLTPro-Regular"/>
                <a:cs typeface="Tahoma"/>
              </a:rPr>
              <a:t> </a:t>
            </a:r>
            <a:r>
              <a:rPr lang="pt-BR" sz="2600" dirty="0">
                <a:latin typeface="BirkaLTPro-Regular"/>
                <a:cs typeface="Tahoma"/>
              </a:rPr>
              <a:t>a</a:t>
            </a:r>
            <a:r>
              <a:rPr lang="pt-BR" sz="2600" spc="-40" dirty="0">
                <a:latin typeface="BirkaLTPro-Regular"/>
                <a:cs typeface="Tahoma"/>
              </a:rPr>
              <a:t> </a:t>
            </a:r>
            <a:r>
              <a:rPr lang="pt-BR" sz="2600" dirty="0">
                <a:latin typeface="BirkaLTPro-Regular"/>
                <a:cs typeface="Tahoma"/>
              </a:rPr>
              <a:t>sua</a:t>
            </a:r>
            <a:r>
              <a:rPr lang="pt-BR" sz="2600" spc="-45" dirty="0">
                <a:latin typeface="BirkaLTPro-Regular"/>
                <a:cs typeface="Tahoma"/>
              </a:rPr>
              <a:t> </a:t>
            </a:r>
            <a:r>
              <a:rPr lang="pt-BR" sz="2600" spc="-10" dirty="0">
                <a:latin typeface="BirkaLTPro-Regular"/>
                <a:cs typeface="Tahoma"/>
              </a:rPr>
              <a:t>multiplicidade.</a:t>
            </a:r>
            <a:endParaRPr lang="pt-BR" sz="2600" dirty="0">
              <a:latin typeface="BirkaLTPro-Regular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13263166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318428-BB39-EFF1-9D96-9A24D5C22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CD2D00E0-2DD7-809D-1DB2-E2AA51E22817}"/>
              </a:ext>
            </a:extLst>
          </p:cNvPr>
          <p:cNvSpPr txBox="1"/>
          <p:nvPr/>
        </p:nvSpPr>
        <p:spPr>
          <a:xfrm>
            <a:off x="327198" y="389493"/>
            <a:ext cx="7552206" cy="473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07000"/>
              </a:lnSpc>
              <a:spcAft>
                <a:spcPts val="800"/>
              </a:spcAft>
              <a:tabLst>
                <a:tab pos="914400" algn="l"/>
              </a:tabLst>
            </a:pPr>
            <a:r>
              <a:rPr lang="pt-BR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Diagrama de Classes (</a:t>
            </a:r>
            <a:r>
              <a:rPr lang="pt-BR" sz="24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Class</a:t>
            </a:r>
            <a:r>
              <a:rPr lang="pt-BR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pt-BR" sz="24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Diagram</a:t>
            </a:r>
            <a:r>
              <a:rPr lang="pt-BR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2" name="object 5">
            <a:extLst>
              <a:ext uri="{FF2B5EF4-FFF2-40B4-BE49-F238E27FC236}">
                <a16:creationId xmlns:a16="http://schemas.microsoft.com/office/drawing/2014/main" id="{926D4C5C-BE72-77F7-E158-24ACD664DF39}"/>
              </a:ext>
            </a:extLst>
          </p:cNvPr>
          <p:cNvSpPr txBox="1"/>
          <p:nvPr/>
        </p:nvSpPr>
        <p:spPr>
          <a:xfrm>
            <a:off x="416211" y="1067562"/>
            <a:ext cx="11042971" cy="421910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065" marR="5080">
              <a:lnSpc>
                <a:spcPct val="100000"/>
              </a:lnSpc>
              <a:spcBef>
                <a:spcPts val="100"/>
              </a:spcBef>
              <a:buClr>
                <a:srgbClr val="2D1500"/>
              </a:buClr>
              <a:tabLst>
                <a:tab pos="285750" algn="l"/>
              </a:tabLst>
            </a:pPr>
            <a:r>
              <a:rPr lang="pt-BR" sz="2600" b="1" dirty="0">
                <a:latin typeface="BirkaLTPro-Regular"/>
              </a:rPr>
              <a:t>Associação</a:t>
            </a:r>
            <a:r>
              <a:rPr lang="pt-BR" sz="2600" b="1" spc="-30" dirty="0">
                <a:latin typeface="BirkaLTPro-Regular"/>
              </a:rPr>
              <a:t> </a:t>
            </a:r>
            <a:r>
              <a:rPr lang="pt-BR" sz="2600" b="1" dirty="0">
                <a:latin typeface="BirkaLTPro-Regular"/>
              </a:rPr>
              <a:t>Binária</a:t>
            </a:r>
            <a:endParaRPr lang="pt-BR" sz="2600" b="1" dirty="0">
              <a:solidFill>
                <a:srgbClr val="713400"/>
              </a:solidFill>
              <a:latin typeface="BirkaLTPro-Regular"/>
              <a:cs typeface="Tahoma"/>
            </a:endParaRPr>
          </a:p>
        </p:txBody>
      </p:sp>
      <p:sp>
        <p:nvSpPr>
          <p:cNvPr id="3" name="object 5"/>
          <p:cNvSpPr txBox="1"/>
          <p:nvPr/>
        </p:nvSpPr>
        <p:spPr>
          <a:xfrm>
            <a:off x="3712593" y="3928026"/>
            <a:ext cx="3894437" cy="2024272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127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25"/>
              </a:spcBef>
            </a:pPr>
            <a:r>
              <a:rPr sz="1600" b="1" dirty="0">
                <a:latin typeface="Arial"/>
                <a:cs typeface="Arial"/>
              </a:rPr>
              <a:t>public</a:t>
            </a:r>
            <a:r>
              <a:rPr sz="1600" b="1" spc="-4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class</a:t>
            </a:r>
            <a:r>
              <a:rPr sz="1600" b="1" spc="-5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Funcionario</a:t>
            </a:r>
            <a:r>
              <a:rPr sz="1600" b="1" spc="-40" dirty="0">
                <a:latin typeface="Arial"/>
                <a:cs typeface="Arial"/>
              </a:rPr>
              <a:t> </a:t>
            </a:r>
            <a:r>
              <a:rPr sz="1600" b="1" spc="-50" dirty="0">
                <a:latin typeface="Arial"/>
                <a:cs typeface="Arial"/>
              </a:rPr>
              <a:t>{</a:t>
            </a:r>
            <a:endParaRPr sz="1600" dirty="0">
              <a:latin typeface="Arial"/>
              <a:cs typeface="Arial"/>
            </a:endParaRPr>
          </a:p>
          <a:p>
            <a:pPr marL="375920">
              <a:lnSpc>
                <a:spcPct val="100000"/>
              </a:lnSpc>
            </a:pPr>
            <a:r>
              <a:rPr sz="1600" dirty="0">
                <a:latin typeface="Arial"/>
                <a:cs typeface="Arial"/>
              </a:rPr>
              <a:t>private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int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matricula;</a:t>
            </a:r>
            <a:endParaRPr sz="1600" dirty="0">
              <a:latin typeface="Arial"/>
              <a:cs typeface="Arial"/>
            </a:endParaRPr>
          </a:p>
          <a:p>
            <a:pPr marL="375920">
              <a:lnSpc>
                <a:spcPct val="100000"/>
              </a:lnSpc>
              <a:spcBef>
                <a:spcPts val="5"/>
              </a:spcBef>
            </a:pPr>
            <a:r>
              <a:rPr sz="1600" spc="-25" dirty="0">
                <a:latin typeface="Arial"/>
                <a:cs typeface="Arial"/>
              </a:rPr>
              <a:t>...</a:t>
            </a:r>
            <a:endParaRPr sz="1600" dirty="0">
              <a:latin typeface="Arial"/>
              <a:cs typeface="Arial"/>
            </a:endParaRPr>
          </a:p>
          <a:p>
            <a:pPr marL="375920">
              <a:lnSpc>
                <a:spcPct val="100000"/>
              </a:lnSpc>
            </a:pPr>
            <a:r>
              <a:rPr sz="1600" dirty="0">
                <a:latin typeface="Arial"/>
                <a:cs typeface="Arial"/>
              </a:rPr>
              <a:t>private</a:t>
            </a:r>
            <a:r>
              <a:rPr sz="1600" spc="-5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Dependente[]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dependentes;</a:t>
            </a:r>
            <a:endParaRPr sz="1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600" dirty="0">
              <a:latin typeface="Arial"/>
              <a:cs typeface="Arial"/>
            </a:endParaRPr>
          </a:p>
          <a:p>
            <a:pPr marL="375920">
              <a:lnSpc>
                <a:spcPct val="100000"/>
              </a:lnSpc>
            </a:pPr>
            <a:r>
              <a:rPr sz="1600" i="1" dirty="0">
                <a:solidFill>
                  <a:srgbClr val="A6A6A6"/>
                </a:solidFill>
                <a:latin typeface="Arial"/>
                <a:cs typeface="Arial"/>
              </a:rPr>
              <a:t>// </a:t>
            </a:r>
            <a:r>
              <a:rPr sz="1600" i="1" spc="-10" dirty="0">
                <a:solidFill>
                  <a:srgbClr val="A6A6A6"/>
                </a:solidFill>
                <a:latin typeface="Arial"/>
                <a:cs typeface="Arial"/>
              </a:rPr>
              <a:t>métodos</a:t>
            </a:r>
            <a:endParaRPr sz="1600" dirty="0">
              <a:latin typeface="Arial"/>
              <a:cs typeface="Arial"/>
            </a:endParaRPr>
          </a:p>
          <a:p>
            <a:pPr marL="375920">
              <a:lnSpc>
                <a:spcPct val="100000"/>
              </a:lnSpc>
            </a:pPr>
            <a:r>
              <a:rPr sz="1600" spc="-25" dirty="0">
                <a:latin typeface="Arial"/>
                <a:cs typeface="Arial"/>
              </a:rPr>
              <a:t>...</a:t>
            </a:r>
            <a:endParaRPr sz="1600" dirty="0">
              <a:latin typeface="Arial"/>
              <a:cs typeface="Arial"/>
            </a:endParaRPr>
          </a:p>
          <a:p>
            <a:pPr marL="91440">
              <a:lnSpc>
                <a:spcPct val="100000"/>
              </a:lnSpc>
            </a:pPr>
            <a:r>
              <a:rPr sz="1600" b="1" spc="-50" dirty="0">
                <a:latin typeface="Arial"/>
                <a:cs typeface="Arial"/>
              </a:rPr>
              <a:t>}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4" name="object 6"/>
          <p:cNvSpPr txBox="1"/>
          <p:nvPr/>
        </p:nvSpPr>
        <p:spPr>
          <a:xfrm>
            <a:off x="8660590" y="3879706"/>
            <a:ext cx="3353070" cy="1272784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1275" rIns="0" bIns="0" rtlCol="0">
            <a:spAutoFit/>
          </a:bodyPr>
          <a:lstStyle/>
          <a:p>
            <a:pPr marL="376555" marR="633095" indent="-285115">
              <a:lnSpc>
                <a:spcPct val="100000"/>
              </a:lnSpc>
              <a:spcBef>
                <a:spcPts val="325"/>
              </a:spcBef>
            </a:pPr>
            <a:r>
              <a:rPr sz="1600" b="1" dirty="0">
                <a:latin typeface="Arial"/>
                <a:cs typeface="Arial"/>
              </a:rPr>
              <a:t>public</a:t>
            </a:r>
            <a:r>
              <a:rPr sz="1600" b="1" spc="-3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class</a:t>
            </a:r>
            <a:r>
              <a:rPr sz="1600" b="1" spc="-4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Dependente</a:t>
            </a:r>
            <a:r>
              <a:rPr sz="1600" b="1" spc="-35" dirty="0">
                <a:latin typeface="Arial"/>
                <a:cs typeface="Arial"/>
              </a:rPr>
              <a:t> </a:t>
            </a:r>
            <a:r>
              <a:rPr sz="1600" b="1" spc="-50" dirty="0">
                <a:latin typeface="Arial"/>
                <a:cs typeface="Arial"/>
              </a:rPr>
              <a:t>{ </a:t>
            </a:r>
            <a:r>
              <a:rPr sz="1600" dirty="0">
                <a:latin typeface="Arial"/>
                <a:cs typeface="Arial"/>
              </a:rPr>
              <a:t>private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String</a:t>
            </a:r>
            <a:r>
              <a:rPr sz="1600" spc="-5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nome; </a:t>
            </a:r>
            <a:r>
              <a:rPr sz="1600" dirty="0">
                <a:latin typeface="Arial"/>
                <a:cs typeface="Arial"/>
              </a:rPr>
              <a:t>private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String</a:t>
            </a:r>
            <a:r>
              <a:rPr sz="1600" spc="-5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parentesco;</a:t>
            </a:r>
            <a:endParaRPr sz="1600" dirty="0">
              <a:latin typeface="Arial"/>
              <a:cs typeface="Arial"/>
            </a:endParaRPr>
          </a:p>
          <a:p>
            <a:pPr marL="376555">
              <a:lnSpc>
                <a:spcPct val="100000"/>
              </a:lnSpc>
              <a:spcBef>
                <a:spcPts val="5"/>
              </a:spcBef>
            </a:pPr>
            <a:r>
              <a:rPr sz="1600" dirty="0">
                <a:latin typeface="Arial"/>
                <a:cs typeface="Arial"/>
              </a:rPr>
              <a:t>private</a:t>
            </a:r>
            <a:r>
              <a:rPr sz="1600" spc="-6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Funcionario</a:t>
            </a:r>
            <a:r>
              <a:rPr sz="1600" spc="-7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funcionario;</a:t>
            </a:r>
            <a:endParaRPr sz="1600" dirty="0">
              <a:latin typeface="Arial"/>
              <a:cs typeface="Arial"/>
            </a:endParaRPr>
          </a:p>
          <a:p>
            <a:pPr marL="92075">
              <a:lnSpc>
                <a:spcPct val="100000"/>
              </a:lnSpc>
            </a:pPr>
            <a:r>
              <a:rPr sz="1600" b="1" spc="-50" dirty="0">
                <a:latin typeface="Arial"/>
                <a:cs typeface="Arial"/>
              </a:rPr>
              <a:t>}</a:t>
            </a:r>
            <a:endParaRPr sz="1600" dirty="0">
              <a:latin typeface="Arial"/>
              <a:cs typeface="Arial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788829" y="1067562"/>
            <a:ext cx="7441849" cy="2509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18670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CCC0AE-5D72-D51C-9B7F-988322D38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9F88688C-620D-27C9-5CAB-E34C2036CBD7}"/>
              </a:ext>
            </a:extLst>
          </p:cNvPr>
          <p:cNvSpPr txBox="1"/>
          <p:nvPr/>
        </p:nvSpPr>
        <p:spPr>
          <a:xfrm>
            <a:off x="327198" y="389493"/>
            <a:ext cx="7552206" cy="473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07000"/>
              </a:lnSpc>
              <a:spcAft>
                <a:spcPts val="800"/>
              </a:spcAft>
              <a:tabLst>
                <a:tab pos="914400" algn="l"/>
              </a:tabLst>
            </a:pPr>
            <a:r>
              <a:rPr lang="pt-BR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Diagrama de Classes (</a:t>
            </a:r>
            <a:r>
              <a:rPr lang="pt-BR" sz="24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Class</a:t>
            </a:r>
            <a:r>
              <a:rPr lang="pt-BR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pt-BR" sz="24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Diagram</a:t>
            </a:r>
            <a:r>
              <a:rPr lang="pt-BR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2" name="object 5">
            <a:extLst>
              <a:ext uri="{FF2B5EF4-FFF2-40B4-BE49-F238E27FC236}">
                <a16:creationId xmlns:a16="http://schemas.microsoft.com/office/drawing/2014/main" id="{47924E01-651E-6D38-C7D9-B366ABA2635F}"/>
              </a:ext>
            </a:extLst>
          </p:cNvPr>
          <p:cNvSpPr txBox="1"/>
          <p:nvPr/>
        </p:nvSpPr>
        <p:spPr>
          <a:xfrm>
            <a:off x="416211" y="1067562"/>
            <a:ext cx="11042971" cy="421910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065" marR="5080">
              <a:lnSpc>
                <a:spcPct val="100000"/>
              </a:lnSpc>
              <a:spcBef>
                <a:spcPts val="100"/>
              </a:spcBef>
              <a:buClr>
                <a:srgbClr val="2D1500"/>
              </a:buClr>
              <a:tabLst>
                <a:tab pos="285750" algn="l"/>
              </a:tabLst>
            </a:pPr>
            <a:r>
              <a:rPr lang="pt-BR" sz="2600" b="1" dirty="0">
                <a:latin typeface="BirkaLTPro-Regular"/>
                <a:cs typeface="Tahoma"/>
              </a:rPr>
              <a:t>Multiplicidade</a:t>
            </a:r>
          </a:p>
        </p:txBody>
      </p:sp>
      <p:graphicFrame>
        <p:nvGraphicFramePr>
          <p:cNvPr id="9" name="object 5">
            <a:extLst>
              <a:ext uri="{FF2B5EF4-FFF2-40B4-BE49-F238E27FC236}">
                <a16:creationId xmlns:a16="http://schemas.microsoft.com/office/drawing/2014/main" id="{37924B0B-C99E-EF63-D56A-77F05D4A48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6856343"/>
              </p:ext>
            </p:extLst>
          </p:nvPr>
        </p:nvGraphicFramePr>
        <p:xfrm>
          <a:off x="2058433" y="1885160"/>
          <a:ext cx="8535034" cy="3653154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26644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705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600" b="1" spc="-10" dirty="0">
                          <a:solidFill>
                            <a:schemeClr val="tx1"/>
                          </a:solidFill>
                        </a:rPr>
                        <a:t>Multiplicidade</a:t>
                      </a:r>
                      <a:endParaRPr sz="26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3746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600" b="1" spc="-10" dirty="0">
                          <a:solidFill>
                            <a:schemeClr val="tx1"/>
                          </a:solidFill>
                        </a:rPr>
                        <a:t>Significado</a:t>
                      </a:r>
                      <a:endParaRPr sz="26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37465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49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00"/>
                        </a:spcBef>
                      </a:pPr>
                      <a:endParaRPr sz="1800" dirty="0"/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spc="-20" dirty="0"/>
                        <a:t>0..1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177800" marB="0"/>
                </a:tc>
                <a:tc>
                  <a:txBody>
                    <a:bodyPr/>
                    <a:lstStyle/>
                    <a:p>
                      <a:pPr marL="91440" marR="83185" algn="just">
                        <a:lnSpc>
                          <a:spcPct val="98900"/>
                        </a:lnSpc>
                        <a:spcBef>
                          <a:spcPts val="340"/>
                        </a:spcBef>
                      </a:pPr>
                      <a:r>
                        <a:rPr sz="1800" dirty="0"/>
                        <a:t>No</a:t>
                      </a:r>
                      <a:r>
                        <a:rPr sz="1800" spc="30" dirty="0"/>
                        <a:t>  </a:t>
                      </a:r>
                      <a:r>
                        <a:rPr sz="1800" dirty="0"/>
                        <a:t>mínimo</a:t>
                      </a:r>
                      <a:r>
                        <a:rPr sz="1800" spc="25" dirty="0"/>
                        <a:t>  </a:t>
                      </a:r>
                      <a:r>
                        <a:rPr sz="1800" dirty="0"/>
                        <a:t>zero</a:t>
                      </a:r>
                      <a:r>
                        <a:rPr sz="1800" spc="30" dirty="0"/>
                        <a:t>  </a:t>
                      </a:r>
                      <a:r>
                        <a:rPr sz="1800" dirty="0"/>
                        <a:t>e</a:t>
                      </a:r>
                      <a:r>
                        <a:rPr sz="1800" spc="30" dirty="0"/>
                        <a:t>  </a:t>
                      </a:r>
                      <a:r>
                        <a:rPr sz="1800" dirty="0"/>
                        <a:t>no</a:t>
                      </a:r>
                      <a:r>
                        <a:rPr sz="1800" spc="25" dirty="0"/>
                        <a:t>  </a:t>
                      </a:r>
                      <a:r>
                        <a:rPr sz="1800" dirty="0"/>
                        <a:t>máximo</a:t>
                      </a:r>
                      <a:r>
                        <a:rPr sz="1800" spc="35" dirty="0"/>
                        <a:t>  </a:t>
                      </a:r>
                      <a:r>
                        <a:rPr sz="1800" dirty="0"/>
                        <a:t>um.</a:t>
                      </a:r>
                      <a:r>
                        <a:rPr sz="1800" spc="30" dirty="0"/>
                        <a:t>  </a:t>
                      </a:r>
                      <a:r>
                        <a:rPr sz="1800" dirty="0"/>
                        <a:t>Os</a:t>
                      </a:r>
                      <a:r>
                        <a:rPr sz="1800" spc="30" dirty="0"/>
                        <a:t>  </a:t>
                      </a:r>
                      <a:r>
                        <a:rPr sz="1800" dirty="0"/>
                        <a:t>objetos</a:t>
                      </a:r>
                      <a:r>
                        <a:rPr sz="1800" spc="35" dirty="0"/>
                        <a:t>  </a:t>
                      </a:r>
                      <a:r>
                        <a:rPr sz="1800" spc="-25" dirty="0"/>
                        <a:t>não </a:t>
                      </a:r>
                      <a:r>
                        <a:rPr sz="1800" dirty="0"/>
                        <a:t>precisam</a:t>
                      </a:r>
                      <a:r>
                        <a:rPr sz="1800" spc="175" dirty="0"/>
                        <a:t>   </a:t>
                      </a:r>
                      <a:r>
                        <a:rPr sz="1800" dirty="0"/>
                        <a:t>estar</a:t>
                      </a:r>
                      <a:r>
                        <a:rPr sz="1800" spc="175" dirty="0"/>
                        <a:t>   </a:t>
                      </a:r>
                      <a:r>
                        <a:rPr sz="1800" dirty="0"/>
                        <a:t>relacionados,</a:t>
                      </a:r>
                      <a:r>
                        <a:rPr sz="1800" spc="180" dirty="0"/>
                        <a:t>   </a:t>
                      </a:r>
                      <a:r>
                        <a:rPr sz="1800" dirty="0"/>
                        <a:t>porém</a:t>
                      </a:r>
                      <a:r>
                        <a:rPr sz="1800" spc="165" dirty="0"/>
                        <a:t>   </a:t>
                      </a:r>
                      <a:r>
                        <a:rPr sz="1800" dirty="0"/>
                        <a:t>se</a:t>
                      </a:r>
                      <a:r>
                        <a:rPr sz="1800" spc="175" dirty="0"/>
                        <a:t>   </a:t>
                      </a:r>
                      <a:r>
                        <a:rPr sz="1800" spc="-10" dirty="0"/>
                        <a:t>houver </a:t>
                      </a:r>
                      <a:r>
                        <a:rPr sz="1800" dirty="0"/>
                        <a:t>relacionamento</a:t>
                      </a:r>
                      <a:r>
                        <a:rPr sz="1800" spc="-5" dirty="0"/>
                        <a:t> </a:t>
                      </a:r>
                      <a:r>
                        <a:rPr sz="1800" dirty="0"/>
                        <a:t>deve</a:t>
                      </a:r>
                      <a:r>
                        <a:rPr sz="1800" spc="-30" dirty="0"/>
                        <a:t> </a:t>
                      </a:r>
                      <a:r>
                        <a:rPr sz="1800" dirty="0"/>
                        <a:t>ser</a:t>
                      </a:r>
                      <a:r>
                        <a:rPr sz="1800" spc="-30" dirty="0"/>
                        <a:t> </a:t>
                      </a:r>
                      <a:r>
                        <a:rPr sz="1800" dirty="0"/>
                        <a:t>de</a:t>
                      </a:r>
                      <a:r>
                        <a:rPr sz="1800" spc="-15" dirty="0"/>
                        <a:t> </a:t>
                      </a:r>
                      <a:r>
                        <a:rPr sz="1800" dirty="0"/>
                        <a:t>no</a:t>
                      </a:r>
                      <a:r>
                        <a:rPr sz="1800" spc="-30" dirty="0"/>
                        <a:t> </a:t>
                      </a:r>
                      <a:r>
                        <a:rPr sz="1800" dirty="0"/>
                        <a:t>máximo</a:t>
                      </a:r>
                      <a:r>
                        <a:rPr sz="1800" spc="-10" dirty="0"/>
                        <a:t> </a:t>
                      </a:r>
                      <a:r>
                        <a:rPr sz="1800" spc="-25" dirty="0"/>
                        <a:t>1.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4318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0" dirty="0"/>
                        <a:t>1..1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/>
                        <a:t>Um</a:t>
                      </a:r>
                      <a:r>
                        <a:rPr sz="1800" spc="-25" dirty="0"/>
                        <a:t> </a:t>
                      </a:r>
                      <a:r>
                        <a:rPr sz="1800" dirty="0"/>
                        <a:t>e</a:t>
                      </a:r>
                      <a:r>
                        <a:rPr sz="1800" spc="-15" dirty="0"/>
                        <a:t> </a:t>
                      </a:r>
                      <a:r>
                        <a:rPr sz="1800" dirty="0"/>
                        <a:t>somente</a:t>
                      </a:r>
                      <a:r>
                        <a:rPr sz="1800" spc="-5" dirty="0"/>
                        <a:t> </a:t>
                      </a:r>
                      <a:r>
                        <a:rPr sz="1800" spc="-25" dirty="0"/>
                        <a:t>um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0"/>
                        </a:spcBef>
                      </a:pPr>
                      <a:r>
                        <a:rPr sz="1800" spc="-20" dirty="0"/>
                        <a:t>0..*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7950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/>
                        <a:t>No</a:t>
                      </a:r>
                      <a:r>
                        <a:rPr sz="1800" spc="-35" dirty="0"/>
                        <a:t> </a:t>
                      </a:r>
                      <a:r>
                        <a:rPr sz="1800" dirty="0"/>
                        <a:t>mínimo</a:t>
                      </a:r>
                      <a:r>
                        <a:rPr sz="1800" spc="-5" dirty="0"/>
                        <a:t> </a:t>
                      </a:r>
                      <a:r>
                        <a:rPr sz="1800" dirty="0"/>
                        <a:t>nenhum e</a:t>
                      </a:r>
                      <a:r>
                        <a:rPr sz="1800" spc="-20" dirty="0"/>
                        <a:t> </a:t>
                      </a:r>
                      <a:r>
                        <a:rPr sz="1800" dirty="0"/>
                        <a:t>no</a:t>
                      </a:r>
                      <a:r>
                        <a:rPr sz="1800" spc="-20" dirty="0"/>
                        <a:t> </a:t>
                      </a:r>
                      <a:r>
                        <a:rPr sz="1800" dirty="0"/>
                        <a:t>máximo</a:t>
                      </a:r>
                      <a:r>
                        <a:rPr sz="1800" spc="5" dirty="0"/>
                        <a:t> </a:t>
                      </a:r>
                      <a:r>
                        <a:rPr sz="1800" spc="-10" dirty="0"/>
                        <a:t>muitos.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50" dirty="0"/>
                        <a:t>*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/>
                        <a:t>Muitos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20" dirty="0"/>
                        <a:t>1..*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/>
                        <a:t>No</a:t>
                      </a:r>
                      <a:r>
                        <a:rPr sz="1800" spc="-30" dirty="0"/>
                        <a:t> </a:t>
                      </a:r>
                      <a:r>
                        <a:rPr sz="1800" dirty="0"/>
                        <a:t>mínimo um</a:t>
                      </a:r>
                      <a:r>
                        <a:rPr sz="1800" spc="-15" dirty="0"/>
                        <a:t> </a:t>
                      </a:r>
                      <a:r>
                        <a:rPr sz="1800" dirty="0"/>
                        <a:t>e</a:t>
                      </a:r>
                      <a:r>
                        <a:rPr sz="1800" spc="-15" dirty="0"/>
                        <a:t> </a:t>
                      </a:r>
                      <a:r>
                        <a:rPr sz="1800" dirty="0"/>
                        <a:t>no</a:t>
                      </a:r>
                      <a:r>
                        <a:rPr sz="1800" spc="-20" dirty="0"/>
                        <a:t> </a:t>
                      </a:r>
                      <a:r>
                        <a:rPr sz="1800" dirty="0"/>
                        <a:t>máximo</a:t>
                      </a:r>
                      <a:r>
                        <a:rPr sz="1800" spc="10" dirty="0"/>
                        <a:t> </a:t>
                      </a:r>
                      <a:r>
                        <a:rPr sz="1800" spc="-10" dirty="0"/>
                        <a:t>muitos.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20" dirty="0"/>
                        <a:t>3..5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dirty="0"/>
                        <a:t>No</a:t>
                      </a:r>
                      <a:r>
                        <a:rPr sz="1800" spc="-20" dirty="0"/>
                        <a:t> </a:t>
                      </a:r>
                      <a:r>
                        <a:rPr sz="1800" dirty="0"/>
                        <a:t>mínimo</a:t>
                      </a:r>
                      <a:r>
                        <a:rPr sz="1800" spc="-5" dirty="0"/>
                        <a:t> </a:t>
                      </a:r>
                      <a:r>
                        <a:rPr sz="1800" dirty="0"/>
                        <a:t>3</a:t>
                      </a:r>
                      <a:r>
                        <a:rPr sz="1800" spc="65" dirty="0"/>
                        <a:t> </a:t>
                      </a:r>
                      <a:r>
                        <a:rPr sz="1800" dirty="0"/>
                        <a:t>e</a:t>
                      </a:r>
                      <a:r>
                        <a:rPr sz="1800" spc="-20" dirty="0"/>
                        <a:t> </a:t>
                      </a:r>
                      <a:r>
                        <a:rPr sz="1800" dirty="0"/>
                        <a:t>no</a:t>
                      </a:r>
                      <a:r>
                        <a:rPr sz="1800" spc="-15" dirty="0"/>
                        <a:t> </a:t>
                      </a:r>
                      <a:r>
                        <a:rPr sz="1800" dirty="0"/>
                        <a:t>máximo </a:t>
                      </a:r>
                      <a:r>
                        <a:rPr sz="1800" spc="-25" dirty="0"/>
                        <a:t>5.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34925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60356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381989-2C7D-DB07-4060-25AF527B6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ECA87B26-8A9A-9B1E-B37A-6F23FCECA197}"/>
              </a:ext>
            </a:extLst>
          </p:cNvPr>
          <p:cNvSpPr txBox="1"/>
          <p:nvPr/>
        </p:nvSpPr>
        <p:spPr>
          <a:xfrm>
            <a:off x="327198" y="389493"/>
            <a:ext cx="7552206" cy="473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07000"/>
              </a:lnSpc>
              <a:spcAft>
                <a:spcPts val="800"/>
              </a:spcAft>
              <a:tabLst>
                <a:tab pos="914400" algn="l"/>
              </a:tabLst>
            </a:pPr>
            <a:r>
              <a:rPr lang="pt-BR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Diagrama de Classes (</a:t>
            </a:r>
            <a:r>
              <a:rPr lang="pt-BR" sz="24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Class</a:t>
            </a:r>
            <a:r>
              <a:rPr lang="pt-BR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pt-BR" sz="24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Diagram</a:t>
            </a:r>
            <a:r>
              <a:rPr lang="pt-BR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2" name="object 5">
            <a:extLst>
              <a:ext uri="{FF2B5EF4-FFF2-40B4-BE49-F238E27FC236}">
                <a16:creationId xmlns:a16="http://schemas.microsoft.com/office/drawing/2014/main" id="{BA359618-B5C3-C58B-BC40-989D30DAAC33}"/>
              </a:ext>
            </a:extLst>
          </p:cNvPr>
          <p:cNvSpPr txBox="1"/>
          <p:nvPr/>
        </p:nvSpPr>
        <p:spPr>
          <a:xfrm>
            <a:off x="416211" y="1067562"/>
            <a:ext cx="11042971" cy="421910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065" marR="5080">
              <a:lnSpc>
                <a:spcPct val="100000"/>
              </a:lnSpc>
              <a:spcBef>
                <a:spcPts val="100"/>
              </a:spcBef>
              <a:buClr>
                <a:srgbClr val="2D1500"/>
              </a:buClr>
              <a:tabLst>
                <a:tab pos="285750" algn="l"/>
              </a:tabLst>
            </a:pPr>
            <a:r>
              <a:rPr lang="pt-BR" sz="2600" b="1" dirty="0">
                <a:latin typeface="BirkaLTPro-Regular"/>
                <a:cs typeface="Tahoma"/>
              </a:rPr>
              <a:t>Agregação</a:t>
            </a:r>
          </a:p>
        </p:txBody>
      </p:sp>
      <p:sp>
        <p:nvSpPr>
          <p:cNvPr id="3" name="object 5"/>
          <p:cNvSpPr txBox="1"/>
          <p:nvPr/>
        </p:nvSpPr>
        <p:spPr>
          <a:xfrm>
            <a:off x="809717" y="1625376"/>
            <a:ext cx="10789248" cy="189539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marR="5080" indent="-457200" algn="just">
              <a:spcBef>
                <a:spcPts val="100"/>
              </a:spcBef>
              <a:buClr>
                <a:srgbClr val="2D1500"/>
              </a:buClr>
              <a:buFont typeface="Arial" panose="020B0604020202020204" pitchFamily="34" charset="0"/>
              <a:buChar char="•"/>
              <a:tabLst>
                <a:tab pos="285750" algn="l"/>
              </a:tabLst>
            </a:pPr>
            <a:r>
              <a:rPr sz="2600" dirty="0">
                <a:latin typeface="BirkaLTPro-Regular"/>
                <a:cs typeface="Tahoma"/>
              </a:rPr>
              <a:t>Tipo</a:t>
            </a:r>
            <a:r>
              <a:rPr sz="2600" spc="330" dirty="0">
                <a:latin typeface="BirkaLTPro-Regular"/>
                <a:cs typeface="Tahoma"/>
              </a:rPr>
              <a:t> </a:t>
            </a:r>
            <a:r>
              <a:rPr sz="2600" dirty="0">
                <a:latin typeface="BirkaLTPro-Regular"/>
                <a:cs typeface="Tahoma"/>
              </a:rPr>
              <a:t>especial</a:t>
            </a:r>
            <a:r>
              <a:rPr sz="2600" spc="345" dirty="0">
                <a:latin typeface="BirkaLTPro-Regular"/>
                <a:cs typeface="Tahoma"/>
              </a:rPr>
              <a:t> </a:t>
            </a:r>
            <a:r>
              <a:rPr sz="2600" dirty="0">
                <a:latin typeface="BirkaLTPro-Regular"/>
                <a:cs typeface="Tahoma"/>
              </a:rPr>
              <a:t>de</a:t>
            </a:r>
            <a:r>
              <a:rPr sz="2600" spc="350" dirty="0">
                <a:latin typeface="BirkaLTPro-Regular"/>
                <a:cs typeface="Tahoma"/>
              </a:rPr>
              <a:t> </a:t>
            </a:r>
            <a:r>
              <a:rPr sz="2600" dirty="0">
                <a:latin typeface="BirkaLTPro-Regular"/>
                <a:cs typeface="Tahoma"/>
              </a:rPr>
              <a:t>associação</a:t>
            </a:r>
            <a:r>
              <a:rPr sz="2600" spc="340" dirty="0">
                <a:latin typeface="BirkaLTPro-Regular"/>
                <a:cs typeface="Tahoma"/>
              </a:rPr>
              <a:t> </a:t>
            </a:r>
            <a:r>
              <a:rPr sz="2600" dirty="0">
                <a:latin typeface="BirkaLTPro-Regular"/>
                <a:cs typeface="Tahoma"/>
              </a:rPr>
              <a:t>que</a:t>
            </a:r>
            <a:r>
              <a:rPr sz="2600" spc="345" dirty="0">
                <a:latin typeface="BirkaLTPro-Regular"/>
                <a:cs typeface="Tahoma"/>
              </a:rPr>
              <a:t> </a:t>
            </a:r>
            <a:r>
              <a:rPr sz="2600" dirty="0">
                <a:latin typeface="BirkaLTPro-Regular"/>
                <a:cs typeface="Tahoma"/>
              </a:rPr>
              <a:t>tenta</a:t>
            </a:r>
            <a:r>
              <a:rPr sz="2600" spc="345" dirty="0">
                <a:latin typeface="BirkaLTPro-Regular"/>
                <a:cs typeface="Tahoma"/>
              </a:rPr>
              <a:t> </a:t>
            </a:r>
            <a:r>
              <a:rPr sz="2600" dirty="0">
                <a:latin typeface="BirkaLTPro-Regular"/>
                <a:cs typeface="Tahoma"/>
              </a:rPr>
              <a:t>demonstrar</a:t>
            </a:r>
            <a:r>
              <a:rPr sz="2600" spc="345" dirty="0">
                <a:latin typeface="BirkaLTPro-Regular"/>
                <a:cs typeface="Tahoma"/>
              </a:rPr>
              <a:t> </a:t>
            </a:r>
            <a:r>
              <a:rPr sz="2600" dirty="0">
                <a:latin typeface="BirkaLTPro-Regular"/>
                <a:cs typeface="Tahoma"/>
              </a:rPr>
              <a:t>que</a:t>
            </a:r>
            <a:r>
              <a:rPr sz="2600" spc="340" dirty="0">
                <a:latin typeface="BirkaLTPro-Regular"/>
                <a:cs typeface="Tahoma"/>
              </a:rPr>
              <a:t> </a:t>
            </a:r>
            <a:r>
              <a:rPr sz="2600" dirty="0">
                <a:latin typeface="BirkaLTPro-Regular"/>
                <a:cs typeface="Tahoma"/>
              </a:rPr>
              <a:t>as</a:t>
            </a:r>
            <a:r>
              <a:rPr sz="2600" spc="345" dirty="0">
                <a:latin typeface="BirkaLTPro-Regular"/>
                <a:cs typeface="Tahoma"/>
              </a:rPr>
              <a:t> </a:t>
            </a:r>
            <a:r>
              <a:rPr sz="2600" dirty="0">
                <a:latin typeface="BirkaLTPro-Regular"/>
                <a:cs typeface="Tahoma"/>
              </a:rPr>
              <a:t>informações</a:t>
            </a:r>
            <a:r>
              <a:rPr sz="2600" spc="340" dirty="0">
                <a:latin typeface="BirkaLTPro-Regular"/>
                <a:cs typeface="Tahoma"/>
              </a:rPr>
              <a:t> </a:t>
            </a:r>
            <a:r>
              <a:rPr sz="2600" dirty="0">
                <a:latin typeface="BirkaLTPro-Regular"/>
                <a:cs typeface="Tahoma"/>
              </a:rPr>
              <a:t>de</a:t>
            </a:r>
            <a:r>
              <a:rPr sz="2600" spc="345" dirty="0">
                <a:latin typeface="BirkaLTPro-Regular"/>
                <a:cs typeface="Tahoma"/>
              </a:rPr>
              <a:t> </a:t>
            </a:r>
            <a:r>
              <a:rPr sz="2600" spc="-25" dirty="0">
                <a:latin typeface="BirkaLTPro-Regular"/>
                <a:cs typeface="Tahoma"/>
              </a:rPr>
              <a:t>um</a:t>
            </a:r>
            <a:r>
              <a:rPr lang="pt-BR" sz="2600" spc="-25" dirty="0">
                <a:latin typeface="BirkaLTPro-Regular"/>
                <a:cs typeface="Tahoma"/>
              </a:rPr>
              <a:t> </a:t>
            </a:r>
            <a:r>
              <a:rPr sz="2600" spc="-20" dirty="0" err="1">
                <a:latin typeface="BirkaLTPro-Regular"/>
                <a:cs typeface="Tahoma"/>
              </a:rPr>
              <a:t>objeto-</a:t>
            </a:r>
            <a:r>
              <a:rPr sz="2600" dirty="0" err="1">
                <a:latin typeface="BirkaLTPro-Regular"/>
                <a:cs typeface="Tahoma"/>
              </a:rPr>
              <a:t>todo</a:t>
            </a:r>
            <a:r>
              <a:rPr sz="2600" spc="-25" dirty="0">
                <a:latin typeface="BirkaLTPro-Regular"/>
                <a:cs typeface="Tahoma"/>
              </a:rPr>
              <a:t> </a:t>
            </a:r>
            <a:r>
              <a:rPr sz="2600" dirty="0">
                <a:latin typeface="BirkaLTPro-Regular"/>
                <a:cs typeface="Tahoma"/>
              </a:rPr>
              <a:t>precisam</a:t>
            </a:r>
            <a:r>
              <a:rPr sz="2600" spc="-15" dirty="0">
                <a:latin typeface="BirkaLTPro-Regular"/>
                <a:cs typeface="Tahoma"/>
              </a:rPr>
              <a:t> </a:t>
            </a:r>
            <a:r>
              <a:rPr sz="2600" dirty="0">
                <a:latin typeface="BirkaLTPro-Regular"/>
                <a:cs typeface="Tahoma"/>
              </a:rPr>
              <a:t>ser</a:t>
            </a:r>
            <a:r>
              <a:rPr sz="2600" spc="-15" dirty="0">
                <a:latin typeface="BirkaLTPro-Regular"/>
                <a:cs typeface="Tahoma"/>
              </a:rPr>
              <a:t> </a:t>
            </a:r>
            <a:r>
              <a:rPr sz="2600" dirty="0">
                <a:latin typeface="BirkaLTPro-Regular"/>
                <a:cs typeface="Tahoma"/>
              </a:rPr>
              <a:t>complementadas</a:t>
            </a:r>
            <a:r>
              <a:rPr sz="2600" spc="-15" dirty="0">
                <a:latin typeface="BirkaLTPro-Regular"/>
                <a:cs typeface="Tahoma"/>
              </a:rPr>
              <a:t> </a:t>
            </a:r>
            <a:r>
              <a:rPr sz="2600" dirty="0">
                <a:latin typeface="BirkaLTPro-Regular"/>
                <a:cs typeface="Tahoma"/>
              </a:rPr>
              <a:t>pelas</a:t>
            </a:r>
            <a:r>
              <a:rPr sz="2600" spc="-15" dirty="0">
                <a:latin typeface="BirkaLTPro-Regular"/>
                <a:cs typeface="Tahoma"/>
              </a:rPr>
              <a:t> </a:t>
            </a:r>
            <a:r>
              <a:rPr sz="2600" dirty="0">
                <a:latin typeface="BirkaLTPro-Regular"/>
                <a:cs typeface="Tahoma"/>
              </a:rPr>
              <a:t>informações</a:t>
            </a:r>
            <a:r>
              <a:rPr sz="2600" spc="-20" dirty="0">
                <a:latin typeface="BirkaLTPro-Regular"/>
                <a:cs typeface="Tahoma"/>
              </a:rPr>
              <a:t> </a:t>
            </a:r>
            <a:r>
              <a:rPr sz="2600" dirty="0">
                <a:latin typeface="BirkaLTPro-Regular"/>
                <a:cs typeface="Tahoma"/>
              </a:rPr>
              <a:t>contidas</a:t>
            </a:r>
            <a:r>
              <a:rPr sz="2600" spc="-10" dirty="0">
                <a:latin typeface="BirkaLTPro-Regular"/>
                <a:cs typeface="Tahoma"/>
              </a:rPr>
              <a:t> </a:t>
            </a:r>
            <a:r>
              <a:rPr sz="2600" dirty="0">
                <a:latin typeface="BirkaLTPro-Regular"/>
                <a:cs typeface="Tahoma"/>
              </a:rPr>
              <a:t>em</a:t>
            </a:r>
            <a:r>
              <a:rPr sz="2600" spc="-20" dirty="0">
                <a:latin typeface="BirkaLTPro-Regular"/>
                <a:cs typeface="Tahoma"/>
              </a:rPr>
              <a:t> </a:t>
            </a:r>
            <a:r>
              <a:rPr sz="2600" dirty="0">
                <a:latin typeface="BirkaLTPro-Regular"/>
                <a:cs typeface="Tahoma"/>
              </a:rPr>
              <a:t>um</a:t>
            </a:r>
            <a:r>
              <a:rPr sz="2600" spc="-10" dirty="0">
                <a:latin typeface="BirkaLTPro-Regular"/>
                <a:cs typeface="Tahoma"/>
              </a:rPr>
              <a:t> </a:t>
            </a:r>
            <a:r>
              <a:rPr sz="2600" spc="-25" dirty="0">
                <a:latin typeface="BirkaLTPro-Regular"/>
                <a:cs typeface="Tahoma"/>
              </a:rPr>
              <a:t>(</a:t>
            </a:r>
            <a:r>
              <a:rPr sz="2600" spc="-25" dirty="0" err="1">
                <a:latin typeface="BirkaLTPro-Regular"/>
                <a:cs typeface="Tahoma"/>
              </a:rPr>
              <a:t>ou</a:t>
            </a:r>
            <a:r>
              <a:rPr lang="pt-BR" sz="2600" spc="-25" dirty="0">
                <a:latin typeface="BirkaLTPro-Regular"/>
                <a:cs typeface="Tahoma"/>
              </a:rPr>
              <a:t> </a:t>
            </a:r>
            <a:r>
              <a:rPr sz="2600" dirty="0" err="1">
                <a:latin typeface="BirkaLTPro-Regular"/>
                <a:cs typeface="Tahoma"/>
              </a:rPr>
              <a:t>mais</a:t>
            </a:r>
            <a:r>
              <a:rPr sz="2600" dirty="0">
                <a:latin typeface="BirkaLTPro-Regular"/>
                <a:cs typeface="Tahoma"/>
              </a:rPr>
              <a:t>)</a:t>
            </a:r>
            <a:r>
              <a:rPr sz="2600" spc="45" dirty="0">
                <a:latin typeface="BirkaLTPro-Regular"/>
                <a:cs typeface="Tahoma"/>
              </a:rPr>
              <a:t> </a:t>
            </a:r>
            <a:r>
              <a:rPr sz="2600" spc="-20" dirty="0">
                <a:latin typeface="BirkaLTPro-Regular"/>
                <a:cs typeface="Tahoma"/>
              </a:rPr>
              <a:t>objetos-</a:t>
            </a:r>
            <a:r>
              <a:rPr sz="2600" spc="-10" dirty="0">
                <a:latin typeface="BirkaLTPro-Regular"/>
                <a:cs typeface="Tahoma"/>
              </a:rPr>
              <a:t>parte.</a:t>
            </a:r>
            <a:endParaRPr sz="2600" dirty="0">
              <a:latin typeface="BirkaLTPro-Regular"/>
              <a:cs typeface="Tahoma"/>
            </a:endParaRPr>
          </a:p>
          <a:p>
            <a:pPr marL="469900" indent="-457200">
              <a:spcBef>
                <a:spcPts val="2160"/>
              </a:spcBef>
              <a:buClr>
                <a:srgbClr val="2D1500"/>
              </a:buClr>
              <a:buFont typeface="Arial" panose="020B0604020202020204" pitchFamily="34" charset="0"/>
              <a:buChar char="•"/>
              <a:tabLst>
                <a:tab pos="285115" algn="l"/>
              </a:tabLst>
            </a:pPr>
            <a:r>
              <a:rPr sz="2600" dirty="0">
                <a:latin typeface="BirkaLTPro-Regular"/>
                <a:cs typeface="Tahoma"/>
              </a:rPr>
              <a:t>A</a:t>
            </a:r>
            <a:r>
              <a:rPr sz="2600" spc="-20" dirty="0">
                <a:latin typeface="BirkaLTPro-Regular"/>
                <a:cs typeface="Tahoma"/>
              </a:rPr>
              <a:t> </a:t>
            </a:r>
            <a:r>
              <a:rPr sz="2600" dirty="0">
                <a:latin typeface="BirkaLTPro-Regular"/>
                <a:cs typeface="Tahoma"/>
              </a:rPr>
              <a:t>existência</a:t>
            </a:r>
            <a:r>
              <a:rPr sz="2600" spc="-20" dirty="0">
                <a:latin typeface="BirkaLTPro-Regular"/>
                <a:cs typeface="Tahoma"/>
              </a:rPr>
              <a:t> </a:t>
            </a:r>
            <a:r>
              <a:rPr sz="2600" dirty="0">
                <a:latin typeface="BirkaLTPro-Regular"/>
                <a:cs typeface="Tahoma"/>
              </a:rPr>
              <a:t>do</a:t>
            </a:r>
            <a:r>
              <a:rPr sz="2600" spc="-10" dirty="0">
                <a:latin typeface="BirkaLTPro-Regular"/>
                <a:cs typeface="Tahoma"/>
              </a:rPr>
              <a:t> </a:t>
            </a:r>
            <a:r>
              <a:rPr sz="2600" u="sng" spc="-20" dirty="0">
                <a:uFill>
                  <a:solidFill>
                    <a:srgbClr val="713400"/>
                  </a:solidFill>
                </a:uFill>
                <a:latin typeface="BirkaLTPro-Regular"/>
                <a:cs typeface="Tahoma"/>
              </a:rPr>
              <a:t>objeto-</a:t>
            </a:r>
            <a:r>
              <a:rPr sz="2600" u="sng" dirty="0">
                <a:uFill>
                  <a:solidFill>
                    <a:srgbClr val="713400"/>
                  </a:solidFill>
                </a:uFill>
                <a:latin typeface="BirkaLTPro-Regular"/>
                <a:cs typeface="Tahoma"/>
              </a:rPr>
              <a:t>parte</a:t>
            </a:r>
            <a:r>
              <a:rPr sz="2600" spc="15" dirty="0">
                <a:latin typeface="BirkaLTPro-Regular"/>
                <a:cs typeface="Tahoma"/>
              </a:rPr>
              <a:t> </a:t>
            </a:r>
            <a:r>
              <a:rPr sz="2600" dirty="0">
                <a:latin typeface="BirkaLTPro-Regular"/>
                <a:cs typeface="Tahoma"/>
              </a:rPr>
              <a:t>faz</a:t>
            </a:r>
            <a:r>
              <a:rPr sz="2600" spc="-5" dirty="0">
                <a:latin typeface="BirkaLTPro-Regular"/>
                <a:cs typeface="Tahoma"/>
              </a:rPr>
              <a:t> </a:t>
            </a:r>
            <a:r>
              <a:rPr sz="2600" dirty="0">
                <a:latin typeface="BirkaLTPro-Regular"/>
                <a:cs typeface="Tahoma"/>
              </a:rPr>
              <a:t>sentido</a:t>
            </a:r>
            <a:r>
              <a:rPr sz="2600" spc="-25" dirty="0">
                <a:latin typeface="BirkaLTPro-Regular"/>
                <a:cs typeface="Tahoma"/>
              </a:rPr>
              <a:t> </a:t>
            </a:r>
            <a:r>
              <a:rPr sz="2600" dirty="0">
                <a:latin typeface="BirkaLTPro-Regular"/>
                <a:cs typeface="Tahoma"/>
              </a:rPr>
              <a:t>mesmo</a:t>
            </a:r>
            <a:r>
              <a:rPr sz="2600" spc="-20" dirty="0">
                <a:latin typeface="BirkaLTPro-Regular"/>
                <a:cs typeface="Tahoma"/>
              </a:rPr>
              <a:t> </a:t>
            </a:r>
            <a:r>
              <a:rPr sz="2600" dirty="0">
                <a:latin typeface="BirkaLTPro-Regular"/>
                <a:cs typeface="Tahoma"/>
              </a:rPr>
              <a:t>não</a:t>
            </a:r>
            <a:r>
              <a:rPr sz="2600" spc="-15" dirty="0">
                <a:latin typeface="BirkaLTPro-Regular"/>
                <a:cs typeface="Tahoma"/>
              </a:rPr>
              <a:t> </a:t>
            </a:r>
            <a:r>
              <a:rPr sz="2600" dirty="0">
                <a:latin typeface="BirkaLTPro-Regular"/>
                <a:cs typeface="Tahoma"/>
              </a:rPr>
              <a:t>existindo</a:t>
            </a:r>
            <a:r>
              <a:rPr sz="2600" spc="-15" dirty="0">
                <a:latin typeface="BirkaLTPro-Regular"/>
                <a:cs typeface="Tahoma"/>
              </a:rPr>
              <a:t> </a:t>
            </a:r>
            <a:r>
              <a:rPr sz="2600" dirty="0">
                <a:latin typeface="BirkaLTPro-Regular"/>
                <a:cs typeface="Tahoma"/>
              </a:rPr>
              <a:t>o</a:t>
            </a:r>
            <a:r>
              <a:rPr sz="2600" spc="-15" dirty="0">
                <a:latin typeface="BirkaLTPro-Regular"/>
                <a:cs typeface="Tahoma"/>
              </a:rPr>
              <a:t> </a:t>
            </a:r>
            <a:r>
              <a:rPr sz="2600" u="sng" spc="-20" dirty="0" err="1">
                <a:uFill>
                  <a:solidFill>
                    <a:srgbClr val="713400"/>
                  </a:solidFill>
                </a:uFill>
                <a:latin typeface="BirkaLTPro-Regular"/>
                <a:cs typeface="Tahoma"/>
              </a:rPr>
              <a:t>objeto-</a:t>
            </a:r>
            <a:r>
              <a:rPr sz="2600" u="sng" spc="-10" dirty="0" err="1">
                <a:uFill>
                  <a:solidFill>
                    <a:srgbClr val="713400"/>
                  </a:solidFill>
                </a:uFill>
                <a:latin typeface="BirkaLTPro-Regular"/>
                <a:cs typeface="Tahoma"/>
              </a:rPr>
              <a:t>todo</a:t>
            </a:r>
            <a:r>
              <a:rPr sz="2600" spc="-10" dirty="0">
                <a:latin typeface="BirkaLTPro-Regular"/>
                <a:cs typeface="Tahoma"/>
              </a:rPr>
              <a:t>.</a:t>
            </a:r>
            <a:endParaRPr sz="2600" dirty="0">
              <a:latin typeface="BirkaLTPro-Regular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247074085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14129D-1C59-C422-DBA5-B862F73DB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CE2F01F2-AEC9-436F-B3C3-53EE550E6B86}"/>
              </a:ext>
            </a:extLst>
          </p:cNvPr>
          <p:cNvSpPr txBox="1"/>
          <p:nvPr/>
        </p:nvSpPr>
        <p:spPr>
          <a:xfrm>
            <a:off x="327198" y="389493"/>
            <a:ext cx="7552206" cy="473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07000"/>
              </a:lnSpc>
              <a:spcAft>
                <a:spcPts val="800"/>
              </a:spcAft>
              <a:tabLst>
                <a:tab pos="914400" algn="l"/>
              </a:tabLst>
            </a:pPr>
            <a:r>
              <a:rPr lang="pt-BR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Diagrama de Classes (</a:t>
            </a:r>
            <a:r>
              <a:rPr lang="pt-BR" sz="24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Class</a:t>
            </a:r>
            <a:r>
              <a:rPr lang="pt-BR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pt-BR" sz="24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Diagram</a:t>
            </a:r>
            <a:r>
              <a:rPr lang="pt-BR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2" name="object 5">
            <a:extLst>
              <a:ext uri="{FF2B5EF4-FFF2-40B4-BE49-F238E27FC236}">
                <a16:creationId xmlns:a16="http://schemas.microsoft.com/office/drawing/2014/main" id="{A5FC671D-172B-3182-0974-A11164848D3F}"/>
              </a:ext>
            </a:extLst>
          </p:cNvPr>
          <p:cNvSpPr txBox="1"/>
          <p:nvPr/>
        </p:nvSpPr>
        <p:spPr>
          <a:xfrm>
            <a:off x="416211" y="1067562"/>
            <a:ext cx="11042971" cy="421910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065" marR="5080">
              <a:lnSpc>
                <a:spcPct val="100000"/>
              </a:lnSpc>
              <a:spcBef>
                <a:spcPts val="100"/>
              </a:spcBef>
              <a:buClr>
                <a:srgbClr val="2D1500"/>
              </a:buClr>
              <a:tabLst>
                <a:tab pos="285750" algn="l"/>
              </a:tabLst>
            </a:pPr>
            <a:r>
              <a:rPr lang="pt-BR" sz="2600" b="1" dirty="0">
                <a:latin typeface="BirkaLTPro-Regular"/>
                <a:cs typeface="Tahoma"/>
              </a:rPr>
              <a:t>Agregação</a:t>
            </a:r>
          </a:p>
        </p:txBody>
      </p:sp>
      <p:sp>
        <p:nvSpPr>
          <p:cNvPr id="3" name="object 5">
            <a:extLst>
              <a:ext uri="{FF2B5EF4-FFF2-40B4-BE49-F238E27FC236}">
                <a16:creationId xmlns:a16="http://schemas.microsoft.com/office/drawing/2014/main" id="{CEBABE07-4162-A139-4C73-B17A2EC90202}"/>
              </a:ext>
            </a:extLst>
          </p:cNvPr>
          <p:cNvSpPr txBox="1"/>
          <p:nvPr/>
        </p:nvSpPr>
        <p:spPr>
          <a:xfrm>
            <a:off x="809717" y="1625376"/>
            <a:ext cx="10789248" cy="121315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marR="6350" indent="-457200" algn="just">
              <a:spcBef>
                <a:spcPts val="2165"/>
              </a:spcBef>
              <a:buClr>
                <a:srgbClr val="2D1500"/>
              </a:buClr>
              <a:buFont typeface="Arial" panose="020B0604020202020204" pitchFamily="34" charset="0"/>
              <a:buChar char="•"/>
              <a:tabLst>
                <a:tab pos="285750" algn="l"/>
              </a:tabLst>
            </a:pPr>
            <a:r>
              <a:rPr sz="2600" dirty="0">
                <a:latin typeface="BirkaLTPro-Regular"/>
                <a:cs typeface="Tahoma"/>
              </a:rPr>
              <a:t>A</a:t>
            </a:r>
            <a:r>
              <a:rPr sz="2600" spc="434" dirty="0">
                <a:latin typeface="BirkaLTPro-Regular"/>
                <a:cs typeface="Tahoma"/>
              </a:rPr>
              <a:t> </a:t>
            </a:r>
            <a:r>
              <a:rPr sz="2600" dirty="0">
                <a:latin typeface="BirkaLTPro-Regular"/>
                <a:cs typeface="Tahoma"/>
              </a:rPr>
              <a:t>associação</a:t>
            </a:r>
            <a:r>
              <a:rPr sz="2600" spc="430" dirty="0">
                <a:latin typeface="BirkaLTPro-Regular"/>
                <a:cs typeface="Tahoma"/>
              </a:rPr>
              <a:t> </a:t>
            </a:r>
            <a:r>
              <a:rPr sz="2600" dirty="0">
                <a:latin typeface="BirkaLTPro-Regular"/>
                <a:cs typeface="Tahoma"/>
              </a:rPr>
              <a:t>de</a:t>
            </a:r>
            <a:r>
              <a:rPr sz="2600" spc="440" dirty="0">
                <a:latin typeface="BirkaLTPro-Regular"/>
                <a:cs typeface="Tahoma"/>
              </a:rPr>
              <a:t> </a:t>
            </a:r>
            <a:r>
              <a:rPr sz="2600" dirty="0">
                <a:latin typeface="BirkaLTPro-Regular"/>
                <a:cs typeface="Tahoma"/>
              </a:rPr>
              <a:t>agregação</a:t>
            </a:r>
            <a:r>
              <a:rPr sz="2600" spc="440" dirty="0">
                <a:latin typeface="BirkaLTPro-Regular"/>
                <a:cs typeface="Tahoma"/>
              </a:rPr>
              <a:t> </a:t>
            </a:r>
            <a:r>
              <a:rPr sz="2600" dirty="0">
                <a:latin typeface="BirkaLTPro-Regular"/>
                <a:cs typeface="Tahoma"/>
              </a:rPr>
              <a:t>pode,</a:t>
            </a:r>
            <a:r>
              <a:rPr sz="2600" spc="434" dirty="0">
                <a:latin typeface="BirkaLTPro-Regular"/>
                <a:cs typeface="Tahoma"/>
              </a:rPr>
              <a:t> </a:t>
            </a:r>
            <a:r>
              <a:rPr sz="2600" dirty="0">
                <a:latin typeface="BirkaLTPro-Regular"/>
                <a:cs typeface="Tahoma"/>
              </a:rPr>
              <a:t>em</a:t>
            </a:r>
            <a:r>
              <a:rPr sz="2600" spc="445" dirty="0">
                <a:latin typeface="BirkaLTPro-Regular"/>
                <a:cs typeface="Tahoma"/>
              </a:rPr>
              <a:t> </a:t>
            </a:r>
            <a:r>
              <a:rPr sz="2600" dirty="0">
                <a:latin typeface="BirkaLTPro-Regular"/>
                <a:cs typeface="Tahoma"/>
              </a:rPr>
              <a:t>muitos</a:t>
            </a:r>
            <a:r>
              <a:rPr sz="2600" spc="434" dirty="0">
                <a:latin typeface="BirkaLTPro-Regular"/>
                <a:cs typeface="Tahoma"/>
              </a:rPr>
              <a:t> </a:t>
            </a:r>
            <a:r>
              <a:rPr sz="2600" dirty="0">
                <a:latin typeface="BirkaLTPro-Regular"/>
                <a:cs typeface="Tahoma"/>
              </a:rPr>
              <a:t>casos,</a:t>
            </a:r>
            <a:r>
              <a:rPr sz="2600" spc="434" dirty="0">
                <a:latin typeface="BirkaLTPro-Regular"/>
                <a:cs typeface="Tahoma"/>
              </a:rPr>
              <a:t> </a:t>
            </a:r>
            <a:r>
              <a:rPr sz="2600" dirty="0">
                <a:latin typeface="BirkaLTPro-Regular"/>
                <a:cs typeface="Tahoma"/>
              </a:rPr>
              <a:t>ser</a:t>
            </a:r>
            <a:r>
              <a:rPr sz="2600" spc="430" dirty="0">
                <a:latin typeface="BirkaLTPro-Regular"/>
                <a:cs typeface="Tahoma"/>
              </a:rPr>
              <a:t> </a:t>
            </a:r>
            <a:r>
              <a:rPr sz="2600" dirty="0">
                <a:latin typeface="BirkaLTPro-Regular"/>
                <a:cs typeface="Tahoma"/>
              </a:rPr>
              <a:t>substituída</a:t>
            </a:r>
            <a:r>
              <a:rPr sz="2600" spc="440" dirty="0">
                <a:latin typeface="BirkaLTPro-Regular"/>
                <a:cs typeface="Tahoma"/>
              </a:rPr>
              <a:t> </a:t>
            </a:r>
            <a:r>
              <a:rPr sz="2600" dirty="0" err="1">
                <a:latin typeface="BirkaLTPro-Regular"/>
                <a:cs typeface="Tahoma"/>
              </a:rPr>
              <a:t>por</a:t>
            </a:r>
            <a:r>
              <a:rPr sz="2600" spc="440" dirty="0">
                <a:latin typeface="BirkaLTPro-Regular"/>
                <a:cs typeface="Tahoma"/>
              </a:rPr>
              <a:t> </a:t>
            </a:r>
            <a:r>
              <a:rPr sz="2600" spc="-25" dirty="0" err="1">
                <a:latin typeface="BirkaLTPro-Regular"/>
                <a:cs typeface="Tahoma"/>
              </a:rPr>
              <a:t>uma</a:t>
            </a:r>
            <a:r>
              <a:rPr lang="pt-BR" sz="2600" spc="-25" dirty="0">
                <a:latin typeface="BirkaLTPro-Regular"/>
                <a:cs typeface="Tahoma"/>
              </a:rPr>
              <a:t> </a:t>
            </a:r>
            <a:r>
              <a:rPr sz="2600" dirty="0" err="1">
                <a:latin typeface="BirkaLTPro-Regular"/>
                <a:cs typeface="Tahoma"/>
              </a:rPr>
              <a:t>associação</a:t>
            </a:r>
            <a:r>
              <a:rPr sz="2600" spc="-50" dirty="0">
                <a:latin typeface="BirkaLTPro-Regular"/>
                <a:cs typeface="Tahoma"/>
              </a:rPr>
              <a:t> </a:t>
            </a:r>
            <a:r>
              <a:rPr sz="2600" dirty="0">
                <a:latin typeface="BirkaLTPro-Regular"/>
                <a:cs typeface="Tahoma"/>
              </a:rPr>
              <a:t>binária</a:t>
            </a:r>
            <a:r>
              <a:rPr sz="2600" spc="-30" dirty="0">
                <a:latin typeface="BirkaLTPro-Regular"/>
                <a:cs typeface="Tahoma"/>
              </a:rPr>
              <a:t> </a:t>
            </a:r>
            <a:r>
              <a:rPr sz="2600" dirty="0">
                <a:latin typeface="BirkaLTPro-Regular"/>
                <a:cs typeface="Tahoma"/>
              </a:rPr>
              <a:t>simples,</a:t>
            </a:r>
            <a:r>
              <a:rPr sz="2600" spc="-40" dirty="0">
                <a:latin typeface="BirkaLTPro-Regular"/>
                <a:cs typeface="Tahoma"/>
              </a:rPr>
              <a:t> </a:t>
            </a:r>
            <a:r>
              <a:rPr sz="2600" dirty="0">
                <a:latin typeface="BirkaLTPro-Regular"/>
                <a:cs typeface="Tahoma"/>
              </a:rPr>
              <a:t>dependendo</a:t>
            </a:r>
            <a:r>
              <a:rPr sz="2600" spc="-50" dirty="0">
                <a:latin typeface="BirkaLTPro-Regular"/>
                <a:cs typeface="Tahoma"/>
              </a:rPr>
              <a:t> </a:t>
            </a:r>
            <a:r>
              <a:rPr sz="2600" dirty="0">
                <a:latin typeface="BirkaLTPro-Regular"/>
                <a:cs typeface="Tahoma"/>
              </a:rPr>
              <a:t>da</a:t>
            </a:r>
            <a:r>
              <a:rPr sz="2600" spc="-40" dirty="0">
                <a:latin typeface="BirkaLTPro-Regular"/>
                <a:cs typeface="Tahoma"/>
              </a:rPr>
              <a:t> </a:t>
            </a:r>
            <a:r>
              <a:rPr sz="2600" dirty="0">
                <a:latin typeface="BirkaLTPro-Regular"/>
                <a:cs typeface="Tahoma"/>
              </a:rPr>
              <a:t>visão</a:t>
            </a:r>
            <a:r>
              <a:rPr sz="2600" spc="-30" dirty="0">
                <a:latin typeface="BirkaLTPro-Regular"/>
                <a:cs typeface="Tahoma"/>
              </a:rPr>
              <a:t> </a:t>
            </a:r>
            <a:r>
              <a:rPr sz="2600" dirty="0">
                <a:latin typeface="BirkaLTPro-Regular"/>
                <a:cs typeface="Tahoma"/>
              </a:rPr>
              <a:t>de</a:t>
            </a:r>
            <a:r>
              <a:rPr sz="2600" spc="-45" dirty="0">
                <a:latin typeface="BirkaLTPro-Regular"/>
                <a:cs typeface="Tahoma"/>
              </a:rPr>
              <a:t> </a:t>
            </a:r>
            <a:r>
              <a:rPr sz="2600" dirty="0">
                <a:latin typeface="BirkaLTPro-Regular"/>
                <a:cs typeface="Tahoma"/>
              </a:rPr>
              <a:t>quem</a:t>
            </a:r>
            <a:r>
              <a:rPr sz="2600" spc="-40" dirty="0">
                <a:latin typeface="BirkaLTPro-Regular"/>
                <a:cs typeface="Tahoma"/>
              </a:rPr>
              <a:t> </a:t>
            </a:r>
            <a:r>
              <a:rPr sz="2600" dirty="0">
                <a:latin typeface="BirkaLTPro-Regular"/>
                <a:cs typeface="Tahoma"/>
              </a:rPr>
              <a:t>faz</a:t>
            </a:r>
            <a:r>
              <a:rPr sz="2600" spc="-45" dirty="0">
                <a:latin typeface="BirkaLTPro-Regular"/>
                <a:cs typeface="Tahoma"/>
              </a:rPr>
              <a:t> </a:t>
            </a:r>
            <a:r>
              <a:rPr sz="2600" dirty="0">
                <a:latin typeface="BirkaLTPro-Regular"/>
                <a:cs typeface="Tahoma"/>
              </a:rPr>
              <a:t>a</a:t>
            </a:r>
            <a:r>
              <a:rPr sz="2600" spc="-30" dirty="0">
                <a:latin typeface="BirkaLTPro-Regular"/>
                <a:cs typeface="Tahoma"/>
              </a:rPr>
              <a:t> </a:t>
            </a:r>
            <a:r>
              <a:rPr sz="2600" spc="-10" dirty="0">
                <a:latin typeface="BirkaLTPro-Regular"/>
                <a:cs typeface="Tahoma"/>
              </a:rPr>
              <a:t>modelagem.</a:t>
            </a:r>
            <a:endParaRPr sz="2600" dirty="0">
              <a:latin typeface="BirkaLTPro-Regular"/>
              <a:cs typeface="Tahoma"/>
            </a:endParaRPr>
          </a:p>
        </p:txBody>
      </p:sp>
      <p:grpSp>
        <p:nvGrpSpPr>
          <p:cNvPr id="6" name="object 6">
            <a:extLst>
              <a:ext uri="{FF2B5EF4-FFF2-40B4-BE49-F238E27FC236}">
                <a16:creationId xmlns:a16="http://schemas.microsoft.com/office/drawing/2014/main" id="{F64FDA48-C762-CAB7-5369-3018EB49D30E}"/>
              </a:ext>
            </a:extLst>
          </p:cNvPr>
          <p:cNvGrpSpPr/>
          <p:nvPr/>
        </p:nvGrpSpPr>
        <p:grpSpPr>
          <a:xfrm>
            <a:off x="1716788" y="3140765"/>
            <a:ext cx="8261898" cy="2945273"/>
            <a:chOff x="131038" y="3645027"/>
            <a:chExt cx="9013190" cy="3213100"/>
          </a:xfrm>
        </p:grpSpPr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5AEE90B4-37E5-6502-02D9-1168DD216436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39945" y="4997147"/>
              <a:ext cx="5004053" cy="1860849"/>
            </a:xfrm>
            <a:prstGeom prst="rect">
              <a:avLst/>
            </a:prstGeom>
          </p:spPr>
        </p:pic>
        <p:pic>
          <p:nvPicPr>
            <p:cNvPr id="8" name="object 8">
              <a:extLst>
                <a:ext uri="{FF2B5EF4-FFF2-40B4-BE49-F238E27FC236}">
                  <a16:creationId xmlns:a16="http://schemas.microsoft.com/office/drawing/2014/main" id="{AB7E90C9-778A-844A-41ED-CD4132B46A06}"/>
                </a:ext>
              </a:extLst>
            </p:cNvPr>
            <p:cNvPicPr/>
            <p:nvPr/>
          </p:nvPicPr>
          <p:blipFill>
            <a:blip r:embed="rId3" cstate="print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31038" y="3645027"/>
              <a:ext cx="4512945" cy="141312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5623568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0505CD-981A-B833-DE36-61F5B47DD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16511BC6-8E32-195C-7A0E-1480EEE65E25}"/>
              </a:ext>
            </a:extLst>
          </p:cNvPr>
          <p:cNvSpPr txBox="1"/>
          <p:nvPr/>
        </p:nvSpPr>
        <p:spPr>
          <a:xfrm>
            <a:off x="327198" y="389493"/>
            <a:ext cx="7552206" cy="473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07000"/>
              </a:lnSpc>
              <a:spcAft>
                <a:spcPts val="800"/>
              </a:spcAft>
              <a:tabLst>
                <a:tab pos="914400" algn="l"/>
              </a:tabLst>
            </a:pPr>
            <a:r>
              <a:rPr lang="pt-BR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Diagrama de Classes (</a:t>
            </a:r>
            <a:r>
              <a:rPr lang="pt-BR" sz="24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Class</a:t>
            </a:r>
            <a:r>
              <a:rPr lang="pt-BR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pt-BR" sz="24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Diagram</a:t>
            </a:r>
            <a:r>
              <a:rPr lang="pt-BR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2" name="object 5">
            <a:extLst>
              <a:ext uri="{FF2B5EF4-FFF2-40B4-BE49-F238E27FC236}">
                <a16:creationId xmlns:a16="http://schemas.microsoft.com/office/drawing/2014/main" id="{E876E33C-831B-2D33-C27D-2ABB74DC4B45}"/>
              </a:ext>
            </a:extLst>
          </p:cNvPr>
          <p:cNvSpPr txBox="1"/>
          <p:nvPr/>
        </p:nvSpPr>
        <p:spPr>
          <a:xfrm>
            <a:off x="416211" y="1067562"/>
            <a:ext cx="11042971" cy="421910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065" marR="5080">
              <a:lnSpc>
                <a:spcPct val="100000"/>
              </a:lnSpc>
              <a:spcBef>
                <a:spcPts val="100"/>
              </a:spcBef>
              <a:buClr>
                <a:srgbClr val="2D1500"/>
              </a:buClr>
              <a:tabLst>
                <a:tab pos="285750" algn="l"/>
              </a:tabLst>
            </a:pPr>
            <a:r>
              <a:rPr lang="pt-BR" sz="2600" b="1" dirty="0">
                <a:latin typeface="BirkaLTPro-Regular"/>
                <a:cs typeface="Tahoma"/>
              </a:rPr>
              <a:t>Composição</a:t>
            </a:r>
          </a:p>
        </p:txBody>
      </p:sp>
      <p:sp>
        <p:nvSpPr>
          <p:cNvPr id="3" name="object 5">
            <a:extLst>
              <a:ext uri="{FF2B5EF4-FFF2-40B4-BE49-F238E27FC236}">
                <a16:creationId xmlns:a16="http://schemas.microsoft.com/office/drawing/2014/main" id="{2191CED9-9DCF-D8D3-F935-5D2A2B0FC918}"/>
              </a:ext>
            </a:extLst>
          </p:cNvPr>
          <p:cNvSpPr txBox="1"/>
          <p:nvPr/>
        </p:nvSpPr>
        <p:spPr>
          <a:xfrm>
            <a:off x="934840" y="1693565"/>
            <a:ext cx="10789248" cy="17774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indent="-457200">
              <a:spcBef>
                <a:spcPts val="100"/>
              </a:spcBef>
              <a:buClr>
                <a:srgbClr val="2D1500"/>
              </a:buClr>
              <a:buFont typeface="Arial" panose="020B0604020202020204" pitchFamily="34" charset="0"/>
              <a:buChar char="•"/>
              <a:tabLst>
                <a:tab pos="285115" algn="l"/>
              </a:tabLst>
            </a:pPr>
            <a:r>
              <a:rPr lang="pt-BR" sz="2600" dirty="0">
                <a:latin typeface="BirkaLTPro-Regular"/>
                <a:cs typeface="Tahoma"/>
              </a:rPr>
              <a:t>É</a:t>
            </a:r>
            <a:r>
              <a:rPr lang="pt-BR" sz="2600" spc="-50" dirty="0">
                <a:latin typeface="BirkaLTPro-Regular"/>
                <a:cs typeface="Tahoma"/>
              </a:rPr>
              <a:t> </a:t>
            </a:r>
            <a:r>
              <a:rPr lang="pt-BR" sz="2600" dirty="0">
                <a:latin typeface="BirkaLTPro-Regular"/>
                <a:cs typeface="Tahoma"/>
              </a:rPr>
              <a:t>uma</a:t>
            </a:r>
            <a:r>
              <a:rPr lang="pt-BR" sz="2600" spc="-45" dirty="0">
                <a:latin typeface="BirkaLTPro-Regular"/>
                <a:cs typeface="Tahoma"/>
              </a:rPr>
              <a:t> </a:t>
            </a:r>
            <a:r>
              <a:rPr lang="pt-BR" sz="2600" dirty="0">
                <a:latin typeface="BirkaLTPro-Regular"/>
                <a:cs typeface="Tahoma"/>
              </a:rPr>
              <a:t>variação</a:t>
            </a:r>
            <a:r>
              <a:rPr lang="pt-BR" sz="2600" spc="-45" dirty="0">
                <a:latin typeface="BirkaLTPro-Regular"/>
                <a:cs typeface="Tahoma"/>
              </a:rPr>
              <a:t> </a:t>
            </a:r>
            <a:r>
              <a:rPr lang="pt-BR" sz="2600" dirty="0">
                <a:latin typeface="BirkaLTPro-Regular"/>
                <a:cs typeface="Tahoma"/>
              </a:rPr>
              <a:t>da</a:t>
            </a:r>
            <a:r>
              <a:rPr lang="pt-BR" sz="2600" spc="-45" dirty="0">
                <a:latin typeface="BirkaLTPro-Regular"/>
                <a:cs typeface="Tahoma"/>
              </a:rPr>
              <a:t> </a:t>
            </a:r>
            <a:r>
              <a:rPr lang="pt-BR" sz="2600" dirty="0">
                <a:latin typeface="BirkaLTPro-Regular"/>
                <a:cs typeface="Tahoma"/>
              </a:rPr>
              <a:t>agregação</a:t>
            </a:r>
            <a:r>
              <a:rPr lang="pt-BR" sz="2600" spc="-35" dirty="0">
                <a:latin typeface="BirkaLTPro-Regular"/>
                <a:cs typeface="Tahoma"/>
              </a:rPr>
              <a:t> </a:t>
            </a:r>
            <a:r>
              <a:rPr lang="pt-BR" sz="2600" dirty="0">
                <a:latin typeface="BirkaLTPro-Regular"/>
                <a:cs typeface="Tahoma"/>
              </a:rPr>
              <a:t>e</a:t>
            </a:r>
            <a:r>
              <a:rPr lang="pt-BR" sz="2600" spc="-45" dirty="0">
                <a:latin typeface="BirkaLTPro-Regular"/>
                <a:cs typeface="Tahoma"/>
              </a:rPr>
              <a:t> </a:t>
            </a:r>
            <a:r>
              <a:rPr lang="pt-BR" sz="2600" dirty="0">
                <a:latin typeface="BirkaLTPro-Regular"/>
                <a:cs typeface="Tahoma"/>
              </a:rPr>
              <a:t>considerada</a:t>
            </a:r>
            <a:r>
              <a:rPr lang="pt-BR" sz="2600" spc="-30" dirty="0">
                <a:latin typeface="BirkaLTPro-Regular"/>
                <a:cs typeface="Tahoma"/>
              </a:rPr>
              <a:t> </a:t>
            </a:r>
            <a:r>
              <a:rPr lang="pt-BR" sz="2600" dirty="0">
                <a:latin typeface="BirkaLTPro-Regular"/>
                <a:cs typeface="Tahoma"/>
              </a:rPr>
              <a:t>mais</a:t>
            </a:r>
            <a:r>
              <a:rPr lang="pt-BR" sz="2600" spc="-50" dirty="0">
                <a:latin typeface="BirkaLTPro-Regular"/>
                <a:cs typeface="Tahoma"/>
              </a:rPr>
              <a:t> </a:t>
            </a:r>
            <a:r>
              <a:rPr lang="pt-BR" sz="2600" spc="-10" dirty="0">
                <a:latin typeface="BirkaLTPro-Regular"/>
                <a:cs typeface="Tahoma"/>
              </a:rPr>
              <a:t>“forte”.</a:t>
            </a:r>
            <a:endParaRPr lang="pt-BR" sz="2600" dirty="0">
              <a:latin typeface="BirkaLTPro-Regular"/>
              <a:cs typeface="Tahoma"/>
            </a:endParaRPr>
          </a:p>
          <a:p>
            <a:pPr marL="469900" indent="-457200">
              <a:spcBef>
                <a:spcPts val="2160"/>
              </a:spcBef>
              <a:buClr>
                <a:srgbClr val="2D1500"/>
              </a:buClr>
              <a:buFont typeface="Arial" panose="020B0604020202020204" pitchFamily="34" charset="0"/>
              <a:buChar char="•"/>
              <a:tabLst>
                <a:tab pos="285115" algn="l"/>
              </a:tabLst>
            </a:pPr>
            <a:r>
              <a:rPr lang="pt-BR" sz="2600" dirty="0">
                <a:latin typeface="BirkaLTPro-Regular"/>
                <a:cs typeface="Tahoma"/>
              </a:rPr>
              <a:t>O</a:t>
            </a:r>
            <a:r>
              <a:rPr lang="pt-BR" sz="2600" spc="-5" dirty="0">
                <a:latin typeface="BirkaLTPro-Regular"/>
                <a:cs typeface="Tahoma"/>
              </a:rPr>
              <a:t> </a:t>
            </a:r>
            <a:r>
              <a:rPr lang="pt-BR" sz="2600" u="sng" spc="-20" dirty="0">
                <a:uFill>
                  <a:solidFill>
                    <a:srgbClr val="713400"/>
                  </a:solidFill>
                </a:uFill>
                <a:latin typeface="BirkaLTPro-Regular"/>
                <a:cs typeface="Tahoma"/>
              </a:rPr>
              <a:t>objeto-</a:t>
            </a:r>
            <a:r>
              <a:rPr lang="pt-BR" sz="2600" u="sng" dirty="0">
                <a:uFill>
                  <a:solidFill>
                    <a:srgbClr val="713400"/>
                  </a:solidFill>
                </a:uFill>
                <a:latin typeface="BirkaLTPro-Regular"/>
                <a:cs typeface="Tahoma"/>
              </a:rPr>
              <a:t>parte</a:t>
            </a:r>
            <a:r>
              <a:rPr lang="pt-BR" sz="2600" spc="30" dirty="0">
                <a:latin typeface="BirkaLTPro-Regular"/>
                <a:cs typeface="Tahoma"/>
              </a:rPr>
              <a:t> </a:t>
            </a:r>
            <a:r>
              <a:rPr lang="pt-BR" sz="2600" dirty="0">
                <a:latin typeface="BirkaLTPro-Regular"/>
                <a:cs typeface="Tahoma"/>
              </a:rPr>
              <a:t>não</a:t>
            </a:r>
            <a:r>
              <a:rPr lang="pt-BR" sz="2600" spc="-20" dirty="0">
                <a:latin typeface="BirkaLTPro-Regular"/>
                <a:cs typeface="Tahoma"/>
              </a:rPr>
              <a:t> </a:t>
            </a:r>
            <a:r>
              <a:rPr lang="pt-BR" sz="2600" dirty="0">
                <a:latin typeface="BirkaLTPro-Regular"/>
                <a:cs typeface="Tahoma"/>
              </a:rPr>
              <a:t>pode</a:t>
            </a:r>
            <a:r>
              <a:rPr lang="pt-BR" sz="2600" spc="5" dirty="0">
                <a:latin typeface="BirkaLTPro-Regular"/>
                <a:cs typeface="Tahoma"/>
              </a:rPr>
              <a:t> </a:t>
            </a:r>
            <a:r>
              <a:rPr lang="pt-BR" sz="2600" dirty="0">
                <a:latin typeface="BirkaLTPro-Regular"/>
                <a:cs typeface="Tahoma"/>
              </a:rPr>
              <a:t>existir sem o</a:t>
            </a:r>
            <a:r>
              <a:rPr lang="pt-BR" sz="2600" spc="-10" dirty="0">
                <a:latin typeface="BirkaLTPro-Regular"/>
                <a:cs typeface="Tahoma"/>
              </a:rPr>
              <a:t> </a:t>
            </a:r>
            <a:r>
              <a:rPr lang="pt-BR" sz="2600" u="sng" spc="-20" dirty="0">
                <a:uFill>
                  <a:solidFill>
                    <a:srgbClr val="713400"/>
                  </a:solidFill>
                </a:uFill>
                <a:latin typeface="BirkaLTPro-Regular"/>
                <a:cs typeface="Tahoma"/>
              </a:rPr>
              <a:t>objeto-</a:t>
            </a:r>
            <a:r>
              <a:rPr lang="pt-BR" sz="2600" u="sng" spc="-10" dirty="0">
                <a:uFill>
                  <a:solidFill>
                    <a:srgbClr val="713400"/>
                  </a:solidFill>
                </a:uFill>
                <a:latin typeface="BirkaLTPro-Regular"/>
                <a:cs typeface="Tahoma"/>
              </a:rPr>
              <a:t>todo</a:t>
            </a:r>
            <a:r>
              <a:rPr lang="pt-BR" sz="2600" spc="-10" dirty="0">
                <a:latin typeface="BirkaLTPro-Regular"/>
                <a:cs typeface="Tahoma"/>
              </a:rPr>
              <a:t>.</a:t>
            </a:r>
            <a:endParaRPr lang="pt-BR" sz="2600" dirty="0">
              <a:latin typeface="BirkaLTPro-Regular"/>
              <a:cs typeface="Tahoma"/>
            </a:endParaRPr>
          </a:p>
          <a:p>
            <a:pPr marL="469900" indent="-457200">
              <a:spcBef>
                <a:spcPts val="2160"/>
              </a:spcBef>
              <a:buClr>
                <a:srgbClr val="2D1500"/>
              </a:buClr>
              <a:buFont typeface="Arial" panose="020B0604020202020204" pitchFamily="34" charset="0"/>
              <a:buChar char="•"/>
              <a:tabLst>
                <a:tab pos="285115" algn="l"/>
              </a:tabLst>
            </a:pPr>
            <a:r>
              <a:rPr lang="pt-BR" sz="2600" dirty="0">
                <a:latin typeface="BirkaLTPro-Regular"/>
                <a:cs typeface="Tahoma"/>
              </a:rPr>
              <a:t>Se</a:t>
            </a:r>
            <a:r>
              <a:rPr lang="pt-BR" sz="2600" spc="-10" dirty="0">
                <a:latin typeface="BirkaLTPro-Regular"/>
                <a:cs typeface="Tahoma"/>
              </a:rPr>
              <a:t> </a:t>
            </a:r>
            <a:r>
              <a:rPr lang="pt-BR" sz="2600" dirty="0">
                <a:latin typeface="BirkaLTPro-Regular"/>
                <a:cs typeface="Tahoma"/>
              </a:rPr>
              <a:t>o</a:t>
            </a:r>
            <a:r>
              <a:rPr lang="pt-BR" sz="2600" spc="-15" dirty="0">
                <a:latin typeface="BirkaLTPro-Regular"/>
                <a:cs typeface="Tahoma"/>
              </a:rPr>
              <a:t> </a:t>
            </a:r>
            <a:r>
              <a:rPr lang="pt-BR" sz="2600" u="sng" spc="-20" dirty="0">
                <a:uFill>
                  <a:solidFill>
                    <a:srgbClr val="713400"/>
                  </a:solidFill>
                </a:uFill>
                <a:latin typeface="BirkaLTPro-Regular"/>
                <a:cs typeface="Tahoma"/>
              </a:rPr>
              <a:t>objeto-</a:t>
            </a:r>
            <a:r>
              <a:rPr lang="pt-BR" sz="2600" u="sng" dirty="0">
                <a:uFill>
                  <a:solidFill>
                    <a:srgbClr val="713400"/>
                  </a:solidFill>
                </a:uFill>
                <a:latin typeface="BirkaLTPro-Regular"/>
                <a:cs typeface="Tahoma"/>
              </a:rPr>
              <a:t>todo</a:t>
            </a:r>
            <a:r>
              <a:rPr lang="pt-BR" sz="2600" dirty="0">
                <a:latin typeface="BirkaLTPro-Regular"/>
                <a:cs typeface="Tahoma"/>
              </a:rPr>
              <a:t> for</a:t>
            </a:r>
            <a:r>
              <a:rPr lang="pt-BR" sz="2600" spc="-15" dirty="0">
                <a:latin typeface="BirkaLTPro-Regular"/>
                <a:cs typeface="Tahoma"/>
              </a:rPr>
              <a:t> </a:t>
            </a:r>
            <a:r>
              <a:rPr lang="pt-BR" sz="2600" dirty="0">
                <a:latin typeface="BirkaLTPro-Regular"/>
                <a:cs typeface="Tahoma"/>
              </a:rPr>
              <a:t>destruído,</a:t>
            </a:r>
            <a:r>
              <a:rPr lang="pt-BR" sz="2600" spc="-5" dirty="0">
                <a:latin typeface="BirkaLTPro-Regular"/>
                <a:cs typeface="Tahoma"/>
              </a:rPr>
              <a:t> </a:t>
            </a:r>
            <a:r>
              <a:rPr lang="pt-BR" sz="2600" dirty="0">
                <a:latin typeface="BirkaLTPro-Regular"/>
                <a:cs typeface="Tahoma"/>
              </a:rPr>
              <a:t>o</a:t>
            </a:r>
            <a:r>
              <a:rPr lang="pt-BR" sz="2600" spc="-15" dirty="0">
                <a:latin typeface="BirkaLTPro-Regular"/>
                <a:cs typeface="Tahoma"/>
              </a:rPr>
              <a:t> </a:t>
            </a:r>
            <a:r>
              <a:rPr lang="pt-BR" sz="2600" u="sng" spc="-20" dirty="0">
                <a:uFill>
                  <a:solidFill>
                    <a:srgbClr val="713400"/>
                  </a:solidFill>
                </a:uFill>
                <a:latin typeface="BirkaLTPro-Regular"/>
                <a:cs typeface="Tahoma"/>
              </a:rPr>
              <a:t>objeto-</a:t>
            </a:r>
            <a:r>
              <a:rPr lang="pt-BR" sz="2600" u="sng" dirty="0">
                <a:uFill>
                  <a:solidFill>
                    <a:srgbClr val="713400"/>
                  </a:solidFill>
                </a:uFill>
                <a:latin typeface="BirkaLTPro-Regular"/>
                <a:cs typeface="Tahoma"/>
              </a:rPr>
              <a:t>parte</a:t>
            </a:r>
            <a:r>
              <a:rPr lang="pt-BR" sz="2600" spc="25" dirty="0">
                <a:latin typeface="BirkaLTPro-Regular"/>
                <a:cs typeface="Tahoma"/>
              </a:rPr>
              <a:t> </a:t>
            </a:r>
            <a:r>
              <a:rPr lang="pt-BR" sz="2600" dirty="0">
                <a:latin typeface="BirkaLTPro-Regular"/>
                <a:cs typeface="Tahoma"/>
              </a:rPr>
              <a:t>também</a:t>
            </a:r>
            <a:r>
              <a:rPr lang="pt-BR" sz="2600" spc="-5" dirty="0">
                <a:latin typeface="BirkaLTPro-Regular"/>
                <a:cs typeface="Tahoma"/>
              </a:rPr>
              <a:t> </a:t>
            </a:r>
            <a:r>
              <a:rPr lang="pt-BR" sz="2600" spc="-10" dirty="0">
                <a:latin typeface="BirkaLTPro-Regular"/>
                <a:cs typeface="Tahoma"/>
              </a:rPr>
              <a:t>será.</a:t>
            </a:r>
            <a:endParaRPr lang="pt-BR" sz="2600" dirty="0">
              <a:latin typeface="BirkaLTPro-Regular"/>
              <a:cs typeface="Tahoma"/>
            </a:endParaRPr>
          </a:p>
        </p:txBody>
      </p:sp>
      <p:pic>
        <p:nvPicPr>
          <p:cNvPr id="10" name="object 6"/>
          <p:cNvPicPr/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679234" y="4099609"/>
            <a:ext cx="5755126" cy="1605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33389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DCF66B-796A-FF5B-9DA8-795468FA7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DB2F7B76-7135-9D19-BDD9-E70B1A3B2D60}"/>
              </a:ext>
            </a:extLst>
          </p:cNvPr>
          <p:cNvSpPr txBox="1"/>
          <p:nvPr/>
        </p:nvSpPr>
        <p:spPr>
          <a:xfrm>
            <a:off x="327198" y="389493"/>
            <a:ext cx="7552206" cy="473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07000"/>
              </a:lnSpc>
              <a:spcAft>
                <a:spcPts val="800"/>
              </a:spcAft>
              <a:tabLst>
                <a:tab pos="914400" algn="l"/>
              </a:tabLst>
            </a:pPr>
            <a:r>
              <a:rPr lang="pt-BR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Diagrama de Classes (</a:t>
            </a:r>
            <a:r>
              <a:rPr lang="pt-BR" sz="24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Class</a:t>
            </a:r>
            <a:r>
              <a:rPr lang="pt-BR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pt-BR" sz="24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Diagram</a:t>
            </a:r>
            <a:r>
              <a:rPr lang="pt-BR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2" name="object 5">
            <a:extLst>
              <a:ext uri="{FF2B5EF4-FFF2-40B4-BE49-F238E27FC236}">
                <a16:creationId xmlns:a16="http://schemas.microsoft.com/office/drawing/2014/main" id="{29F7DA7C-998B-85E5-6DBB-8C6FAEE7D542}"/>
              </a:ext>
            </a:extLst>
          </p:cNvPr>
          <p:cNvSpPr txBox="1"/>
          <p:nvPr/>
        </p:nvSpPr>
        <p:spPr>
          <a:xfrm>
            <a:off x="416211" y="1067562"/>
            <a:ext cx="11042971" cy="421910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065" marR="5080">
              <a:lnSpc>
                <a:spcPct val="100000"/>
              </a:lnSpc>
              <a:spcBef>
                <a:spcPts val="100"/>
              </a:spcBef>
              <a:buClr>
                <a:srgbClr val="2D1500"/>
              </a:buClr>
              <a:tabLst>
                <a:tab pos="285750" algn="l"/>
              </a:tabLst>
            </a:pPr>
            <a:r>
              <a:rPr lang="pt-BR" sz="2600" b="1" dirty="0">
                <a:latin typeface="BirkaLTPro-Regular"/>
                <a:cs typeface="Tahoma"/>
              </a:rPr>
              <a:t>Especialização/Generalização</a:t>
            </a:r>
          </a:p>
        </p:txBody>
      </p:sp>
      <p:sp>
        <p:nvSpPr>
          <p:cNvPr id="3" name="object 5">
            <a:extLst>
              <a:ext uri="{FF2B5EF4-FFF2-40B4-BE49-F238E27FC236}">
                <a16:creationId xmlns:a16="http://schemas.microsoft.com/office/drawing/2014/main" id="{38FFB04E-EE5B-B323-2DF5-71366DBB046A}"/>
              </a:ext>
            </a:extLst>
          </p:cNvPr>
          <p:cNvSpPr txBox="1"/>
          <p:nvPr/>
        </p:nvSpPr>
        <p:spPr>
          <a:xfrm>
            <a:off x="934840" y="1975668"/>
            <a:ext cx="10789248" cy="1377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buClr>
                <a:srgbClr val="2D1500"/>
              </a:buClr>
              <a:tabLst>
                <a:tab pos="285115" algn="l"/>
              </a:tabLst>
            </a:pPr>
            <a:r>
              <a:rPr lang="pt-BR" sz="2650" spc="-35" dirty="0">
                <a:latin typeface="BirkaLTPro-Regular"/>
                <a:cs typeface="Tahoma"/>
              </a:rPr>
              <a:t>Tem </a:t>
            </a:r>
            <a:r>
              <a:rPr lang="pt-BR" sz="2650" dirty="0">
                <a:latin typeface="BirkaLTPro-Regular"/>
                <a:cs typeface="Tahoma"/>
              </a:rPr>
              <a:t>como</a:t>
            </a:r>
            <a:r>
              <a:rPr lang="pt-BR" sz="2650" spc="-35" dirty="0">
                <a:latin typeface="BirkaLTPro-Regular"/>
                <a:cs typeface="Tahoma"/>
              </a:rPr>
              <a:t> </a:t>
            </a:r>
            <a:r>
              <a:rPr lang="pt-BR" sz="2650" dirty="0">
                <a:latin typeface="BirkaLTPro-Regular"/>
                <a:cs typeface="Tahoma"/>
              </a:rPr>
              <a:t>objetivo</a:t>
            </a:r>
            <a:r>
              <a:rPr lang="pt-BR" sz="2650" spc="-30" dirty="0">
                <a:latin typeface="BirkaLTPro-Regular"/>
                <a:cs typeface="Tahoma"/>
              </a:rPr>
              <a:t> </a:t>
            </a:r>
            <a:r>
              <a:rPr lang="pt-BR" sz="2650" dirty="0">
                <a:latin typeface="BirkaLTPro-Regular"/>
                <a:cs typeface="Tahoma"/>
              </a:rPr>
              <a:t>identificar</a:t>
            </a:r>
            <a:r>
              <a:rPr lang="pt-BR" sz="2650" spc="-10" dirty="0">
                <a:latin typeface="BirkaLTPro-Regular"/>
                <a:cs typeface="Tahoma"/>
              </a:rPr>
              <a:t> classes-</a:t>
            </a:r>
            <a:r>
              <a:rPr lang="pt-BR" sz="2650" dirty="0">
                <a:latin typeface="BirkaLTPro-Regular"/>
                <a:cs typeface="Tahoma"/>
              </a:rPr>
              <a:t>mãe,</a:t>
            </a:r>
            <a:r>
              <a:rPr lang="pt-BR" sz="2650" spc="-25" dirty="0">
                <a:latin typeface="BirkaLTPro-Regular"/>
                <a:cs typeface="Tahoma"/>
              </a:rPr>
              <a:t> </a:t>
            </a:r>
            <a:r>
              <a:rPr lang="pt-BR" sz="2650" dirty="0">
                <a:latin typeface="BirkaLTPro-Regular"/>
                <a:cs typeface="Tahoma"/>
              </a:rPr>
              <a:t>denominadas</a:t>
            </a:r>
            <a:r>
              <a:rPr lang="pt-BR" sz="2650" spc="-30" dirty="0">
                <a:latin typeface="BirkaLTPro-Regular"/>
                <a:cs typeface="Tahoma"/>
              </a:rPr>
              <a:t> </a:t>
            </a:r>
            <a:r>
              <a:rPr lang="pt-BR" sz="2650" dirty="0">
                <a:latin typeface="BirkaLTPro-Regular"/>
                <a:cs typeface="Tahoma"/>
              </a:rPr>
              <a:t>de</a:t>
            </a:r>
            <a:r>
              <a:rPr lang="pt-BR" sz="2650" spc="-15" dirty="0">
                <a:latin typeface="BirkaLTPro-Regular"/>
                <a:cs typeface="Tahoma"/>
              </a:rPr>
              <a:t> </a:t>
            </a:r>
            <a:r>
              <a:rPr lang="pt-BR" sz="2650" dirty="0">
                <a:latin typeface="BirkaLTPro-Regular"/>
                <a:cs typeface="Tahoma"/>
              </a:rPr>
              <a:t>gerais,</a:t>
            </a:r>
            <a:r>
              <a:rPr lang="pt-BR" sz="2650" spc="-20" dirty="0">
                <a:latin typeface="BirkaLTPro-Regular"/>
                <a:cs typeface="Tahoma"/>
              </a:rPr>
              <a:t> </a:t>
            </a:r>
            <a:r>
              <a:rPr lang="pt-BR" sz="2650" dirty="0">
                <a:latin typeface="BirkaLTPro-Regular"/>
                <a:cs typeface="Tahoma"/>
              </a:rPr>
              <a:t>e</a:t>
            </a:r>
            <a:r>
              <a:rPr lang="pt-BR" sz="2650" spc="-25" dirty="0">
                <a:latin typeface="BirkaLTPro-Regular"/>
                <a:cs typeface="Tahoma"/>
              </a:rPr>
              <a:t> </a:t>
            </a:r>
            <a:r>
              <a:rPr lang="pt-BR" sz="2650" spc="-10" dirty="0">
                <a:latin typeface="BirkaLTPro-Regular"/>
                <a:cs typeface="Tahoma"/>
              </a:rPr>
              <a:t>classes-filha </a:t>
            </a:r>
            <a:r>
              <a:rPr lang="pt-BR" sz="2650" dirty="0">
                <a:latin typeface="BirkaLTPro-Regular"/>
                <a:cs typeface="Tahoma"/>
              </a:rPr>
              <a:t>chamadas</a:t>
            </a:r>
            <a:r>
              <a:rPr lang="pt-BR" sz="2650" spc="-45" dirty="0">
                <a:latin typeface="BirkaLTPro-Regular"/>
                <a:cs typeface="Tahoma"/>
              </a:rPr>
              <a:t> </a:t>
            </a:r>
            <a:r>
              <a:rPr lang="pt-BR" sz="2650" dirty="0">
                <a:latin typeface="BirkaLTPro-Regular"/>
                <a:cs typeface="Tahoma"/>
              </a:rPr>
              <a:t>de</a:t>
            </a:r>
            <a:r>
              <a:rPr lang="pt-BR" sz="2650" spc="-20" dirty="0">
                <a:latin typeface="BirkaLTPro-Regular"/>
                <a:cs typeface="Tahoma"/>
              </a:rPr>
              <a:t> </a:t>
            </a:r>
            <a:r>
              <a:rPr lang="pt-BR" sz="2650" spc="-10" dirty="0">
                <a:latin typeface="BirkaLTPro-Regular"/>
                <a:cs typeface="Tahoma"/>
              </a:rPr>
              <a:t>especializadas;</a:t>
            </a:r>
            <a:endParaRPr lang="pt-BR" sz="2650" dirty="0">
              <a:latin typeface="BirkaLTPro-Regular"/>
              <a:cs typeface="Tahoma"/>
            </a:endParaRPr>
          </a:p>
          <a:p>
            <a:pPr marL="12700">
              <a:spcBef>
                <a:spcPts val="1080"/>
              </a:spcBef>
              <a:buClr>
                <a:srgbClr val="2D1500"/>
              </a:buClr>
              <a:tabLst>
                <a:tab pos="285115" algn="l"/>
              </a:tabLst>
            </a:pPr>
            <a:r>
              <a:rPr lang="pt-BR" sz="2650" dirty="0">
                <a:latin typeface="BirkaLTPro-Regular"/>
                <a:cs typeface="Tahoma"/>
              </a:rPr>
              <a:t>São</a:t>
            </a:r>
            <a:r>
              <a:rPr lang="pt-BR" sz="2650" spc="-35" dirty="0">
                <a:latin typeface="BirkaLTPro-Regular"/>
                <a:cs typeface="Tahoma"/>
              </a:rPr>
              <a:t> </a:t>
            </a:r>
            <a:r>
              <a:rPr lang="pt-BR" sz="2650" dirty="0">
                <a:latin typeface="BirkaLTPro-Regular"/>
                <a:cs typeface="Tahoma"/>
              </a:rPr>
              <a:t>chamados</a:t>
            </a:r>
            <a:r>
              <a:rPr lang="pt-BR" sz="2650" spc="-40" dirty="0">
                <a:latin typeface="BirkaLTPro-Regular"/>
                <a:cs typeface="Tahoma"/>
              </a:rPr>
              <a:t> </a:t>
            </a:r>
            <a:r>
              <a:rPr lang="pt-BR" sz="2650" dirty="0">
                <a:latin typeface="BirkaLTPro-Regular"/>
                <a:cs typeface="Tahoma"/>
              </a:rPr>
              <a:t>de</a:t>
            </a:r>
            <a:r>
              <a:rPr lang="pt-BR" sz="2650" spc="-15" dirty="0">
                <a:latin typeface="BirkaLTPro-Regular"/>
                <a:cs typeface="Tahoma"/>
              </a:rPr>
              <a:t> </a:t>
            </a:r>
            <a:r>
              <a:rPr lang="pt-BR" sz="2650" dirty="0">
                <a:latin typeface="BirkaLTPro-Regular"/>
                <a:cs typeface="Tahoma"/>
              </a:rPr>
              <a:t>relacionamentos</a:t>
            </a:r>
            <a:r>
              <a:rPr lang="pt-BR" sz="2650" spc="-40" dirty="0">
                <a:latin typeface="BirkaLTPro-Regular"/>
                <a:cs typeface="Tahoma"/>
              </a:rPr>
              <a:t> </a:t>
            </a:r>
            <a:r>
              <a:rPr lang="pt-BR" sz="2650" dirty="0">
                <a:latin typeface="BirkaLTPro-Regular"/>
                <a:cs typeface="Tahoma"/>
              </a:rPr>
              <a:t>“é</a:t>
            </a:r>
            <a:r>
              <a:rPr lang="pt-BR" sz="2650" spc="-25" dirty="0">
                <a:latin typeface="BirkaLTPro-Regular"/>
                <a:cs typeface="Tahoma"/>
              </a:rPr>
              <a:t> </a:t>
            </a:r>
            <a:r>
              <a:rPr lang="pt-BR" sz="2650" dirty="0">
                <a:latin typeface="BirkaLTPro-Regular"/>
                <a:cs typeface="Tahoma"/>
              </a:rPr>
              <a:t>um</a:t>
            </a:r>
            <a:r>
              <a:rPr lang="pt-BR" sz="2650" spc="-30" dirty="0">
                <a:latin typeface="BirkaLTPro-Regular"/>
                <a:cs typeface="Tahoma"/>
              </a:rPr>
              <a:t> </a:t>
            </a:r>
            <a:r>
              <a:rPr lang="pt-BR" sz="2650" dirty="0">
                <a:latin typeface="BirkaLTPro-Regular"/>
                <a:cs typeface="Tahoma"/>
              </a:rPr>
              <a:t>tipo</a:t>
            </a:r>
            <a:r>
              <a:rPr lang="pt-BR" sz="2650" spc="-35" dirty="0">
                <a:latin typeface="BirkaLTPro-Regular"/>
                <a:cs typeface="Tahoma"/>
              </a:rPr>
              <a:t> </a:t>
            </a:r>
            <a:r>
              <a:rPr lang="pt-BR" sz="2650" spc="-20" dirty="0">
                <a:latin typeface="BirkaLTPro-Regular"/>
                <a:cs typeface="Tahoma"/>
              </a:rPr>
              <a:t>de”.</a:t>
            </a:r>
            <a:endParaRPr lang="pt-BR" sz="2650" dirty="0">
              <a:latin typeface="BirkaLTPro-Regular"/>
              <a:cs typeface="Tahoma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1309" y="3780663"/>
            <a:ext cx="4562475" cy="200977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926155" y="3505033"/>
            <a:ext cx="4797933" cy="2691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584931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C49302-1589-F6F2-8CCD-042FE61EB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8DEC3125-8008-7337-511D-153D152A3BEC}"/>
              </a:ext>
            </a:extLst>
          </p:cNvPr>
          <p:cNvSpPr txBox="1"/>
          <p:nvPr/>
        </p:nvSpPr>
        <p:spPr>
          <a:xfrm>
            <a:off x="327198" y="389493"/>
            <a:ext cx="7552206" cy="473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07000"/>
              </a:lnSpc>
              <a:spcAft>
                <a:spcPts val="800"/>
              </a:spcAft>
              <a:tabLst>
                <a:tab pos="914400" algn="l"/>
              </a:tabLst>
            </a:pPr>
            <a:r>
              <a:rPr lang="pt-BR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Diagrama de Classes (</a:t>
            </a:r>
            <a:r>
              <a:rPr lang="pt-BR" sz="24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Class</a:t>
            </a:r>
            <a:r>
              <a:rPr lang="pt-BR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pt-BR" sz="24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Diagram</a:t>
            </a:r>
            <a:r>
              <a:rPr lang="pt-BR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2" name="object 5">
            <a:extLst>
              <a:ext uri="{FF2B5EF4-FFF2-40B4-BE49-F238E27FC236}">
                <a16:creationId xmlns:a16="http://schemas.microsoft.com/office/drawing/2014/main" id="{54A15FC1-704C-A864-D035-41BD10E833C3}"/>
              </a:ext>
            </a:extLst>
          </p:cNvPr>
          <p:cNvSpPr txBox="1"/>
          <p:nvPr/>
        </p:nvSpPr>
        <p:spPr>
          <a:xfrm>
            <a:off x="416211" y="1067562"/>
            <a:ext cx="11042971" cy="421910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065" marR="5080">
              <a:lnSpc>
                <a:spcPct val="100000"/>
              </a:lnSpc>
              <a:spcBef>
                <a:spcPts val="100"/>
              </a:spcBef>
              <a:buClr>
                <a:srgbClr val="2D1500"/>
              </a:buClr>
              <a:tabLst>
                <a:tab pos="285750" algn="l"/>
              </a:tabLst>
            </a:pPr>
            <a:r>
              <a:rPr lang="pt-BR" sz="2600" b="1" dirty="0">
                <a:latin typeface="BirkaLTPro-Regular"/>
                <a:cs typeface="Tahoma"/>
              </a:rPr>
              <a:t>Dependência</a:t>
            </a:r>
          </a:p>
        </p:txBody>
      </p:sp>
      <p:sp>
        <p:nvSpPr>
          <p:cNvPr id="3" name="object 5">
            <a:extLst>
              <a:ext uri="{FF2B5EF4-FFF2-40B4-BE49-F238E27FC236}">
                <a16:creationId xmlns:a16="http://schemas.microsoft.com/office/drawing/2014/main" id="{A823B8C6-5800-5335-D48C-6DD8098DAFDF}"/>
              </a:ext>
            </a:extLst>
          </p:cNvPr>
          <p:cNvSpPr txBox="1"/>
          <p:nvPr/>
        </p:nvSpPr>
        <p:spPr>
          <a:xfrm>
            <a:off x="934840" y="1975668"/>
            <a:ext cx="10789248" cy="232114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spcBef>
                <a:spcPts val="700"/>
              </a:spcBef>
              <a:buClr>
                <a:srgbClr val="2D1500"/>
              </a:buClr>
              <a:tabLst>
                <a:tab pos="285115" algn="l"/>
              </a:tabLst>
            </a:pPr>
            <a:r>
              <a:rPr lang="pt-BR" sz="2800" dirty="0">
                <a:latin typeface="BirkaLTPro-Regular"/>
                <a:cs typeface="Tahoma"/>
              </a:rPr>
              <a:t>Como</a:t>
            </a:r>
            <a:r>
              <a:rPr lang="pt-BR" sz="2800" spc="-45" dirty="0">
                <a:latin typeface="BirkaLTPro-Regular"/>
                <a:cs typeface="Tahoma"/>
              </a:rPr>
              <a:t> </a:t>
            </a:r>
            <a:r>
              <a:rPr lang="pt-BR" sz="2800" dirty="0">
                <a:latin typeface="BirkaLTPro-Regular"/>
                <a:cs typeface="Tahoma"/>
              </a:rPr>
              <a:t>o</a:t>
            </a:r>
            <a:r>
              <a:rPr lang="pt-BR" sz="2800" spc="-30" dirty="0">
                <a:latin typeface="BirkaLTPro-Regular"/>
                <a:cs typeface="Tahoma"/>
              </a:rPr>
              <a:t> </a:t>
            </a:r>
            <a:r>
              <a:rPr lang="pt-BR" sz="2800" dirty="0">
                <a:latin typeface="BirkaLTPro-Regular"/>
                <a:cs typeface="Tahoma"/>
              </a:rPr>
              <a:t>nome</a:t>
            </a:r>
            <a:r>
              <a:rPr lang="pt-BR" sz="2800" spc="-30" dirty="0">
                <a:latin typeface="BirkaLTPro-Regular"/>
                <a:cs typeface="Tahoma"/>
              </a:rPr>
              <a:t> </a:t>
            </a:r>
            <a:r>
              <a:rPr lang="pt-BR" sz="2800" dirty="0">
                <a:latin typeface="BirkaLTPro-Regular"/>
                <a:cs typeface="Tahoma"/>
              </a:rPr>
              <a:t>sugere,</a:t>
            </a:r>
            <a:r>
              <a:rPr lang="pt-BR" sz="2800" spc="-25" dirty="0">
                <a:latin typeface="BirkaLTPro-Regular"/>
                <a:cs typeface="Tahoma"/>
              </a:rPr>
              <a:t> </a:t>
            </a:r>
            <a:r>
              <a:rPr lang="pt-BR" sz="2800" dirty="0">
                <a:latin typeface="BirkaLTPro-Regular"/>
                <a:cs typeface="Tahoma"/>
              </a:rPr>
              <a:t>indica</a:t>
            </a:r>
            <a:r>
              <a:rPr lang="pt-BR" sz="2800" spc="-25" dirty="0">
                <a:latin typeface="BirkaLTPro-Regular"/>
                <a:cs typeface="Tahoma"/>
              </a:rPr>
              <a:t> </a:t>
            </a:r>
            <a:r>
              <a:rPr lang="pt-BR" sz="2800" dirty="0">
                <a:latin typeface="BirkaLTPro-Regular"/>
                <a:cs typeface="Tahoma"/>
              </a:rPr>
              <a:t>um</a:t>
            </a:r>
            <a:r>
              <a:rPr lang="pt-BR" sz="2800" spc="-40" dirty="0">
                <a:latin typeface="BirkaLTPro-Regular"/>
                <a:cs typeface="Tahoma"/>
              </a:rPr>
              <a:t> </a:t>
            </a:r>
            <a:r>
              <a:rPr lang="pt-BR" sz="2800" dirty="0">
                <a:latin typeface="BirkaLTPro-Regular"/>
                <a:cs typeface="Tahoma"/>
              </a:rPr>
              <a:t>grau</a:t>
            </a:r>
            <a:r>
              <a:rPr lang="pt-BR" sz="2800" spc="-20" dirty="0">
                <a:latin typeface="BirkaLTPro-Regular"/>
                <a:cs typeface="Tahoma"/>
              </a:rPr>
              <a:t> </a:t>
            </a:r>
            <a:r>
              <a:rPr lang="pt-BR" sz="2800" dirty="0">
                <a:latin typeface="BirkaLTPro-Regular"/>
                <a:cs typeface="Tahoma"/>
              </a:rPr>
              <a:t>de</a:t>
            </a:r>
            <a:r>
              <a:rPr lang="pt-BR" sz="2800" spc="-15" dirty="0">
                <a:latin typeface="BirkaLTPro-Regular"/>
                <a:cs typeface="Tahoma"/>
              </a:rPr>
              <a:t> </a:t>
            </a:r>
            <a:r>
              <a:rPr lang="pt-BR" sz="2800" dirty="0">
                <a:latin typeface="BirkaLTPro-Regular"/>
                <a:cs typeface="Tahoma"/>
              </a:rPr>
              <a:t>dependência</a:t>
            </a:r>
            <a:r>
              <a:rPr lang="pt-BR" sz="2800" spc="-40" dirty="0">
                <a:latin typeface="BirkaLTPro-Regular"/>
                <a:cs typeface="Tahoma"/>
              </a:rPr>
              <a:t> </a:t>
            </a:r>
            <a:r>
              <a:rPr lang="pt-BR" sz="2800" dirty="0">
                <a:latin typeface="BirkaLTPro-Regular"/>
                <a:cs typeface="Tahoma"/>
              </a:rPr>
              <a:t>entre</a:t>
            </a:r>
            <a:r>
              <a:rPr lang="pt-BR" sz="2800" spc="-25" dirty="0">
                <a:latin typeface="BirkaLTPro-Regular"/>
                <a:cs typeface="Tahoma"/>
              </a:rPr>
              <a:t> </a:t>
            </a:r>
            <a:r>
              <a:rPr lang="pt-BR" sz="2800" dirty="0">
                <a:latin typeface="BirkaLTPro-Regular"/>
                <a:cs typeface="Tahoma"/>
              </a:rPr>
              <a:t>uma</a:t>
            </a:r>
            <a:r>
              <a:rPr lang="pt-BR" sz="2800" spc="-30" dirty="0">
                <a:latin typeface="BirkaLTPro-Regular"/>
                <a:cs typeface="Tahoma"/>
              </a:rPr>
              <a:t> </a:t>
            </a:r>
            <a:r>
              <a:rPr lang="pt-BR" sz="2800" dirty="0">
                <a:latin typeface="BirkaLTPro-Regular"/>
                <a:cs typeface="Tahoma"/>
              </a:rPr>
              <a:t>classe</a:t>
            </a:r>
            <a:r>
              <a:rPr lang="pt-BR" sz="2800" spc="-25" dirty="0">
                <a:latin typeface="BirkaLTPro-Regular"/>
                <a:cs typeface="Tahoma"/>
              </a:rPr>
              <a:t> </a:t>
            </a:r>
            <a:r>
              <a:rPr lang="pt-BR" sz="2800" dirty="0">
                <a:latin typeface="BirkaLTPro-Regular"/>
                <a:cs typeface="Tahoma"/>
              </a:rPr>
              <a:t>e</a:t>
            </a:r>
            <a:r>
              <a:rPr lang="pt-BR" sz="2800" spc="-25" dirty="0">
                <a:latin typeface="BirkaLTPro-Regular"/>
                <a:cs typeface="Tahoma"/>
              </a:rPr>
              <a:t> </a:t>
            </a:r>
            <a:r>
              <a:rPr lang="pt-BR" sz="2800" spc="-10" dirty="0">
                <a:latin typeface="BirkaLTPro-Regular"/>
                <a:cs typeface="Tahoma"/>
              </a:rPr>
              <a:t>outra.</a:t>
            </a:r>
            <a:endParaRPr lang="pt-BR" sz="2800" dirty="0">
              <a:latin typeface="BirkaLTPro-Regular"/>
              <a:cs typeface="Tahoma"/>
            </a:endParaRPr>
          </a:p>
          <a:p>
            <a:pPr marL="12065" marR="5080" algn="just">
              <a:spcBef>
                <a:spcPts val="600"/>
              </a:spcBef>
              <a:buClr>
                <a:srgbClr val="2D1500"/>
              </a:buClr>
              <a:tabLst>
                <a:tab pos="285750" algn="l"/>
              </a:tabLst>
            </a:pPr>
            <a:r>
              <a:rPr lang="pt-BR" sz="2800" dirty="0">
                <a:latin typeface="BirkaLTPro-Regular"/>
                <a:cs typeface="Tahoma"/>
              </a:rPr>
              <a:t>Uma</a:t>
            </a:r>
            <a:r>
              <a:rPr lang="pt-BR" sz="2800" spc="45" dirty="0">
                <a:latin typeface="BirkaLTPro-Regular"/>
                <a:cs typeface="Tahoma"/>
              </a:rPr>
              <a:t> </a:t>
            </a:r>
            <a:r>
              <a:rPr lang="pt-BR" sz="2800" dirty="0">
                <a:latin typeface="BirkaLTPro-Regular"/>
                <a:cs typeface="Tahoma"/>
              </a:rPr>
              <a:t>dependência</a:t>
            </a:r>
            <a:r>
              <a:rPr lang="pt-BR" sz="2800" spc="45" dirty="0">
                <a:latin typeface="BirkaLTPro-Regular"/>
                <a:cs typeface="Tahoma"/>
              </a:rPr>
              <a:t> </a:t>
            </a:r>
            <a:r>
              <a:rPr lang="pt-BR" sz="2800" dirty="0">
                <a:latin typeface="BirkaLTPro-Regular"/>
                <a:cs typeface="Tahoma"/>
              </a:rPr>
              <a:t>difere</a:t>
            </a:r>
            <a:r>
              <a:rPr lang="pt-BR" sz="2800" spc="55" dirty="0">
                <a:latin typeface="BirkaLTPro-Regular"/>
                <a:cs typeface="Tahoma"/>
              </a:rPr>
              <a:t> </a:t>
            </a:r>
            <a:r>
              <a:rPr lang="pt-BR" sz="2800" dirty="0">
                <a:latin typeface="BirkaLTPro-Regular"/>
                <a:cs typeface="Tahoma"/>
              </a:rPr>
              <a:t>de</a:t>
            </a:r>
            <a:r>
              <a:rPr lang="pt-BR" sz="2800" spc="45" dirty="0">
                <a:latin typeface="BirkaLTPro-Regular"/>
                <a:cs typeface="Tahoma"/>
              </a:rPr>
              <a:t> </a:t>
            </a:r>
            <a:r>
              <a:rPr lang="pt-BR" sz="2800" dirty="0">
                <a:latin typeface="BirkaLTPro-Regular"/>
                <a:cs typeface="Tahoma"/>
              </a:rPr>
              <a:t>uma</a:t>
            </a:r>
            <a:r>
              <a:rPr lang="pt-BR" sz="2800" spc="55" dirty="0">
                <a:latin typeface="BirkaLTPro-Regular"/>
                <a:cs typeface="Tahoma"/>
              </a:rPr>
              <a:t> </a:t>
            </a:r>
            <a:r>
              <a:rPr lang="pt-BR" sz="2800" dirty="0">
                <a:latin typeface="BirkaLTPro-Regular"/>
                <a:cs typeface="Tahoma"/>
              </a:rPr>
              <a:t>associação</a:t>
            </a:r>
            <a:r>
              <a:rPr lang="pt-BR" sz="2800" spc="60" dirty="0">
                <a:latin typeface="BirkaLTPro-Regular"/>
                <a:cs typeface="Tahoma"/>
              </a:rPr>
              <a:t> </a:t>
            </a:r>
            <a:r>
              <a:rPr lang="pt-BR" sz="2800" dirty="0">
                <a:latin typeface="BirkaLTPro-Regular"/>
                <a:cs typeface="Tahoma"/>
              </a:rPr>
              <a:t>porque</a:t>
            </a:r>
            <a:r>
              <a:rPr lang="pt-BR" sz="2800" spc="50" dirty="0">
                <a:latin typeface="BirkaLTPro-Regular"/>
                <a:cs typeface="Tahoma"/>
              </a:rPr>
              <a:t> </a:t>
            </a:r>
            <a:r>
              <a:rPr lang="pt-BR" sz="2800" dirty="0">
                <a:latin typeface="BirkaLTPro-Regular"/>
                <a:cs typeface="Tahoma"/>
              </a:rPr>
              <a:t>a</a:t>
            </a:r>
            <a:r>
              <a:rPr lang="pt-BR" sz="2800" spc="65" dirty="0">
                <a:latin typeface="BirkaLTPro-Regular"/>
                <a:cs typeface="Tahoma"/>
              </a:rPr>
              <a:t> </a:t>
            </a:r>
            <a:r>
              <a:rPr lang="pt-BR" sz="2800" dirty="0">
                <a:latin typeface="BirkaLTPro-Regular"/>
                <a:cs typeface="Tahoma"/>
              </a:rPr>
              <a:t>conexão</a:t>
            </a:r>
            <a:r>
              <a:rPr lang="pt-BR" sz="2800" spc="45" dirty="0">
                <a:latin typeface="BirkaLTPro-Regular"/>
                <a:cs typeface="Tahoma"/>
              </a:rPr>
              <a:t> </a:t>
            </a:r>
            <a:r>
              <a:rPr lang="pt-BR" sz="2800" dirty="0">
                <a:latin typeface="BirkaLTPro-Regular"/>
                <a:cs typeface="Tahoma"/>
              </a:rPr>
              <a:t>entre</a:t>
            </a:r>
            <a:r>
              <a:rPr lang="pt-BR" sz="2800" spc="50" dirty="0">
                <a:latin typeface="BirkaLTPro-Regular"/>
                <a:cs typeface="Tahoma"/>
              </a:rPr>
              <a:t> </a:t>
            </a:r>
            <a:r>
              <a:rPr lang="pt-BR" sz="2800" dirty="0">
                <a:latin typeface="BirkaLTPro-Regular"/>
                <a:cs typeface="Tahoma"/>
              </a:rPr>
              <a:t>as</a:t>
            </a:r>
            <a:r>
              <a:rPr lang="pt-BR" sz="2800" spc="50" dirty="0">
                <a:latin typeface="BirkaLTPro-Regular"/>
                <a:cs typeface="Tahoma"/>
              </a:rPr>
              <a:t> </a:t>
            </a:r>
            <a:r>
              <a:rPr lang="pt-BR" sz="2800" dirty="0">
                <a:latin typeface="BirkaLTPro-Regular"/>
                <a:cs typeface="Tahoma"/>
              </a:rPr>
              <a:t>classes</a:t>
            </a:r>
            <a:r>
              <a:rPr lang="pt-BR" sz="2800" spc="65" dirty="0">
                <a:latin typeface="BirkaLTPro-Regular"/>
                <a:cs typeface="Tahoma"/>
              </a:rPr>
              <a:t> </a:t>
            </a:r>
            <a:r>
              <a:rPr lang="pt-BR" sz="2800" spc="-50" dirty="0">
                <a:latin typeface="BirkaLTPro-Regular"/>
                <a:cs typeface="Tahoma"/>
              </a:rPr>
              <a:t>é </a:t>
            </a:r>
            <a:r>
              <a:rPr lang="pt-BR" sz="2800" spc="-10" dirty="0">
                <a:latin typeface="BirkaLTPro-Regular"/>
                <a:cs typeface="Tahoma"/>
              </a:rPr>
              <a:t>temporária.</a:t>
            </a:r>
            <a:endParaRPr lang="pt-BR" sz="2800" dirty="0">
              <a:latin typeface="BirkaLTPro-Regular"/>
              <a:cs typeface="Tahoma"/>
            </a:endParaRPr>
          </a:p>
          <a:p>
            <a:pPr marL="12700" algn="just">
              <a:spcBef>
                <a:spcPts val="600"/>
              </a:spcBef>
              <a:buClr>
                <a:srgbClr val="2D1500"/>
              </a:buClr>
              <a:tabLst>
                <a:tab pos="285115" algn="l"/>
              </a:tabLst>
            </a:pPr>
            <a:r>
              <a:rPr lang="pt-BR" sz="2800" dirty="0">
                <a:latin typeface="BirkaLTPro-Regular"/>
                <a:cs typeface="Tahoma"/>
              </a:rPr>
              <a:t>Representada</a:t>
            </a:r>
            <a:r>
              <a:rPr lang="pt-BR" sz="2800" spc="-45" dirty="0">
                <a:latin typeface="BirkaLTPro-Regular"/>
                <a:cs typeface="Tahoma"/>
              </a:rPr>
              <a:t> </a:t>
            </a:r>
            <a:r>
              <a:rPr lang="pt-BR" sz="2800" dirty="0">
                <a:latin typeface="BirkaLTPro-Regular"/>
                <a:cs typeface="Tahoma"/>
              </a:rPr>
              <a:t>por</a:t>
            </a:r>
            <a:r>
              <a:rPr lang="pt-BR" sz="2800" spc="-60" dirty="0">
                <a:latin typeface="BirkaLTPro-Regular"/>
                <a:cs typeface="Tahoma"/>
              </a:rPr>
              <a:t> </a:t>
            </a:r>
            <a:r>
              <a:rPr lang="pt-BR" sz="2800" dirty="0">
                <a:latin typeface="BirkaLTPro-Regular"/>
                <a:cs typeface="Tahoma"/>
              </a:rPr>
              <a:t>uma</a:t>
            </a:r>
            <a:r>
              <a:rPr lang="pt-BR" sz="2800" spc="-55" dirty="0">
                <a:latin typeface="BirkaLTPro-Regular"/>
                <a:cs typeface="Tahoma"/>
              </a:rPr>
              <a:t> </a:t>
            </a:r>
            <a:r>
              <a:rPr lang="pt-BR" sz="2800" dirty="0">
                <a:latin typeface="BirkaLTPro-Regular"/>
                <a:cs typeface="Tahoma"/>
              </a:rPr>
              <a:t>seta</a:t>
            </a:r>
            <a:r>
              <a:rPr lang="pt-BR" sz="2800" spc="-55" dirty="0">
                <a:latin typeface="BirkaLTPro-Regular"/>
                <a:cs typeface="Tahoma"/>
              </a:rPr>
              <a:t> </a:t>
            </a:r>
            <a:r>
              <a:rPr lang="pt-BR" sz="2800" dirty="0">
                <a:latin typeface="BirkaLTPro-Regular"/>
                <a:cs typeface="Tahoma"/>
              </a:rPr>
              <a:t>tracejada</a:t>
            </a:r>
            <a:r>
              <a:rPr lang="pt-BR" sz="2800" spc="-25" dirty="0">
                <a:latin typeface="BirkaLTPro-Regular"/>
                <a:cs typeface="Tahoma"/>
              </a:rPr>
              <a:t> </a:t>
            </a:r>
            <a:r>
              <a:rPr lang="pt-BR" sz="2800" dirty="0">
                <a:latin typeface="BirkaLTPro-Regular"/>
                <a:cs typeface="Tahoma"/>
              </a:rPr>
              <a:t>entre</a:t>
            </a:r>
            <a:r>
              <a:rPr lang="pt-BR" sz="2800" spc="-60" dirty="0">
                <a:latin typeface="BirkaLTPro-Regular"/>
                <a:cs typeface="Tahoma"/>
              </a:rPr>
              <a:t> </a:t>
            </a:r>
            <a:r>
              <a:rPr lang="pt-BR" sz="2800" dirty="0">
                <a:latin typeface="BirkaLTPro-Regular"/>
                <a:cs typeface="Tahoma"/>
              </a:rPr>
              <a:t>duas</a:t>
            </a:r>
            <a:r>
              <a:rPr lang="pt-BR" sz="2800" spc="-60" dirty="0">
                <a:latin typeface="BirkaLTPro-Regular"/>
                <a:cs typeface="Tahoma"/>
              </a:rPr>
              <a:t> </a:t>
            </a:r>
            <a:r>
              <a:rPr lang="pt-BR" sz="2800" spc="-10" dirty="0">
                <a:latin typeface="BirkaLTPro-Regular"/>
                <a:cs typeface="Tahoma"/>
              </a:rPr>
              <a:t>classes.</a:t>
            </a:r>
            <a:endParaRPr lang="pt-BR" sz="2800" dirty="0">
              <a:latin typeface="BirkaLTPro-Regular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334546194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CD5474-30E1-64D5-8E48-7B118B489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E5EE644B-1781-30F2-20E8-9A0DC93012E5}"/>
              </a:ext>
            </a:extLst>
          </p:cNvPr>
          <p:cNvSpPr txBox="1"/>
          <p:nvPr/>
        </p:nvSpPr>
        <p:spPr>
          <a:xfrm>
            <a:off x="327198" y="389493"/>
            <a:ext cx="7552206" cy="473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07000"/>
              </a:lnSpc>
              <a:spcAft>
                <a:spcPts val="800"/>
              </a:spcAft>
              <a:tabLst>
                <a:tab pos="914400" algn="l"/>
              </a:tabLst>
            </a:pPr>
            <a:r>
              <a:rPr lang="pt-BR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Diagrama de Classes (</a:t>
            </a:r>
            <a:r>
              <a:rPr lang="pt-BR" sz="24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Class</a:t>
            </a:r>
            <a:r>
              <a:rPr lang="pt-BR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pt-BR" sz="24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Diagram</a:t>
            </a:r>
            <a:r>
              <a:rPr lang="pt-BR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2" name="object 5">
            <a:extLst>
              <a:ext uri="{FF2B5EF4-FFF2-40B4-BE49-F238E27FC236}">
                <a16:creationId xmlns:a16="http://schemas.microsoft.com/office/drawing/2014/main" id="{CC60AC4C-BBE5-CEA5-026E-B6F2ADA3A418}"/>
              </a:ext>
            </a:extLst>
          </p:cNvPr>
          <p:cNvSpPr txBox="1"/>
          <p:nvPr/>
        </p:nvSpPr>
        <p:spPr>
          <a:xfrm>
            <a:off x="416211" y="1067562"/>
            <a:ext cx="11042971" cy="421910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065" marR="5080">
              <a:lnSpc>
                <a:spcPct val="100000"/>
              </a:lnSpc>
              <a:spcBef>
                <a:spcPts val="100"/>
              </a:spcBef>
              <a:buClr>
                <a:srgbClr val="2D1500"/>
              </a:buClr>
              <a:tabLst>
                <a:tab pos="285750" algn="l"/>
              </a:tabLst>
            </a:pPr>
            <a:r>
              <a:rPr lang="pt-BR" sz="2600" b="1" dirty="0">
                <a:latin typeface="BirkaLTPro-Regular"/>
                <a:cs typeface="Tahoma"/>
              </a:rPr>
              <a:t>Dependência</a:t>
            </a: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44131" y="1693565"/>
            <a:ext cx="5317844" cy="292768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5494538" y="5253733"/>
            <a:ext cx="3168650" cy="382156"/>
          </a:xfrm>
          <a:prstGeom prst="rect">
            <a:avLst/>
          </a:prstGeom>
          <a:ln w="25400">
            <a:solidFill>
              <a:srgbClr val="BBBBBB"/>
            </a:solidFill>
          </a:ln>
        </p:spPr>
        <p:txBody>
          <a:bodyPr vert="horz" wrap="square" lIns="0" tIns="43180" rIns="0" bIns="0" rtlCol="0">
            <a:spAutoFit/>
          </a:bodyPr>
          <a:lstStyle/>
          <a:p>
            <a:pPr marL="92075" marR="83820">
              <a:spcBef>
                <a:spcPts val="340"/>
              </a:spcBef>
              <a:tabLst>
                <a:tab pos="966469" algn="l"/>
                <a:tab pos="1344930" algn="l"/>
                <a:tab pos="2040889" algn="l"/>
                <a:tab pos="2379345" algn="l"/>
              </a:tabLst>
            </a:pPr>
            <a:r>
              <a:rPr sz="1100" spc="-10" dirty="0">
                <a:latin typeface="Arial"/>
                <a:cs typeface="Arial"/>
              </a:rPr>
              <a:t>Funcionário</a:t>
            </a:r>
            <a:r>
              <a:rPr sz="1100" dirty="0">
                <a:latin typeface="Arial"/>
                <a:cs typeface="Arial"/>
              </a:rPr>
              <a:t>	</a:t>
            </a:r>
            <a:r>
              <a:rPr sz="1100" spc="-25" dirty="0">
                <a:latin typeface="Arial"/>
                <a:cs typeface="Arial"/>
              </a:rPr>
              <a:t>não</a:t>
            </a:r>
            <a:r>
              <a:rPr sz="1100" dirty="0">
                <a:latin typeface="Arial"/>
                <a:cs typeface="Arial"/>
              </a:rPr>
              <a:t>	</a:t>
            </a:r>
            <a:r>
              <a:rPr sz="1100" spc="-10" dirty="0">
                <a:latin typeface="Arial"/>
                <a:cs typeface="Arial"/>
              </a:rPr>
              <a:t>instancia</a:t>
            </a:r>
            <a:r>
              <a:rPr sz="1100" dirty="0">
                <a:latin typeface="Arial"/>
                <a:cs typeface="Arial"/>
              </a:rPr>
              <a:t>	</a:t>
            </a:r>
            <a:r>
              <a:rPr sz="1100" spc="-25" dirty="0">
                <a:latin typeface="Arial"/>
                <a:cs typeface="Arial"/>
              </a:rPr>
              <a:t>um</a:t>
            </a:r>
            <a:r>
              <a:rPr sz="1100" dirty="0">
                <a:latin typeface="Arial"/>
                <a:cs typeface="Arial"/>
              </a:rPr>
              <a:t>	</a:t>
            </a:r>
            <a:r>
              <a:rPr sz="1100" spc="-10" dirty="0">
                <a:latin typeface="Arial"/>
                <a:cs typeface="Arial"/>
              </a:rPr>
              <a:t>Automóvel, </a:t>
            </a:r>
            <a:r>
              <a:rPr sz="1100" dirty="0">
                <a:latin typeface="Arial"/>
                <a:cs typeface="Arial"/>
              </a:rPr>
              <a:t>apenas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usa-</a:t>
            </a:r>
            <a:r>
              <a:rPr sz="1100" dirty="0">
                <a:latin typeface="Arial"/>
                <a:cs typeface="Arial"/>
              </a:rPr>
              <a:t>o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como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parâmetro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de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um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método.</a:t>
            </a:r>
            <a:endParaRPr sz="1100" dirty="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524762" y="4487184"/>
            <a:ext cx="631190" cy="771525"/>
            <a:chOff x="4738115" y="5615940"/>
            <a:chExt cx="631190" cy="771525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38115" y="5615940"/>
              <a:ext cx="630936" cy="77114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4950332" y="5805195"/>
              <a:ext cx="375920" cy="516890"/>
            </a:xfrm>
            <a:custGeom>
              <a:avLst/>
              <a:gdLst/>
              <a:ahLst/>
              <a:cxnLst/>
              <a:rect l="l" t="t" r="r" b="b"/>
              <a:pathLst>
                <a:path w="375920" h="516889">
                  <a:moveTo>
                    <a:pt x="43837" y="61554"/>
                  </a:moveTo>
                  <a:lnTo>
                    <a:pt x="47250" y="99218"/>
                  </a:lnTo>
                  <a:lnTo>
                    <a:pt x="344550" y="516343"/>
                  </a:lnTo>
                  <a:lnTo>
                    <a:pt x="375538" y="494233"/>
                  </a:lnTo>
                  <a:lnTo>
                    <a:pt x="78191" y="77042"/>
                  </a:lnTo>
                  <a:lnTo>
                    <a:pt x="43837" y="61554"/>
                  </a:lnTo>
                  <a:close/>
                </a:path>
                <a:path w="375920" h="516889">
                  <a:moveTo>
                    <a:pt x="0" y="0"/>
                  </a:moveTo>
                  <a:lnTo>
                    <a:pt x="14986" y="164299"/>
                  </a:lnTo>
                  <a:lnTo>
                    <a:pt x="35687" y="181533"/>
                  </a:lnTo>
                  <a:lnTo>
                    <a:pt x="42902" y="179370"/>
                  </a:lnTo>
                  <a:lnTo>
                    <a:pt x="48545" y="174755"/>
                  </a:lnTo>
                  <a:lnTo>
                    <a:pt x="52046" y="168353"/>
                  </a:lnTo>
                  <a:lnTo>
                    <a:pt x="52831" y="160832"/>
                  </a:lnTo>
                  <a:lnTo>
                    <a:pt x="47250" y="99218"/>
                  </a:lnTo>
                  <a:lnTo>
                    <a:pt x="6350" y="41833"/>
                  </a:lnTo>
                  <a:lnTo>
                    <a:pt x="37337" y="19723"/>
                  </a:lnTo>
                  <a:lnTo>
                    <a:pt x="43738" y="19723"/>
                  </a:lnTo>
                  <a:lnTo>
                    <a:pt x="0" y="0"/>
                  </a:lnTo>
                  <a:close/>
                </a:path>
                <a:path w="375920" h="516889">
                  <a:moveTo>
                    <a:pt x="43738" y="19723"/>
                  </a:moveTo>
                  <a:lnTo>
                    <a:pt x="37337" y="19723"/>
                  </a:lnTo>
                  <a:lnTo>
                    <a:pt x="78191" y="77042"/>
                  </a:lnTo>
                  <a:lnTo>
                    <a:pt x="134746" y="102539"/>
                  </a:lnTo>
                  <a:lnTo>
                    <a:pt x="142087" y="104219"/>
                  </a:lnTo>
                  <a:lnTo>
                    <a:pt x="149272" y="102985"/>
                  </a:lnTo>
                  <a:lnTo>
                    <a:pt x="155481" y="99144"/>
                  </a:lnTo>
                  <a:lnTo>
                    <a:pt x="159892" y="93002"/>
                  </a:lnTo>
                  <a:lnTo>
                    <a:pt x="161565" y="85627"/>
                  </a:lnTo>
                  <a:lnTo>
                    <a:pt x="160321" y="78427"/>
                  </a:lnTo>
                  <a:lnTo>
                    <a:pt x="156481" y="72215"/>
                  </a:lnTo>
                  <a:lnTo>
                    <a:pt x="150367" y="67805"/>
                  </a:lnTo>
                  <a:lnTo>
                    <a:pt x="43738" y="19723"/>
                  </a:lnTo>
                  <a:close/>
                </a:path>
                <a:path w="375920" h="516889">
                  <a:moveTo>
                    <a:pt x="37337" y="19723"/>
                  </a:moveTo>
                  <a:lnTo>
                    <a:pt x="6350" y="41833"/>
                  </a:lnTo>
                  <a:lnTo>
                    <a:pt x="47250" y="99218"/>
                  </a:lnTo>
                  <a:lnTo>
                    <a:pt x="43837" y="61554"/>
                  </a:lnTo>
                  <a:lnTo>
                    <a:pt x="14096" y="48145"/>
                  </a:lnTo>
                  <a:lnTo>
                    <a:pt x="40893" y="29057"/>
                  </a:lnTo>
                  <a:lnTo>
                    <a:pt x="43991" y="29057"/>
                  </a:lnTo>
                  <a:lnTo>
                    <a:pt x="37337" y="19723"/>
                  </a:lnTo>
                  <a:close/>
                </a:path>
                <a:path w="375920" h="516889">
                  <a:moveTo>
                    <a:pt x="43991" y="29057"/>
                  </a:moveTo>
                  <a:lnTo>
                    <a:pt x="40893" y="29057"/>
                  </a:lnTo>
                  <a:lnTo>
                    <a:pt x="43837" y="61554"/>
                  </a:lnTo>
                  <a:lnTo>
                    <a:pt x="78191" y="77042"/>
                  </a:lnTo>
                  <a:lnTo>
                    <a:pt x="43991" y="29057"/>
                  </a:lnTo>
                  <a:close/>
                </a:path>
                <a:path w="375920" h="516889">
                  <a:moveTo>
                    <a:pt x="40893" y="29057"/>
                  </a:moveTo>
                  <a:lnTo>
                    <a:pt x="14096" y="48145"/>
                  </a:lnTo>
                  <a:lnTo>
                    <a:pt x="43837" y="61554"/>
                  </a:lnTo>
                  <a:lnTo>
                    <a:pt x="40893" y="2905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72563054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16043F-FAE8-A5D1-B453-8A16BA7E37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DFD62AAE-1849-269A-5471-B0197F084FFD}"/>
              </a:ext>
            </a:extLst>
          </p:cNvPr>
          <p:cNvSpPr txBox="1"/>
          <p:nvPr/>
        </p:nvSpPr>
        <p:spPr>
          <a:xfrm>
            <a:off x="327198" y="389493"/>
            <a:ext cx="7552206" cy="473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07000"/>
              </a:lnSpc>
              <a:spcAft>
                <a:spcPts val="800"/>
              </a:spcAft>
              <a:tabLst>
                <a:tab pos="914400" algn="l"/>
              </a:tabLst>
            </a:pPr>
            <a:r>
              <a:rPr lang="pt-BR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Diagrama de Classes (</a:t>
            </a:r>
            <a:r>
              <a:rPr lang="pt-BR" sz="24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Class</a:t>
            </a:r>
            <a:r>
              <a:rPr lang="pt-BR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pt-BR" sz="24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Diagram</a:t>
            </a:r>
            <a:r>
              <a:rPr lang="pt-BR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2" name="object 5">
            <a:extLst>
              <a:ext uri="{FF2B5EF4-FFF2-40B4-BE49-F238E27FC236}">
                <a16:creationId xmlns:a16="http://schemas.microsoft.com/office/drawing/2014/main" id="{4A530B99-57BC-1CC0-6088-AB5B6C517ED0}"/>
              </a:ext>
            </a:extLst>
          </p:cNvPr>
          <p:cNvSpPr txBox="1"/>
          <p:nvPr/>
        </p:nvSpPr>
        <p:spPr>
          <a:xfrm>
            <a:off x="416211" y="1067562"/>
            <a:ext cx="11042971" cy="421910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065" marR="5080">
              <a:lnSpc>
                <a:spcPct val="100000"/>
              </a:lnSpc>
              <a:spcBef>
                <a:spcPts val="100"/>
              </a:spcBef>
              <a:buClr>
                <a:srgbClr val="2D1500"/>
              </a:buClr>
              <a:tabLst>
                <a:tab pos="285750" algn="l"/>
              </a:tabLst>
            </a:pPr>
            <a:r>
              <a:rPr lang="pt-BR" sz="2600" b="1" dirty="0">
                <a:latin typeface="BirkaLTPro-Regular"/>
                <a:cs typeface="Tahoma"/>
              </a:rPr>
              <a:t>Classe Associativa</a:t>
            </a:r>
          </a:p>
        </p:txBody>
      </p:sp>
      <p:sp>
        <p:nvSpPr>
          <p:cNvPr id="3" name="object 5">
            <a:extLst>
              <a:ext uri="{FF2B5EF4-FFF2-40B4-BE49-F238E27FC236}">
                <a16:creationId xmlns:a16="http://schemas.microsoft.com/office/drawing/2014/main" id="{C598A58D-93CE-BC4D-9F3D-EF4D2324AB8A}"/>
              </a:ext>
            </a:extLst>
          </p:cNvPr>
          <p:cNvSpPr txBox="1"/>
          <p:nvPr/>
        </p:nvSpPr>
        <p:spPr>
          <a:xfrm>
            <a:off x="934840" y="1975668"/>
            <a:ext cx="10789248" cy="20185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indent="-457200">
              <a:spcBef>
                <a:spcPts val="100"/>
              </a:spcBef>
              <a:buClr>
                <a:srgbClr val="2D1500"/>
              </a:buClr>
              <a:buFont typeface="Arial" panose="020B0604020202020204" pitchFamily="34" charset="0"/>
              <a:buChar char="•"/>
              <a:tabLst>
                <a:tab pos="285115" algn="l"/>
              </a:tabLst>
            </a:pPr>
            <a:r>
              <a:rPr lang="pt-BR" sz="2800" dirty="0">
                <a:latin typeface="BirkaLTPro-Regular"/>
                <a:cs typeface="Tahoma"/>
              </a:rPr>
              <a:t>Utilizada</a:t>
            </a:r>
            <a:r>
              <a:rPr lang="pt-BR" sz="2800" spc="300" dirty="0">
                <a:latin typeface="BirkaLTPro-Regular"/>
                <a:cs typeface="Tahoma"/>
              </a:rPr>
              <a:t> </a:t>
            </a:r>
            <a:r>
              <a:rPr lang="pt-BR" sz="2800" dirty="0">
                <a:latin typeface="BirkaLTPro-Regular"/>
                <a:cs typeface="Tahoma"/>
              </a:rPr>
              <a:t>quando</a:t>
            </a:r>
            <a:r>
              <a:rPr lang="pt-BR" sz="2800" spc="270" dirty="0">
                <a:latin typeface="BirkaLTPro-Regular"/>
                <a:cs typeface="Tahoma"/>
              </a:rPr>
              <a:t> </a:t>
            </a:r>
            <a:r>
              <a:rPr lang="pt-BR" sz="2800" dirty="0">
                <a:latin typeface="BirkaLTPro-Regular"/>
                <a:cs typeface="Tahoma"/>
              </a:rPr>
              <a:t>ocorrem</a:t>
            </a:r>
            <a:r>
              <a:rPr lang="pt-BR" sz="2800" spc="280" dirty="0">
                <a:latin typeface="BirkaLTPro-Regular"/>
                <a:cs typeface="Tahoma"/>
              </a:rPr>
              <a:t> </a:t>
            </a:r>
            <a:r>
              <a:rPr lang="pt-BR" sz="2800" dirty="0">
                <a:latin typeface="BirkaLTPro-Regular"/>
                <a:cs typeface="Tahoma"/>
              </a:rPr>
              <a:t>associações</a:t>
            </a:r>
            <a:r>
              <a:rPr lang="pt-BR" sz="2800" spc="295" dirty="0">
                <a:latin typeface="BirkaLTPro-Regular"/>
                <a:cs typeface="Tahoma"/>
              </a:rPr>
              <a:t> </a:t>
            </a:r>
            <a:r>
              <a:rPr lang="pt-BR" sz="2800" dirty="0">
                <a:latin typeface="BirkaLTPro-Regular"/>
                <a:cs typeface="Tahoma"/>
              </a:rPr>
              <a:t>que</a:t>
            </a:r>
            <a:r>
              <a:rPr lang="pt-BR" sz="2800" spc="295" dirty="0">
                <a:latin typeface="BirkaLTPro-Regular"/>
                <a:cs typeface="Tahoma"/>
              </a:rPr>
              <a:t> </a:t>
            </a:r>
            <a:r>
              <a:rPr lang="pt-BR" sz="2800" dirty="0">
                <a:latin typeface="BirkaLTPro-Regular"/>
                <a:cs typeface="Tahoma"/>
              </a:rPr>
              <a:t>possuem</a:t>
            </a:r>
            <a:r>
              <a:rPr lang="pt-BR" sz="2800" spc="295" dirty="0">
                <a:latin typeface="BirkaLTPro-Regular"/>
                <a:cs typeface="Tahoma"/>
              </a:rPr>
              <a:t> </a:t>
            </a:r>
            <a:r>
              <a:rPr lang="pt-BR" sz="2800" dirty="0">
                <a:latin typeface="BirkaLTPro-Regular"/>
                <a:cs typeface="Tahoma"/>
              </a:rPr>
              <a:t>multiplicidade</a:t>
            </a:r>
            <a:r>
              <a:rPr lang="pt-BR" sz="2800" spc="290" dirty="0">
                <a:latin typeface="BirkaLTPro-Regular"/>
                <a:cs typeface="Tahoma"/>
              </a:rPr>
              <a:t> </a:t>
            </a:r>
            <a:r>
              <a:rPr lang="pt-BR" sz="2800" dirty="0">
                <a:latin typeface="BirkaLTPro-Regular"/>
                <a:cs typeface="Tahoma"/>
              </a:rPr>
              <a:t>muitos</a:t>
            </a:r>
            <a:r>
              <a:rPr lang="pt-BR" sz="2800" spc="295" dirty="0">
                <a:latin typeface="BirkaLTPro-Regular"/>
                <a:cs typeface="Tahoma"/>
              </a:rPr>
              <a:t> </a:t>
            </a:r>
            <a:r>
              <a:rPr lang="pt-BR" sz="2800" spc="-20" dirty="0">
                <a:latin typeface="BirkaLTPro-Regular"/>
                <a:cs typeface="Tahoma"/>
              </a:rPr>
              <a:t>para </a:t>
            </a:r>
            <a:r>
              <a:rPr lang="pt-BR" sz="2800" dirty="0">
                <a:latin typeface="BirkaLTPro-Regular"/>
                <a:cs typeface="Tahoma"/>
              </a:rPr>
              <a:t>muitos</a:t>
            </a:r>
            <a:r>
              <a:rPr lang="pt-BR" sz="2800" spc="-35" dirty="0">
                <a:latin typeface="BirkaLTPro-Regular"/>
                <a:cs typeface="Tahoma"/>
              </a:rPr>
              <a:t> </a:t>
            </a:r>
            <a:r>
              <a:rPr lang="pt-BR" sz="2800" dirty="0">
                <a:latin typeface="BirkaLTPro-Regular"/>
                <a:cs typeface="Tahoma"/>
              </a:rPr>
              <a:t>em</a:t>
            </a:r>
            <a:r>
              <a:rPr lang="pt-BR" sz="2800" spc="-25" dirty="0">
                <a:latin typeface="BirkaLTPro-Regular"/>
                <a:cs typeface="Tahoma"/>
              </a:rPr>
              <a:t> </a:t>
            </a:r>
            <a:r>
              <a:rPr lang="pt-BR" sz="2800" dirty="0">
                <a:latin typeface="BirkaLTPro-Regular"/>
                <a:cs typeface="Tahoma"/>
              </a:rPr>
              <a:t>todas</a:t>
            </a:r>
            <a:r>
              <a:rPr lang="pt-BR" sz="2800" spc="-25" dirty="0">
                <a:latin typeface="BirkaLTPro-Regular"/>
                <a:cs typeface="Tahoma"/>
              </a:rPr>
              <a:t> </a:t>
            </a:r>
            <a:r>
              <a:rPr lang="pt-BR" sz="2800" dirty="0">
                <a:latin typeface="BirkaLTPro-Regular"/>
                <a:cs typeface="Tahoma"/>
              </a:rPr>
              <a:t>as</a:t>
            </a:r>
            <a:r>
              <a:rPr lang="pt-BR" sz="2800" spc="-25" dirty="0">
                <a:latin typeface="BirkaLTPro-Regular"/>
                <a:cs typeface="Tahoma"/>
              </a:rPr>
              <a:t> </a:t>
            </a:r>
            <a:r>
              <a:rPr lang="pt-BR" sz="2800" dirty="0">
                <a:latin typeface="BirkaLTPro-Regular"/>
                <a:cs typeface="Tahoma"/>
              </a:rPr>
              <a:t>suas</a:t>
            </a:r>
            <a:r>
              <a:rPr lang="pt-BR" sz="2800" spc="-35" dirty="0">
                <a:latin typeface="BirkaLTPro-Regular"/>
                <a:cs typeface="Tahoma"/>
              </a:rPr>
              <a:t> </a:t>
            </a:r>
            <a:r>
              <a:rPr lang="pt-BR" sz="2800" spc="-10" dirty="0">
                <a:latin typeface="BirkaLTPro-Regular"/>
                <a:cs typeface="Tahoma"/>
              </a:rPr>
              <a:t>extremidades;</a:t>
            </a:r>
            <a:endParaRPr lang="pt-BR" sz="2800" dirty="0">
              <a:latin typeface="BirkaLTPro-Regular"/>
              <a:cs typeface="Tahoma"/>
            </a:endParaRPr>
          </a:p>
          <a:p>
            <a:pPr marL="469900" indent="-457200">
              <a:spcBef>
                <a:spcPts val="1080"/>
              </a:spcBef>
              <a:buClr>
                <a:srgbClr val="2D1500"/>
              </a:buClr>
              <a:buFont typeface="Arial" panose="020B0604020202020204" pitchFamily="34" charset="0"/>
              <a:buChar char="•"/>
              <a:tabLst>
                <a:tab pos="285115" algn="l"/>
              </a:tabLst>
            </a:pPr>
            <a:r>
              <a:rPr lang="pt-BR" sz="2800" dirty="0">
                <a:latin typeface="BirkaLTPro-Regular"/>
                <a:cs typeface="Tahoma"/>
              </a:rPr>
              <a:t>Armazena</a:t>
            </a:r>
            <a:r>
              <a:rPr lang="pt-BR" sz="2800" spc="-60" dirty="0">
                <a:latin typeface="BirkaLTPro-Regular"/>
                <a:cs typeface="Tahoma"/>
              </a:rPr>
              <a:t> </a:t>
            </a:r>
            <a:r>
              <a:rPr lang="pt-BR" sz="2800" dirty="0">
                <a:latin typeface="BirkaLTPro-Regular"/>
                <a:cs typeface="Tahoma"/>
              </a:rPr>
              <a:t>os</a:t>
            </a:r>
            <a:r>
              <a:rPr lang="pt-BR" sz="2800" spc="-45" dirty="0">
                <a:latin typeface="BirkaLTPro-Regular"/>
                <a:cs typeface="Tahoma"/>
              </a:rPr>
              <a:t> </a:t>
            </a:r>
            <a:r>
              <a:rPr lang="pt-BR" sz="2800" dirty="0">
                <a:latin typeface="BirkaLTPro-Regular"/>
                <a:cs typeface="Tahoma"/>
              </a:rPr>
              <a:t>atributos</a:t>
            </a:r>
            <a:r>
              <a:rPr lang="pt-BR" sz="2800" spc="-55" dirty="0">
                <a:latin typeface="BirkaLTPro-Regular"/>
                <a:cs typeface="Tahoma"/>
              </a:rPr>
              <a:t> </a:t>
            </a:r>
            <a:r>
              <a:rPr lang="pt-BR" sz="2800" dirty="0">
                <a:latin typeface="BirkaLTPro-Regular"/>
                <a:cs typeface="Tahoma"/>
              </a:rPr>
              <a:t>transmitidos</a:t>
            </a:r>
            <a:r>
              <a:rPr lang="pt-BR" sz="2800" spc="-45" dirty="0">
                <a:latin typeface="BirkaLTPro-Regular"/>
                <a:cs typeface="Tahoma"/>
              </a:rPr>
              <a:t> </a:t>
            </a:r>
            <a:r>
              <a:rPr lang="pt-BR" sz="2800" dirty="0">
                <a:latin typeface="BirkaLTPro-Regular"/>
                <a:cs typeface="Tahoma"/>
              </a:rPr>
              <a:t>pela</a:t>
            </a:r>
            <a:r>
              <a:rPr lang="pt-BR" sz="2800" spc="-30" dirty="0">
                <a:latin typeface="BirkaLTPro-Regular"/>
                <a:cs typeface="Tahoma"/>
              </a:rPr>
              <a:t> </a:t>
            </a:r>
            <a:r>
              <a:rPr lang="pt-BR" sz="2800" spc="-10" dirty="0">
                <a:latin typeface="BirkaLTPro-Regular"/>
                <a:cs typeface="Tahoma"/>
              </a:rPr>
              <a:t>associação;</a:t>
            </a:r>
            <a:endParaRPr lang="pt-BR" sz="2800" dirty="0">
              <a:latin typeface="BirkaLTPro-Regular"/>
              <a:cs typeface="Tahoma"/>
            </a:endParaRPr>
          </a:p>
          <a:p>
            <a:pPr marL="469900" indent="-457200">
              <a:spcBef>
                <a:spcPts val="1080"/>
              </a:spcBef>
              <a:buClr>
                <a:srgbClr val="2D1500"/>
              </a:buClr>
              <a:buFont typeface="Arial" panose="020B0604020202020204" pitchFamily="34" charset="0"/>
              <a:buChar char="•"/>
              <a:tabLst>
                <a:tab pos="285115" algn="l"/>
              </a:tabLst>
            </a:pPr>
            <a:r>
              <a:rPr lang="pt-BR" sz="2800" dirty="0">
                <a:latin typeface="BirkaLTPro-Regular"/>
                <a:cs typeface="Tahoma"/>
              </a:rPr>
              <a:t>Pode</a:t>
            </a:r>
            <a:r>
              <a:rPr lang="pt-BR" sz="2800" spc="-60" dirty="0">
                <a:latin typeface="BirkaLTPro-Regular"/>
                <a:cs typeface="Tahoma"/>
              </a:rPr>
              <a:t> </a:t>
            </a:r>
            <a:r>
              <a:rPr lang="pt-BR" sz="2800" dirty="0">
                <a:latin typeface="BirkaLTPro-Regular"/>
                <a:cs typeface="Tahoma"/>
              </a:rPr>
              <a:t>possuir</a:t>
            </a:r>
            <a:r>
              <a:rPr lang="pt-BR" sz="2800" spc="-60" dirty="0">
                <a:latin typeface="BirkaLTPro-Regular"/>
                <a:cs typeface="Tahoma"/>
              </a:rPr>
              <a:t> </a:t>
            </a:r>
            <a:r>
              <a:rPr lang="pt-BR" sz="2800" dirty="0">
                <a:latin typeface="BirkaLTPro-Regular"/>
                <a:cs typeface="Tahoma"/>
              </a:rPr>
              <a:t>seus</a:t>
            </a:r>
            <a:r>
              <a:rPr lang="pt-BR" sz="2800" spc="-60" dirty="0">
                <a:latin typeface="BirkaLTPro-Regular"/>
                <a:cs typeface="Tahoma"/>
              </a:rPr>
              <a:t> </a:t>
            </a:r>
            <a:r>
              <a:rPr lang="pt-BR" sz="2800" dirty="0">
                <a:latin typeface="BirkaLTPro-Regular"/>
                <a:cs typeface="Tahoma"/>
              </a:rPr>
              <a:t>próprios</a:t>
            </a:r>
            <a:r>
              <a:rPr lang="pt-BR" sz="2800" spc="-45" dirty="0">
                <a:latin typeface="BirkaLTPro-Regular"/>
                <a:cs typeface="Tahoma"/>
              </a:rPr>
              <a:t> </a:t>
            </a:r>
            <a:r>
              <a:rPr lang="pt-BR" sz="2800" spc="-10" dirty="0">
                <a:latin typeface="BirkaLTPro-Regular"/>
                <a:cs typeface="Tahoma"/>
              </a:rPr>
              <a:t>atributos;</a:t>
            </a:r>
            <a:endParaRPr lang="pt-BR" sz="2800" dirty="0">
              <a:latin typeface="BirkaLTPro-Regular"/>
              <a:cs typeface="Tahom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94300" y="4129454"/>
            <a:ext cx="5729788" cy="2046394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8327F9A0-115C-7A90-8A9D-0480E44AB7BA}"/>
              </a:ext>
            </a:extLst>
          </p:cNvPr>
          <p:cNvSpPr txBox="1"/>
          <p:nvPr/>
        </p:nvSpPr>
        <p:spPr>
          <a:xfrm>
            <a:off x="819555" y="4360856"/>
            <a:ext cx="5408209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69265" marR="5080" indent="-457200">
              <a:spcBef>
                <a:spcPts val="1085"/>
              </a:spcBef>
              <a:buClr>
                <a:srgbClr val="2D1500"/>
              </a:buClr>
              <a:buFont typeface="Arial" panose="020B0604020202020204" pitchFamily="34" charset="0"/>
              <a:buChar char="•"/>
              <a:tabLst>
                <a:tab pos="285750" algn="l"/>
              </a:tabLst>
            </a:pPr>
            <a:r>
              <a:rPr lang="pt-BR" sz="2600" dirty="0">
                <a:latin typeface="BirkaLTPro-Regular"/>
                <a:cs typeface="Tahoma"/>
              </a:rPr>
              <a:t>Representada</a:t>
            </a:r>
            <a:r>
              <a:rPr lang="pt-BR" sz="2600" spc="225" dirty="0">
                <a:latin typeface="BirkaLTPro-Regular"/>
                <a:cs typeface="Tahoma"/>
              </a:rPr>
              <a:t> </a:t>
            </a:r>
            <a:r>
              <a:rPr lang="pt-BR" sz="2600" dirty="0">
                <a:latin typeface="BirkaLTPro-Regular"/>
                <a:cs typeface="Tahoma"/>
              </a:rPr>
              <a:t>por</a:t>
            </a:r>
            <a:r>
              <a:rPr lang="pt-BR" sz="2600" spc="210" dirty="0">
                <a:latin typeface="BirkaLTPro-Regular"/>
                <a:cs typeface="Tahoma"/>
              </a:rPr>
              <a:t> </a:t>
            </a:r>
            <a:r>
              <a:rPr lang="pt-BR" sz="2600" dirty="0">
                <a:latin typeface="BirkaLTPro-Regular"/>
                <a:cs typeface="Tahoma"/>
              </a:rPr>
              <a:t>uma</a:t>
            </a:r>
            <a:r>
              <a:rPr lang="pt-BR" sz="2600" spc="215" dirty="0">
                <a:latin typeface="BirkaLTPro-Regular"/>
                <a:cs typeface="Tahoma"/>
              </a:rPr>
              <a:t> </a:t>
            </a:r>
            <a:r>
              <a:rPr lang="pt-BR" sz="2600" dirty="0">
                <a:latin typeface="BirkaLTPro-Regular"/>
                <a:cs typeface="Tahoma"/>
              </a:rPr>
              <a:t>reta</a:t>
            </a:r>
            <a:r>
              <a:rPr lang="pt-BR" sz="2600" spc="225" dirty="0">
                <a:latin typeface="BirkaLTPro-Regular"/>
                <a:cs typeface="Tahoma"/>
              </a:rPr>
              <a:t> </a:t>
            </a:r>
            <a:r>
              <a:rPr lang="pt-BR" sz="2600" dirty="0">
                <a:latin typeface="BirkaLTPro-Regular"/>
                <a:cs typeface="Tahoma"/>
              </a:rPr>
              <a:t>tracejada</a:t>
            </a:r>
            <a:r>
              <a:rPr lang="pt-BR" sz="2600" spc="220" dirty="0">
                <a:latin typeface="BirkaLTPro-Regular"/>
                <a:cs typeface="Tahoma"/>
              </a:rPr>
              <a:t> </a:t>
            </a:r>
            <a:r>
              <a:rPr lang="pt-BR" sz="2600" dirty="0">
                <a:latin typeface="BirkaLTPro-Regular"/>
                <a:cs typeface="Tahoma"/>
              </a:rPr>
              <a:t>partindo</a:t>
            </a:r>
            <a:r>
              <a:rPr lang="pt-BR" sz="2600" spc="204" dirty="0">
                <a:latin typeface="BirkaLTPro-Regular"/>
                <a:cs typeface="Tahoma"/>
              </a:rPr>
              <a:t> </a:t>
            </a:r>
            <a:r>
              <a:rPr lang="pt-BR" sz="2600" dirty="0">
                <a:latin typeface="BirkaLTPro-Regular"/>
                <a:cs typeface="Tahoma"/>
              </a:rPr>
              <a:t>do</a:t>
            </a:r>
            <a:r>
              <a:rPr lang="pt-BR" sz="2600" spc="210" dirty="0">
                <a:latin typeface="BirkaLTPro-Regular"/>
                <a:cs typeface="Tahoma"/>
              </a:rPr>
              <a:t> </a:t>
            </a:r>
            <a:r>
              <a:rPr lang="pt-BR" sz="2600" dirty="0">
                <a:latin typeface="BirkaLTPro-Regular"/>
                <a:cs typeface="Tahoma"/>
              </a:rPr>
              <a:t>meio</a:t>
            </a:r>
            <a:r>
              <a:rPr lang="pt-BR" sz="2600" spc="220" dirty="0">
                <a:latin typeface="BirkaLTPro-Regular"/>
                <a:cs typeface="Tahoma"/>
              </a:rPr>
              <a:t> </a:t>
            </a:r>
            <a:r>
              <a:rPr lang="pt-BR" sz="2600" dirty="0">
                <a:latin typeface="BirkaLTPro-Regular"/>
                <a:cs typeface="Tahoma"/>
              </a:rPr>
              <a:t>da</a:t>
            </a:r>
            <a:r>
              <a:rPr lang="pt-BR" sz="2600" spc="215" dirty="0">
                <a:latin typeface="BirkaLTPro-Regular"/>
                <a:cs typeface="Tahoma"/>
              </a:rPr>
              <a:t> </a:t>
            </a:r>
            <a:r>
              <a:rPr lang="pt-BR" sz="2600" dirty="0">
                <a:latin typeface="BirkaLTPro-Regular"/>
                <a:cs typeface="Tahoma"/>
              </a:rPr>
              <a:t>associação</a:t>
            </a:r>
            <a:r>
              <a:rPr lang="pt-BR" sz="2600" spc="220" dirty="0">
                <a:latin typeface="BirkaLTPro-Regular"/>
                <a:cs typeface="Tahoma"/>
              </a:rPr>
              <a:t> </a:t>
            </a:r>
            <a:r>
              <a:rPr lang="pt-BR" sz="2600" dirty="0">
                <a:latin typeface="BirkaLTPro-Regular"/>
                <a:cs typeface="Tahoma"/>
              </a:rPr>
              <a:t>até</a:t>
            </a:r>
            <a:r>
              <a:rPr lang="pt-BR" sz="2600" spc="220" dirty="0">
                <a:latin typeface="BirkaLTPro-Regular"/>
                <a:cs typeface="Tahoma"/>
              </a:rPr>
              <a:t> </a:t>
            </a:r>
            <a:r>
              <a:rPr lang="pt-BR" sz="2600" spc="-25" dirty="0">
                <a:latin typeface="BirkaLTPro-Regular"/>
                <a:cs typeface="Tahoma"/>
              </a:rPr>
              <a:t>uma </a:t>
            </a:r>
            <a:r>
              <a:rPr lang="pt-BR" sz="2600" spc="-10" dirty="0">
                <a:latin typeface="BirkaLTPro-Regular"/>
                <a:cs typeface="Tahoma"/>
              </a:rPr>
              <a:t>classe.</a:t>
            </a:r>
            <a:endParaRPr lang="pt-BR" sz="2600" dirty="0">
              <a:latin typeface="BirkaLTPro-Regular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210709423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AB2192-C25B-D051-AB21-2465F0A173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D8359E37-A045-6D72-F95E-684A30884EFB}"/>
              </a:ext>
            </a:extLst>
          </p:cNvPr>
          <p:cNvSpPr txBox="1"/>
          <p:nvPr/>
        </p:nvSpPr>
        <p:spPr>
          <a:xfrm>
            <a:off x="327198" y="389493"/>
            <a:ext cx="7552206" cy="473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07000"/>
              </a:lnSpc>
              <a:spcAft>
                <a:spcPts val="800"/>
              </a:spcAft>
              <a:tabLst>
                <a:tab pos="914400" algn="l"/>
              </a:tabLst>
            </a:pPr>
            <a:r>
              <a:rPr lang="pt-BR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Diagrama de Classes (</a:t>
            </a:r>
            <a:r>
              <a:rPr lang="pt-BR" sz="24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Class</a:t>
            </a:r>
            <a:r>
              <a:rPr lang="pt-BR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pt-BR" sz="24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Diagram</a:t>
            </a:r>
            <a:r>
              <a:rPr lang="pt-BR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2" name="object 5">
            <a:extLst>
              <a:ext uri="{FF2B5EF4-FFF2-40B4-BE49-F238E27FC236}">
                <a16:creationId xmlns:a16="http://schemas.microsoft.com/office/drawing/2014/main" id="{7AE81DFE-2073-303E-28A4-6AEC1B8A99CA}"/>
              </a:ext>
            </a:extLst>
          </p:cNvPr>
          <p:cNvSpPr txBox="1"/>
          <p:nvPr/>
        </p:nvSpPr>
        <p:spPr>
          <a:xfrm>
            <a:off x="416211" y="1067562"/>
            <a:ext cx="11042971" cy="421910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065" marR="5080">
              <a:lnSpc>
                <a:spcPct val="100000"/>
              </a:lnSpc>
              <a:spcBef>
                <a:spcPts val="100"/>
              </a:spcBef>
              <a:buClr>
                <a:srgbClr val="2D1500"/>
              </a:buClr>
              <a:tabLst>
                <a:tab pos="285750" algn="l"/>
              </a:tabLst>
            </a:pPr>
            <a:r>
              <a:rPr lang="pt-BR" sz="2600" b="1" dirty="0">
                <a:latin typeface="BirkaLTPro-Regular"/>
                <a:cs typeface="Tahoma"/>
              </a:rPr>
              <a:t>Classe Intermediaria</a:t>
            </a:r>
          </a:p>
        </p:txBody>
      </p:sp>
      <p:sp>
        <p:nvSpPr>
          <p:cNvPr id="4" name="object 5"/>
          <p:cNvSpPr txBox="1"/>
          <p:nvPr/>
        </p:nvSpPr>
        <p:spPr>
          <a:xfrm>
            <a:off x="929154" y="1859769"/>
            <a:ext cx="6812280" cy="2033890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469900" indent="-457200">
              <a:spcBef>
                <a:spcPts val="1180"/>
              </a:spcBef>
              <a:buClr>
                <a:srgbClr val="2D1500"/>
              </a:buClr>
              <a:buFont typeface="Arial" panose="020B0604020202020204" pitchFamily="34" charset="0"/>
              <a:buChar char="•"/>
              <a:tabLst>
                <a:tab pos="285115" algn="l"/>
              </a:tabLst>
            </a:pPr>
            <a:r>
              <a:rPr sz="2600" dirty="0">
                <a:latin typeface="BirkaLTPro-Regular"/>
                <a:cs typeface="Tahoma"/>
              </a:rPr>
              <a:t>Substitui</a:t>
            </a:r>
            <a:r>
              <a:rPr sz="2600" spc="-35" dirty="0">
                <a:latin typeface="BirkaLTPro-Regular"/>
                <a:cs typeface="Tahoma"/>
              </a:rPr>
              <a:t> </a:t>
            </a:r>
            <a:r>
              <a:rPr sz="2600" dirty="0">
                <a:latin typeface="BirkaLTPro-Regular"/>
                <a:cs typeface="Tahoma"/>
              </a:rPr>
              <a:t>as</a:t>
            </a:r>
            <a:r>
              <a:rPr sz="2600" spc="-10" dirty="0">
                <a:latin typeface="BirkaLTPro-Regular"/>
                <a:cs typeface="Tahoma"/>
              </a:rPr>
              <a:t> </a:t>
            </a:r>
            <a:r>
              <a:rPr sz="2600" dirty="0">
                <a:latin typeface="BirkaLTPro-Regular"/>
                <a:cs typeface="Tahoma"/>
              </a:rPr>
              <a:t>classes</a:t>
            </a:r>
            <a:r>
              <a:rPr sz="2600" spc="-20" dirty="0">
                <a:latin typeface="BirkaLTPro-Regular"/>
                <a:cs typeface="Tahoma"/>
              </a:rPr>
              <a:t> </a:t>
            </a:r>
            <a:r>
              <a:rPr sz="2600" spc="-10" dirty="0">
                <a:latin typeface="BirkaLTPro-Regular"/>
                <a:cs typeface="Tahoma"/>
              </a:rPr>
              <a:t>associativas;</a:t>
            </a:r>
            <a:endParaRPr sz="2600" dirty="0">
              <a:latin typeface="BirkaLTPro-Regular"/>
              <a:cs typeface="Tahoma"/>
            </a:endParaRPr>
          </a:p>
          <a:p>
            <a:pPr marL="469900" indent="-457200">
              <a:spcBef>
                <a:spcPts val="1080"/>
              </a:spcBef>
              <a:buClr>
                <a:srgbClr val="2D1500"/>
              </a:buClr>
              <a:buFont typeface="Arial" panose="020B0604020202020204" pitchFamily="34" charset="0"/>
              <a:buChar char="•"/>
              <a:tabLst>
                <a:tab pos="285115" algn="l"/>
              </a:tabLst>
            </a:pPr>
            <a:r>
              <a:rPr sz="2600" dirty="0">
                <a:latin typeface="BirkaLTPro-Regular"/>
                <a:cs typeface="Tahoma"/>
              </a:rPr>
              <a:t>Apresenta,</a:t>
            </a:r>
            <a:r>
              <a:rPr sz="2600" spc="20" dirty="0">
                <a:latin typeface="BirkaLTPro-Regular"/>
                <a:cs typeface="Tahoma"/>
              </a:rPr>
              <a:t> </a:t>
            </a:r>
            <a:r>
              <a:rPr sz="2600" dirty="0">
                <a:latin typeface="BirkaLTPro-Regular"/>
                <a:cs typeface="Tahoma"/>
              </a:rPr>
              <a:t>exatamente,</a:t>
            </a:r>
            <a:r>
              <a:rPr sz="2600" spc="30" dirty="0">
                <a:latin typeface="BirkaLTPro-Regular"/>
                <a:cs typeface="Tahoma"/>
              </a:rPr>
              <a:t> </a:t>
            </a:r>
            <a:r>
              <a:rPr sz="2600" dirty="0">
                <a:latin typeface="BirkaLTPro-Regular"/>
                <a:cs typeface="Tahoma"/>
              </a:rPr>
              <a:t>a</a:t>
            </a:r>
            <a:r>
              <a:rPr sz="2600" spc="35" dirty="0">
                <a:latin typeface="BirkaLTPro-Regular"/>
                <a:cs typeface="Tahoma"/>
              </a:rPr>
              <a:t> </a:t>
            </a:r>
            <a:r>
              <a:rPr sz="2600" dirty="0">
                <a:latin typeface="BirkaLTPro-Regular"/>
                <a:cs typeface="Tahoma"/>
              </a:rPr>
              <a:t>mesma</a:t>
            </a:r>
            <a:r>
              <a:rPr sz="2600" spc="35" dirty="0">
                <a:latin typeface="BirkaLTPro-Regular"/>
                <a:cs typeface="Tahoma"/>
              </a:rPr>
              <a:t> </a:t>
            </a:r>
            <a:r>
              <a:rPr sz="2600" dirty="0">
                <a:latin typeface="BirkaLTPro-Regular"/>
                <a:cs typeface="Tahoma"/>
              </a:rPr>
              <a:t>função</a:t>
            </a:r>
            <a:r>
              <a:rPr sz="2600" spc="25" dirty="0">
                <a:latin typeface="BirkaLTPro-Regular"/>
                <a:cs typeface="Tahoma"/>
              </a:rPr>
              <a:t> </a:t>
            </a:r>
            <a:r>
              <a:rPr sz="2600" dirty="0">
                <a:latin typeface="BirkaLTPro-Regular"/>
                <a:cs typeface="Tahoma"/>
              </a:rPr>
              <a:t>da</a:t>
            </a:r>
            <a:r>
              <a:rPr sz="2600" spc="30" dirty="0">
                <a:latin typeface="BirkaLTPro-Regular"/>
                <a:cs typeface="Tahoma"/>
              </a:rPr>
              <a:t> </a:t>
            </a:r>
            <a:r>
              <a:rPr sz="2600" dirty="0">
                <a:latin typeface="BirkaLTPro-Regular"/>
                <a:cs typeface="Tahoma"/>
              </a:rPr>
              <a:t>classe</a:t>
            </a:r>
            <a:r>
              <a:rPr sz="2600" spc="30" dirty="0">
                <a:latin typeface="BirkaLTPro-Regular"/>
                <a:cs typeface="Tahoma"/>
              </a:rPr>
              <a:t> </a:t>
            </a:r>
            <a:r>
              <a:rPr sz="2600" spc="-10" dirty="0">
                <a:latin typeface="BirkaLTPro-Regular"/>
                <a:cs typeface="Tahoma"/>
              </a:rPr>
              <a:t>associativa;.</a:t>
            </a:r>
            <a:endParaRPr sz="2600" dirty="0">
              <a:latin typeface="BirkaLTPro-Regular"/>
              <a:cs typeface="Tahoma"/>
            </a:endParaRPr>
          </a:p>
          <a:p>
            <a:pPr marL="469900" indent="-457200">
              <a:spcBef>
                <a:spcPts val="1080"/>
              </a:spcBef>
              <a:buClr>
                <a:srgbClr val="2D1500"/>
              </a:buClr>
              <a:buFont typeface="Arial" panose="020B0604020202020204" pitchFamily="34" charset="0"/>
              <a:buChar char="•"/>
              <a:tabLst>
                <a:tab pos="285115" algn="l"/>
              </a:tabLst>
            </a:pPr>
            <a:r>
              <a:rPr sz="2600" dirty="0">
                <a:latin typeface="BirkaLTPro-Regular"/>
                <a:cs typeface="Tahoma"/>
              </a:rPr>
              <a:t>Pode</a:t>
            </a:r>
            <a:r>
              <a:rPr sz="2600" spc="-60" dirty="0">
                <a:latin typeface="BirkaLTPro-Regular"/>
                <a:cs typeface="Tahoma"/>
              </a:rPr>
              <a:t> </a:t>
            </a:r>
            <a:r>
              <a:rPr sz="2600" dirty="0">
                <a:latin typeface="BirkaLTPro-Regular"/>
                <a:cs typeface="Tahoma"/>
              </a:rPr>
              <a:t>possuir</a:t>
            </a:r>
            <a:r>
              <a:rPr sz="2600" spc="-60" dirty="0">
                <a:latin typeface="BirkaLTPro-Regular"/>
                <a:cs typeface="Tahoma"/>
              </a:rPr>
              <a:t> </a:t>
            </a:r>
            <a:r>
              <a:rPr sz="2600" dirty="0">
                <a:latin typeface="BirkaLTPro-Regular"/>
                <a:cs typeface="Tahoma"/>
              </a:rPr>
              <a:t>seus</a:t>
            </a:r>
            <a:r>
              <a:rPr sz="2600" spc="-60" dirty="0">
                <a:latin typeface="BirkaLTPro-Regular"/>
                <a:cs typeface="Tahoma"/>
              </a:rPr>
              <a:t> </a:t>
            </a:r>
            <a:r>
              <a:rPr sz="2600" dirty="0">
                <a:latin typeface="BirkaLTPro-Regular"/>
                <a:cs typeface="Tahoma"/>
              </a:rPr>
              <a:t>próprios</a:t>
            </a:r>
            <a:r>
              <a:rPr sz="2600" spc="-45" dirty="0">
                <a:latin typeface="BirkaLTPro-Regular"/>
                <a:cs typeface="Tahoma"/>
              </a:rPr>
              <a:t> </a:t>
            </a:r>
            <a:r>
              <a:rPr sz="2600" spc="-10" dirty="0">
                <a:latin typeface="BirkaLTPro-Regular"/>
                <a:cs typeface="Tahoma"/>
              </a:rPr>
              <a:t>atributos;</a:t>
            </a:r>
            <a:endParaRPr sz="2600" dirty="0">
              <a:latin typeface="BirkaLTPro-Regular"/>
              <a:cs typeface="Tahoma"/>
            </a:endParaRPr>
          </a:p>
        </p:txBody>
      </p:sp>
      <p:pic>
        <p:nvPicPr>
          <p:cNvPr id="8" name="object 6"/>
          <p:cNvPicPr/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25836" y="4646200"/>
            <a:ext cx="7139022" cy="804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078275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CC61C7-C743-A8A1-2D56-BAC41DA85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228F4034-BC93-128F-3A2D-AEC4E8BF681F}"/>
              </a:ext>
            </a:extLst>
          </p:cNvPr>
          <p:cNvSpPr txBox="1"/>
          <p:nvPr/>
        </p:nvSpPr>
        <p:spPr>
          <a:xfrm>
            <a:off x="327198" y="389493"/>
            <a:ext cx="7552206" cy="473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07000"/>
              </a:lnSpc>
              <a:spcAft>
                <a:spcPts val="800"/>
              </a:spcAft>
              <a:tabLst>
                <a:tab pos="914400" algn="l"/>
              </a:tabLst>
            </a:pPr>
            <a:r>
              <a:rPr lang="pt-BR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Diagrama de Classes (</a:t>
            </a:r>
            <a:r>
              <a:rPr lang="pt-BR" sz="24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Class</a:t>
            </a:r>
            <a:r>
              <a:rPr lang="pt-BR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pt-BR" sz="24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Diagram</a:t>
            </a:r>
            <a:r>
              <a:rPr lang="pt-BR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2" name="object 5">
            <a:extLst>
              <a:ext uri="{FF2B5EF4-FFF2-40B4-BE49-F238E27FC236}">
                <a16:creationId xmlns:a16="http://schemas.microsoft.com/office/drawing/2014/main" id="{33B053B7-DE1B-F74F-EABC-11AE40499F2D}"/>
              </a:ext>
            </a:extLst>
          </p:cNvPr>
          <p:cNvSpPr txBox="1"/>
          <p:nvPr/>
        </p:nvSpPr>
        <p:spPr>
          <a:xfrm>
            <a:off x="416211" y="1067562"/>
            <a:ext cx="11042971" cy="421910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065" marR="5080">
              <a:lnSpc>
                <a:spcPct val="100000"/>
              </a:lnSpc>
              <a:spcBef>
                <a:spcPts val="100"/>
              </a:spcBef>
              <a:buClr>
                <a:srgbClr val="2D1500"/>
              </a:buClr>
              <a:tabLst>
                <a:tab pos="285750" algn="l"/>
              </a:tabLst>
            </a:pPr>
            <a:r>
              <a:rPr lang="pt-BR" sz="2600" b="1" dirty="0">
                <a:latin typeface="BirkaLTPro-Regular"/>
                <a:cs typeface="Tahoma"/>
              </a:rPr>
              <a:t>Restrição</a:t>
            </a:r>
          </a:p>
        </p:txBody>
      </p:sp>
      <p:sp>
        <p:nvSpPr>
          <p:cNvPr id="4" name="object 5">
            <a:extLst>
              <a:ext uri="{FF2B5EF4-FFF2-40B4-BE49-F238E27FC236}">
                <a16:creationId xmlns:a16="http://schemas.microsoft.com/office/drawing/2014/main" id="{5425A6DD-93C5-279C-C3BF-166FA6C60163}"/>
              </a:ext>
            </a:extLst>
          </p:cNvPr>
          <p:cNvSpPr txBox="1"/>
          <p:nvPr/>
        </p:nvSpPr>
        <p:spPr>
          <a:xfrm>
            <a:off x="929153" y="1859769"/>
            <a:ext cx="10384115" cy="1892826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469265" marR="5080" indent="-457200" algn="just">
              <a:spcBef>
                <a:spcPts val="100"/>
              </a:spcBef>
              <a:buClr>
                <a:srgbClr val="2D1500"/>
              </a:buClr>
              <a:buFont typeface="Arial" panose="020B0604020202020204" pitchFamily="34" charset="0"/>
              <a:buChar char="•"/>
              <a:tabLst>
                <a:tab pos="285750" algn="l"/>
              </a:tabLst>
            </a:pPr>
            <a:r>
              <a:rPr lang="pt-BR" sz="2600" dirty="0">
                <a:latin typeface="BirkaLTPro-Regular"/>
                <a:cs typeface="Tahoma"/>
              </a:rPr>
              <a:t>Informações</a:t>
            </a:r>
            <a:r>
              <a:rPr lang="pt-BR" sz="2600" spc="70" dirty="0">
                <a:latin typeface="BirkaLTPro-Regular"/>
                <a:cs typeface="Tahoma"/>
              </a:rPr>
              <a:t> </a:t>
            </a:r>
            <a:r>
              <a:rPr lang="pt-BR" sz="2600" dirty="0">
                <a:latin typeface="BirkaLTPro-Regular"/>
                <a:cs typeface="Tahoma"/>
              </a:rPr>
              <a:t>extras</a:t>
            </a:r>
            <a:r>
              <a:rPr lang="pt-BR" sz="2600" spc="75" dirty="0">
                <a:latin typeface="BirkaLTPro-Regular"/>
                <a:cs typeface="Tahoma"/>
              </a:rPr>
              <a:t> </a:t>
            </a:r>
            <a:r>
              <a:rPr lang="pt-BR" sz="2600" dirty="0">
                <a:latin typeface="BirkaLTPro-Regular"/>
                <a:cs typeface="Tahoma"/>
              </a:rPr>
              <a:t>que</a:t>
            </a:r>
            <a:r>
              <a:rPr lang="pt-BR" sz="2600" spc="75" dirty="0">
                <a:latin typeface="BirkaLTPro-Regular"/>
                <a:cs typeface="Tahoma"/>
              </a:rPr>
              <a:t> </a:t>
            </a:r>
            <a:r>
              <a:rPr lang="pt-BR" sz="2600" dirty="0">
                <a:latin typeface="BirkaLTPro-Regular"/>
                <a:cs typeface="Tahoma"/>
              </a:rPr>
              <a:t>definem</a:t>
            </a:r>
            <a:r>
              <a:rPr lang="pt-BR" sz="2600" spc="70" dirty="0">
                <a:latin typeface="BirkaLTPro-Regular"/>
                <a:cs typeface="Tahoma"/>
              </a:rPr>
              <a:t> </a:t>
            </a:r>
            <a:r>
              <a:rPr lang="pt-BR" sz="2600" dirty="0">
                <a:latin typeface="BirkaLTPro-Regular"/>
                <a:cs typeface="Tahoma"/>
              </a:rPr>
              <a:t>condições</a:t>
            </a:r>
            <a:r>
              <a:rPr lang="pt-BR" sz="2600" spc="70" dirty="0">
                <a:latin typeface="BirkaLTPro-Regular"/>
                <a:cs typeface="Tahoma"/>
              </a:rPr>
              <a:t> </a:t>
            </a:r>
            <a:r>
              <a:rPr lang="pt-BR" sz="2600" dirty="0">
                <a:latin typeface="BirkaLTPro-Regular"/>
                <a:cs typeface="Tahoma"/>
              </a:rPr>
              <a:t>a</a:t>
            </a:r>
            <a:r>
              <a:rPr lang="pt-BR" sz="2600" spc="70" dirty="0">
                <a:latin typeface="BirkaLTPro-Regular"/>
                <a:cs typeface="Tahoma"/>
              </a:rPr>
              <a:t> </a:t>
            </a:r>
            <a:r>
              <a:rPr lang="pt-BR" sz="2600" dirty="0">
                <a:latin typeface="BirkaLTPro-Regular"/>
                <a:cs typeface="Tahoma"/>
              </a:rPr>
              <a:t>serem</a:t>
            </a:r>
            <a:r>
              <a:rPr lang="pt-BR" sz="2600" spc="70" dirty="0">
                <a:latin typeface="BirkaLTPro-Regular"/>
                <a:cs typeface="Tahoma"/>
              </a:rPr>
              <a:t>  </a:t>
            </a:r>
            <a:r>
              <a:rPr lang="pt-BR" sz="2600" dirty="0">
                <a:latin typeface="BirkaLTPro-Regular"/>
                <a:cs typeface="Tahoma"/>
              </a:rPr>
              <a:t>validadas</a:t>
            </a:r>
            <a:r>
              <a:rPr lang="pt-BR" sz="2600" spc="75" dirty="0">
                <a:latin typeface="BirkaLTPro-Regular"/>
                <a:cs typeface="Tahoma"/>
              </a:rPr>
              <a:t>  </a:t>
            </a:r>
            <a:r>
              <a:rPr lang="pt-BR" sz="2600" dirty="0">
                <a:latin typeface="BirkaLTPro-Regular"/>
                <a:cs typeface="Tahoma"/>
              </a:rPr>
              <a:t>durante</a:t>
            </a:r>
            <a:r>
              <a:rPr lang="pt-BR" sz="2600" spc="70" dirty="0">
                <a:latin typeface="BirkaLTPro-Regular"/>
                <a:cs typeface="Tahoma"/>
              </a:rPr>
              <a:t> </a:t>
            </a:r>
            <a:r>
              <a:rPr lang="pt-BR" sz="2600" spc="-50" dirty="0">
                <a:latin typeface="BirkaLTPro-Regular"/>
                <a:cs typeface="Tahoma"/>
              </a:rPr>
              <a:t>a </a:t>
            </a:r>
            <a:r>
              <a:rPr lang="pt-BR" sz="2600" dirty="0">
                <a:latin typeface="BirkaLTPro-Regular"/>
                <a:cs typeface="Tahoma"/>
              </a:rPr>
              <a:t>implementação</a:t>
            </a:r>
            <a:r>
              <a:rPr lang="pt-BR" sz="2600" spc="204" dirty="0">
                <a:latin typeface="BirkaLTPro-Regular"/>
                <a:cs typeface="Tahoma"/>
              </a:rPr>
              <a:t> </a:t>
            </a:r>
            <a:r>
              <a:rPr lang="pt-BR" sz="2600" dirty="0">
                <a:latin typeface="BirkaLTPro-Regular"/>
                <a:cs typeface="Tahoma"/>
              </a:rPr>
              <a:t>dos</a:t>
            </a:r>
            <a:r>
              <a:rPr lang="pt-BR" sz="2600" spc="220" dirty="0">
                <a:latin typeface="BirkaLTPro-Regular"/>
                <a:cs typeface="Tahoma"/>
              </a:rPr>
              <a:t> </a:t>
            </a:r>
            <a:r>
              <a:rPr lang="pt-BR" sz="2600" dirty="0">
                <a:latin typeface="BirkaLTPro-Regular"/>
                <a:cs typeface="Tahoma"/>
              </a:rPr>
              <a:t>métodos</a:t>
            </a:r>
            <a:r>
              <a:rPr lang="pt-BR" sz="2600" spc="220" dirty="0">
                <a:latin typeface="BirkaLTPro-Regular"/>
                <a:cs typeface="Tahoma"/>
              </a:rPr>
              <a:t> </a:t>
            </a:r>
            <a:r>
              <a:rPr lang="pt-BR" sz="2600" dirty="0">
                <a:latin typeface="BirkaLTPro-Regular"/>
                <a:cs typeface="Tahoma"/>
              </a:rPr>
              <a:t>de</a:t>
            </a:r>
            <a:r>
              <a:rPr lang="pt-BR" sz="2600" spc="220" dirty="0">
                <a:latin typeface="BirkaLTPro-Regular"/>
                <a:cs typeface="Tahoma"/>
              </a:rPr>
              <a:t> </a:t>
            </a:r>
            <a:r>
              <a:rPr lang="pt-BR" sz="2600" dirty="0">
                <a:latin typeface="BirkaLTPro-Regular"/>
                <a:cs typeface="Tahoma"/>
              </a:rPr>
              <a:t>uma</a:t>
            </a:r>
            <a:r>
              <a:rPr lang="pt-BR" sz="2600" spc="225" dirty="0">
                <a:latin typeface="BirkaLTPro-Regular"/>
                <a:cs typeface="Tahoma"/>
              </a:rPr>
              <a:t> </a:t>
            </a:r>
            <a:r>
              <a:rPr lang="pt-BR" sz="2600" dirty="0">
                <a:latin typeface="BirkaLTPro-Regular"/>
                <a:cs typeface="Tahoma"/>
              </a:rPr>
              <a:t>classe,</a:t>
            </a:r>
            <a:r>
              <a:rPr lang="pt-BR" sz="2600" spc="210" dirty="0">
                <a:latin typeface="BirkaLTPro-Regular"/>
                <a:cs typeface="Tahoma"/>
              </a:rPr>
              <a:t> </a:t>
            </a:r>
            <a:r>
              <a:rPr lang="pt-BR" sz="2600" dirty="0">
                <a:latin typeface="BirkaLTPro-Regular"/>
                <a:cs typeface="Tahoma"/>
              </a:rPr>
              <a:t>das</a:t>
            </a:r>
            <a:r>
              <a:rPr lang="pt-BR" sz="2600" spc="220" dirty="0">
                <a:latin typeface="BirkaLTPro-Regular"/>
                <a:cs typeface="Tahoma"/>
              </a:rPr>
              <a:t> </a:t>
            </a:r>
            <a:r>
              <a:rPr lang="pt-BR" sz="2600" dirty="0">
                <a:latin typeface="BirkaLTPro-Regular"/>
                <a:cs typeface="Tahoma"/>
              </a:rPr>
              <a:t>associações</a:t>
            </a:r>
            <a:r>
              <a:rPr lang="pt-BR" sz="2600" spc="215" dirty="0">
                <a:latin typeface="BirkaLTPro-Regular"/>
                <a:cs typeface="Tahoma"/>
              </a:rPr>
              <a:t> </a:t>
            </a:r>
            <a:r>
              <a:rPr lang="pt-BR" sz="2600" dirty="0">
                <a:latin typeface="BirkaLTPro-Regular"/>
                <a:cs typeface="Tahoma"/>
              </a:rPr>
              <a:t>entre</a:t>
            </a:r>
            <a:r>
              <a:rPr lang="pt-BR" sz="2600" spc="220" dirty="0">
                <a:latin typeface="BirkaLTPro-Regular"/>
                <a:cs typeface="Tahoma"/>
              </a:rPr>
              <a:t> </a:t>
            </a:r>
            <a:r>
              <a:rPr lang="pt-BR" sz="2600" dirty="0">
                <a:latin typeface="BirkaLTPro-Regular"/>
                <a:cs typeface="Tahoma"/>
              </a:rPr>
              <a:t>as</a:t>
            </a:r>
            <a:r>
              <a:rPr lang="pt-BR" sz="2600" spc="220" dirty="0">
                <a:latin typeface="BirkaLTPro-Regular"/>
                <a:cs typeface="Tahoma"/>
              </a:rPr>
              <a:t> </a:t>
            </a:r>
            <a:r>
              <a:rPr lang="pt-BR" sz="2600" spc="-10" dirty="0">
                <a:latin typeface="BirkaLTPro-Regular"/>
                <a:cs typeface="Tahoma"/>
              </a:rPr>
              <a:t>classes 	</a:t>
            </a:r>
            <a:r>
              <a:rPr lang="pt-BR" sz="2600" dirty="0">
                <a:latin typeface="BirkaLTPro-Regular"/>
                <a:cs typeface="Tahoma"/>
              </a:rPr>
              <a:t>ou</a:t>
            </a:r>
            <a:r>
              <a:rPr lang="pt-BR" sz="2600" spc="-30" dirty="0">
                <a:latin typeface="BirkaLTPro-Regular"/>
                <a:cs typeface="Tahoma"/>
              </a:rPr>
              <a:t> </a:t>
            </a:r>
            <a:r>
              <a:rPr lang="pt-BR" sz="2600" dirty="0">
                <a:latin typeface="BirkaLTPro-Regular"/>
                <a:cs typeface="Tahoma"/>
              </a:rPr>
              <a:t>mesmo</a:t>
            </a:r>
            <a:r>
              <a:rPr lang="pt-BR" sz="2600" spc="-25" dirty="0">
                <a:latin typeface="BirkaLTPro-Regular"/>
                <a:cs typeface="Tahoma"/>
              </a:rPr>
              <a:t> </a:t>
            </a:r>
            <a:r>
              <a:rPr lang="pt-BR" sz="2600" dirty="0">
                <a:latin typeface="BirkaLTPro-Regular"/>
                <a:cs typeface="Tahoma"/>
              </a:rPr>
              <a:t>de</a:t>
            </a:r>
            <a:r>
              <a:rPr lang="pt-BR" sz="2600" spc="-5" dirty="0">
                <a:latin typeface="BirkaLTPro-Regular"/>
                <a:cs typeface="Tahoma"/>
              </a:rPr>
              <a:t> </a:t>
            </a:r>
            <a:r>
              <a:rPr lang="pt-BR" sz="2600" dirty="0">
                <a:latin typeface="BirkaLTPro-Regular"/>
                <a:cs typeface="Tahoma"/>
              </a:rPr>
              <a:t>seus</a:t>
            </a:r>
            <a:r>
              <a:rPr lang="pt-BR" sz="2600" spc="-30" dirty="0">
                <a:latin typeface="BirkaLTPro-Regular"/>
                <a:cs typeface="Tahoma"/>
              </a:rPr>
              <a:t> </a:t>
            </a:r>
            <a:r>
              <a:rPr lang="pt-BR" sz="2600" spc="-10" dirty="0">
                <a:latin typeface="BirkaLTPro-Regular"/>
                <a:cs typeface="Tahoma"/>
              </a:rPr>
              <a:t>atributos;</a:t>
            </a:r>
            <a:endParaRPr lang="pt-BR" sz="2600" dirty="0">
              <a:latin typeface="BirkaLTPro-Regular"/>
              <a:cs typeface="Tahoma"/>
            </a:endParaRPr>
          </a:p>
          <a:p>
            <a:pPr marL="469900" indent="-457200">
              <a:spcBef>
                <a:spcPts val="1080"/>
              </a:spcBef>
              <a:buClr>
                <a:srgbClr val="2D1500"/>
              </a:buClr>
              <a:buFont typeface="Arial" panose="020B0604020202020204" pitchFamily="34" charset="0"/>
              <a:buChar char="•"/>
              <a:tabLst>
                <a:tab pos="285115" algn="l"/>
              </a:tabLst>
            </a:pPr>
            <a:r>
              <a:rPr lang="pt-BR" sz="2600" dirty="0">
                <a:latin typeface="BirkaLTPro-Regular"/>
                <a:cs typeface="Tahoma"/>
              </a:rPr>
              <a:t>Representadas</a:t>
            </a:r>
            <a:r>
              <a:rPr lang="pt-BR" sz="2600" spc="-70" dirty="0">
                <a:latin typeface="BirkaLTPro-Regular"/>
                <a:cs typeface="Tahoma"/>
              </a:rPr>
              <a:t> </a:t>
            </a:r>
            <a:r>
              <a:rPr lang="pt-BR" sz="2600" dirty="0">
                <a:latin typeface="BirkaLTPro-Regular"/>
                <a:cs typeface="Tahoma"/>
              </a:rPr>
              <a:t>por</a:t>
            </a:r>
            <a:r>
              <a:rPr lang="pt-BR" sz="2600" spc="-55" dirty="0">
                <a:latin typeface="BirkaLTPro-Regular"/>
                <a:cs typeface="Tahoma"/>
              </a:rPr>
              <a:t> </a:t>
            </a:r>
            <a:r>
              <a:rPr lang="pt-BR" sz="2600" dirty="0">
                <a:latin typeface="BirkaLTPro-Regular"/>
                <a:cs typeface="Tahoma"/>
              </a:rPr>
              <a:t>textos</a:t>
            </a:r>
            <a:r>
              <a:rPr lang="pt-BR" sz="2600" spc="-65" dirty="0">
                <a:latin typeface="BirkaLTPro-Regular"/>
                <a:cs typeface="Tahoma"/>
              </a:rPr>
              <a:t> </a:t>
            </a:r>
            <a:r>
              <a:rPr lang="pt-BR" sz="2600" dirty="0">
                <a:latin typeface="BirkaLTPro-Regular"/>
                <a:cs typeface="Tahoma"/>
              </a:rPr>
              <a:t>limitados</a:t>
            </a:r>
            <a:r>
              <a:rPr lang="pt-BR" sz="2600" spc="-40" dirty="0">
                <a:latin typeface="BirkaLTPro-Regular"/>
                <a:cs typeface="Tahoma"/>
              </a:rPr>
              <a:t> </a:t>
            </a:r>
            <a:r>
              <a:rPr lang="pt-BR" sz="2600" dirty="0">
                <a:latin typeface="BirkaLTPro-Regular"/>
                <a:cs typeface="Tahoma"/>
              </a:rPr>
              <a:t>por</a:t>
            </a:r>
            <a:r>
              <a:rPr lang="pt-BR" sz="2600" spc="-50" dirty="0">
                <a:latin typeface="BirkaLTPro-Regular"/>
                <a:cs typeface="Tahoma"/>
              </a:rPr>
              <a:t> </a:t>
            </a:r>
            <a:r>
              <a:rPr lang="pt-BR" sz="2600" spc="-10" dirty="0">
                <a:latin typeface="BirkaLTPro-Regular"/>
                <a:cs typeface="Tahoma"/>
              </a:rPr>
              <a:t>chaves.</a:t>
            </a:r>
            <a:endParaRPr lang="pt-BR" sz="2600" dirty="0">
              <a:latin typeface="BirkaLTPro-Regular"/>
              <a:cs typeface="Tahom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769016" y="3852946"/>
            <a:ext cx="4839963" cy="2481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97257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DF936E-A74B-FFD3-C867-87192DF02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7C9F8782-95B6-A578-FA54-A170C7FD171F}"/>
              </a:ext>
            </a:extLst>
          </p:cNvPr>
          <p:cNvSpPr txBox="1"/>
          <p:nvPr/>
        </p:nvSpPr>
        <p:spPr>
          <a:xfrm>
            <a:off x="327198" y="389493"/>
            <a:ext cx="7552206" cy="473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07000"/>
              </a:lnSpc>
              <a:spcAft>
                <a:spcPts val="800"/>
              </a:spcAft>
              <a:tabLst>
                <a:tab pos="914400" algn="l"/>
              </a:tabLst>
            </a:pPr>
            <a:r>
              <a:rPr lang="pt-BR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Diagrama de Classes (</a:t>
            </a:r>
            <a:r>
              <a:rPr lang="pt-BR" sz="24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Class</a:t>
            </a:r>
            <a:r>
              <a:rPr lang="pt-BR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pt-BR" sz="24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Diagram</a:t>
            </a:r>
            <a:r>
              <a:rPr lang="pt-BR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2" name="object 5">
            <a:extLst>
              <a:ext uri="{FF2B5EF4-FFF2-40B4-BE49-F238E27FC236}">
                <a16:creationId xmlns:a16="http://schemas.microsoft.com/office/drawing/2014/main" id="{B8A68CE5-ED99-1D79-513B-B9ED0EEE65E7}"/>
              </a:ext>
            </a:extLst>
          </p:cNvPr>
          <p:cNvSpPr txBox="1"/>
          <p:nvPr/>
        </p:nvSpPr>
        <p:spPr>
          <a:xfrm>
            <a:off x="416211" y="1067562"/>
            <a:ext cx="11042971" cy="421910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065" marR="5080">
              <a:lnSpc>
                <a:spcPct val="100000"/>
              </a:lnSpc>
              <a:spcBef>
                <a:spcPts val="100"/>
              </a:spcBef>
              <a:buClr>
                <a:srgbClr val="2D1500"/>
              </a:buClr>
              <a:tabLst>
                <a:tab pos="285750" algn="l"/>
              </a:tabLst>
            </a:pPr>
            <a:r>
              <a:rPr lang="pt-BR" sz="2600" b="1" dirty="0">
                <a:latin typeface="BirkaLTPro-Regular"/>
                <a:cs typeface="Tahoma"/>
              </a:rPr>
              <a:t>Interface</a:t>
            </a:r>
          </a:p>
        </p:txBody>
      </p:sp>
      <p:sp>
        <p:nvSpPr>
          <p:cNvPr id="4" name="object 5">
            <a:extLst>
              <a:ext uri="{FF2B5EF4-FFF2-40B4-BE49-F238E27FC236}">
                <a16:creationId xmlns:a16="http://schemas.microsoft.com/office/drawing/2014/main" id="{093F4CEC-B42E-5D74-717B-882426086D78}"/>
              </a:ext>
            </a:extLst>
          </p:cNvPr>
          <p:cNvSpPr txBox="1"/>
          <p:nvPr/>
        </p:nvSpPr>
        <p:spPr>
          <a:xfrm>
            <a:off x="416211" y="1908407"/>
            <a:ext cx="5371746" cy="2421176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469900" indent="-457200" algn="just">
              <a:spcBef>
                <a:spcPts val="100"/>
              </a:spcBef>
              <a:buClr>
                <a:srgbClr val="2D1500"/>
              </a:buClr>
              <a:buFont typeface="Arial" panose="020B0604020202020204" pitchFamily="34" charset="0"/>
              <a:buChar char="•"/>
              <a:tabLst>
                <a:tab pos="285115" algn="l"/>
              </a:tabLst>
            </a:pPr>
            <a:r>
              <a:rPr lang="pt-BR" sz="2600" dirty="0">
                <a:latin typeface="BirkaLTPro-Regular"/>
                <a:cs typeface="Tahoma"/>
              </a:rPr>
              <a:t>Tipo</a:t>
            </a:r>
            <a:r>
              <a:rPr lang="pt-BR" sz="2600" spc="-30" dirty="0">
                <a:latin typeface="BirkaLTPro-Regular"/>
                <a:cs typeface="Tahoma"/>
              </a:rPr>
              <a:t> </a:t>
            </a:r>
            <a:r>
              <a:rPr lang="pt-BR" sz="2600" dirty="0">
                <a:latin typeface="BirkaLTPro-Regular"/>
                <a:cs typeface="Tahoma"/>
              </a:rPr>
              <a:t>especial</a:t>
            </a:r>
            <a:r>
              <a:rPr lang="pt-BR" sz="2600" spc="-20" dirty="0">
                <a:latin typeface="BirkaLTPro-Regular"/>
                <a:cs typeface="Tahoma"/>
              </a:rPr>
              <a:t> </a:t>
            </a:r>
            <a:r>
              <a:rPr lang="pt-BR" sz="2600" dirty="0">
                <a:latin typeface="BirkaLTPro-Regular"/>
                <a:cs typeface="Tahoma"/>
              </a:rPr>
              <a:t>de</a:t>
            </a:r>
            <a:r>
              <a:rPr lang="pt-BR" sz="2600" spc="-10" dirty="0">
                <a:latin typeface="BirkaLTPro-Regular"/>
                <a:cs typeface="Tahoma"/>
              </a:rPr>
              <a:t> </a:t>
            </a:r>
            <a:r>
              <a:rPr lang="pt-BR" sz="2600" dirty="0">
                <a:latin typeface="BirkaLTPro-Regular"/>
                <a:cs typeface="Tahoma"/>
              </a:rPr>
              <a:t>classe</a:t>
            </a:r>
            <a:r>
              <a:rPr lang="pt-BR" sz="2600" spc="-25" dirty="0">
                <a:latin typeface="BirkaLTPro-Regular"/>
                <a:cs typeface="Tahoma"/>
              </a:rPr>
              <a:t> </a:t>
            </a:r>
            <a:r>
              <a:rPr lang="pt-BR" sz="2600" dirty="0">
                <a:latin typeface="BirkaLTPro-Regular"/>
                <a:cs typeface="Tahoma"/>
              </a:rPr>
              <a:t>a</a:t>
            </a:r>
            <a:r>
              <a:rPr lang="pt-BR" sz="2600" spc="-20" dirty="0">
                <a:latin typeface="BirkaLTPro-Regular"/>
                <a:cs typeface="Tahoma"/>
              </a:rPr>
              <a:t> </a:t>
            </a:r>
            <a:r>
              <a:rPr lang="pt-BR" sz="2600" dirty="0">
                <a:latin typeface="BirkaLTPro-Regular"/>
                <a:cs typeface="Tahoma"/>
              </a:rPr>
              <a:t>qual</a:t>
            </a:r>
            <a:r>
              <a:rPr lang="pt-BR" sz="2600" spc="-25" dirty="0">
                <a:latin typeface="BirkaLTPro-Regular"/>
                <a:cs typeface="Tahoma"/>
              </a:rPr>
              <a:t> </a:t>
            </a:r>
            <a:r>
              <a:rPr lang="pt-BR" sz="2600" dirty="0">
                <a:latin typeface="BirkaLTPro-Regular"/>
                <a:cs typeface="Tahoma"/>
              </a:rPr>
              <a:t>não</a:t>
            </a:r>
            <a:r>
              <a:rPr lang="pt-BR" sz="2600" spc="-30" dirty="0">
                <a:latin typeface="BirkaLTPro-Regular"/>
                <a:cs typeface="Tahoma"/>
              </a:rPr>
              <a:t> </a:t>
            </a:r>
            <a:r>
              <a:rPr lang="pt-BR" sz="2600" dirty="0">
                <a:latin typeface="BirkaLTPro-Regular"/>
                <a:cs typeface="Tahoma"/>
              </a:rPr>
              <a:t>pode</a:t>
            </a:r>
            <a:r>
              <a:rPr lang="pt-BR" sz="2600" spc="-15" dirty="0">
                <a:latin typeface="BirkaLTPro-Regular"/>
                <a:cs typeface="Tahoma"/>
              </a:rPr>
              <a:t> </a:t>
            </a:r>
            <a:r>
              <a:rPr lang="pt-BR" sz="2600" dirty="0">
                <a:latin typeface="BirkaLTPro-Regular"/>
                <a:cs typeface="Tahoma"/>
              </a:rPr>
              <a:t>ser</a:t>
            </a:r>
            <a:r>
              <a:rPr lang="pt-BR" sz="2600" spc="-20" dirty="0">
                <a:latin typeface="BirkaLTPro-Regular"/>
                <a:cs typeface="Tahoma"/>
              </a:rPr>
              <a:t> </a:t>
            </a:r>
            <a:r>
              <a:rPr lang="pt-BR" sz="2600" i="1" spc="-10" dirty="0">
                <a:latin typeface="BirkaLTPro-Regular"/>
                <a:cs typeface="Tahoma"/>
              </a:rPr>
              <a:t>instanciada</a:t>
            </a:r>
            <a:r>
              <a:rPr lang="pt-BR" sz="2600" spc="-10" dirty="0">
                <a:latin typeface="BirkaLTPro-Regular"/>
                <a:cs typeface="Tahoma"/>
              </a:rPr>
              <a:t>.</a:t>
            </a:r>
            <a:endParaRPr lang="pt-BR" sz="2600" dirty="0">
              <a:latin typeface="BirkaLTPro-Regular"/>
              <a:cs typeface="Tahoma"/>
            </a:endParaRPr>
          </a:p>
          <a:p>
            <a:pPr marL="469265" marR="5080" indent="-457200" algn="just">
              <a:spcBef>
                <a:spcPts val="2140"/>
              </a:spcBef>
              <a:buClr>
                <a:srgbClr val="2D1500"/>
              </a:buClr>
              <a:buFont typeface="Arial" panose="020B0604020202020204" pitchFamily="34" charset="0"/>
              <a:buChar char="•"/>
              <a:tabLst>
                <a:tab pos="285750" algn="l"/>
              </a:tabLst>
            </a:pPr>
            <a:r>
              <a:rPr lang="pt-BR" sz="2600" dirty="0">
                <a:latin typeface="BirkaLTPro-Regular"/>
                <a:cs typeface="Tahoma"/>
              </a:rPr>
              <a:t>Serve</a:t>
            </a:r>
            <a:r>
              <a:rPr lang="pt-BR" sz="2600" spc="120" dirty="0">
                <a:latin typeface="BirkaLTPro-Regular"/>
                <a:cs typeface="Tahoma"/>
              </a:rPr>
              <a:t> </a:t>
            </a:r>
            <a:r>
              <a:rPr lang="pt-BR" sz="2600" dirty="0">
                <a:latin typeface="BirkaLTPro-Regular"/>
                <a:cs typeface="Tahoma"/>
              </a:rPr>
              <a:t>apenas</a:t>
            </a:r>
            <a:r>
              <a:rPr lang="pt-BR" sz="2600" spc="120" dirty="0">
                <a:latin typeface="BirkaLTPro-Regular"/>
                <a:cs typeface="Tahoma"/>
              </a:rPr>
              <a:t> </a:t>
            </a:r>
            <a:r>
              <a:rPr lang="pt-BR" sz="2600" dirty="0">
                <a:latin typeface="BirkaLTPro-Regular"/>
                <a:cs typeface="Tahoma"/>
              </a:rPr>
              <a:t>para</a:t>
            </a:r>
            <a:r>
              <a:rPr lang="pt-BR" sz="2600" spc="130" dirty="0">
                <a:latin typeface="BirkaLTPro-Regular"/>
                <a:cs typeface="Tahoma"/>
              </a:rPr>
              <a:t> </a:t>
            </a:r>
            <a:r>
              <a:rPr lang="pt-BR" sz="2600" dirty="0">
                <a:latin typeface="BirkaLTPro-Regular"/>
                <a:cs typeface="Tahoma"/>
              </a:rPr>
              <a:t>especificar</a:t>
            </a:r>
            <a:r>
              <a:rPr lang="pt-BR" sz="2600" spc="125" dirty="0">
                <a:latin typeface="BirkaLTPro-Regular"/>
                <a:cs typeface="Tahoma"/>
              </a:rPr>
              <a:t> </a:t>
            </a:r>
            <a:r>
              <a:rPr lang="pt-BR" sz="2600" dirty="0">
                <a:latin typeface="BirkaLTPro-Regular"/>
                <a:cs typeface="Tahoma"/>
              </a:rPr>
              <a:t>operações</a:t>
            </a:r>
            <a:r>
              <a:rPr lang="pt-BR" sz="2600" spc="125" dirty="0">
                <a:latin typeface="BirkaLTPro-Regular"/>
                <a:cs typeface="Tahoma"/>
              </a:rPr>
              <a:t> </a:t>
            </a:r>
            <a:r>
              <a:rPr lang="pt-BR" sz="2600" dirty="0">
                <a:latin typeface="BirkaLTPro-Regular"/>
                <a:cs typeface="Tahoma"/>
              </a:rPr>
              <a:t>externamente</a:t>
            </a:r>
            <a:r>
              <a:rPr lang="pt-BR" sz="2600" spc="120" dirty="0">
                <a:latin typeface="BirkaLTPro-Regular"/>
                <a:cs typeface="Tahoma"/>
              </a:rPr>
              <a:t> </a:t>
            </a:r>
            <a:r>
              <a:rPr lang="pt-BR" sz="2600" dirty="0">
                <a:latin typeface="BirkaLTPro-Regular"/>
                <a:cs typeface="Tahoma"/>
              </a:rPr>
              <a:t>visíveis</a:t>
            </a:r>
            <a:r>
              <a:rPr lang="pt-BR" sz="2600" spc="125" dirty="0">
                <a:latin typeface="BirkaLTPro-Regular"/>
                <a:cs typeface="Tahoma"/>
              </a:rPr>
              <a:t> </a:t>
            </a:r>
            <a:r>
              <a:rPr lang="pt-BR" sz="2600" dirty="0">
                <a:latin typeface="BirkaLTPro-Regular"/>
                <a:cs typeface="Tahoma"/>
              </a:rPr>
              <a:t>para</a:t>
            </a:r>
            <a:r>
              <a:rPr lang="pt-BR" sz="2600" spc="130" dirty="0">
                <a:latin typeface="BirkaLTPro-Regular"/>
                <a:cs typeface="Tahoma"/>
              </a:rPr>
              <a:t> </a:t>
            </a:r>
            <a:r>
              <a:rPr lang="pt-BR" sz="2600" dirty="0">
                <a:latin typeface="BirkaLTPro-Regular"/>
                <a:cs typeface="Tahoma"/>
              </a:rPr>
              <a:t>uma</a:t>
            </a:r>
            <a:r>
              <a:rPr lang="pt-BR" sz="2600" spc="140" dirty="0">
                <a:latin typeface="BirkaLTPro-Regular"/>
                <a:cs typeface="Tahoma"/>
              </a:rPr>
              <a:t> </a:t>
            </a:r>
            <a:r>
              <a:rPr lang="pt-BR" sz="2600" spc="-10" dirty="0">
                <a:latin typeface="BirkaLTPro-Regular"/>
                <a:cs typeface="Tahoma"/>
              </a:rPr>
              <a:t>outra </a:t>
            </a:r>
            <a:r>
              <a:rPr lang="pt-BR" sz="2600" dirty="0">
                <a:latin typeface="BirkaLTPro-Regular"/>
                <a:cs typeface="Tahoma"/>
              </a:rPr>
              <a:t>classe</a:t>
            </a:r>
            <a:r>
              <a:rPr lang="pt-BR" sz="2600" spc="-25" dirty="0">
                <a:latin typeface="BirkaLTPro-Regular"/>
                <a:cs typeface="Tahoma"/>
              </a:rPr>
              <a:t> </a:t>
            </a:r>
            <a:r>
              <a:rPr lang="pt-BR" sz="2600" spc="-10" dirty="0">
                <a:latin typeface="BirkaLTPro-Regular"/>
                <a:cs typeface="Tahoma"/>
              </a:rPr>
              <a:t>implementar.</a:t>
            </a:r>
            <a:endParaRPr lang="pt-BR" sz="2600" dirty="0">
              <a:latin typeface="BirkaLTPro-Regular"/>
              <a:cs typeface="Tahoma"/>
            </a:endParaRPr>
          </a:p>
        </p:txBody>
      </p:sp>
      <p:pic>
        <p:nvPicPr>
          <p:cNvPr id="3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0" y="1590413"/>
            <a:ext cx="5581650" cy="3990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346895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D46A96-1FC7-3BE9-2CA3-044981BED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5C654940-7023-64E4-ABC4-6A556C5251B7}"/>
              </a:ext>
            </a:extLst>
          </p:cNvPr>
          <p:cNvSpPr txBox="1"/>
          <p:nvPr/>
        </p:nvSpPr>
        <p:spPr>
          <a:xfrm>
            <a:off x="327198" y="389493"/>
            <a:ext cx="7552206" cy="473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07000"/>
              </a:lnSpc>
              <a:spcAft>
                <a:spcPts val="800"/>
              </a:spcAft>
              <a:tabLst>
                <a:tab pos="914400" algn="l"/>
              </a:tabLst>
            </a:pPr>
            <a:r>
              <a:rPr lang="pt-BR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Diagrama de Classes (</a:t>
            </a:r>
            <a:r>
              <a:rPr lang="pt-BR" sz="24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Class</a:t>
            </a:r>
            <a:r>
              <a:rPr lang="pt-BR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pt-BR" sz="24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Diagram</a:t>
            </a:r>
            <a:r>
              <a:rPr lang="pt-BR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2" name="object 5">
            <a:extLst>
              <a:ext uri="{FF2B5EF4-FFF2-40B4-BE49-F238E27FC236}">
                <a16:creationId xmlns:a16="http://schemas.microsoft.com/office/drawing/2014/main" id="{A26F82C9-1AAE-579F-4505-EE2489959B7C}"/>
              </a:ext>
            </a:extLst>
          </p:cNvPr>
          <p:cNvSpPr txBox="1"/>
          <p:nvPr/>
        </p:nvSpPr>
        <p:spPr>
          <a:xfrm>
            <a:off x="416211" y="1067562"/>
            <a:ext cx="11042971" cy="421910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065" marR="5080">
              <a:lnSpc>
                <a:spcPct val="100000"/>
              </a:lnSpc>
              <a:spcBef>
                <a:spcPts val="100"/>
              </a:spcBef>
              <a:buClr>
                <a:srgbClr val="2D1500"/>
              </a:buClr>
              <a:tabLst>
                <a:tab pos="285750" algn="l"/>
              </a:tabLst>
            </a:pPr>
            <a:r>
              <a:rPr lang="pt-BR" sz="2600" b="1" dirty="0" err="1">
                <a:latin typeface="BirkaLTPro-Regular"/>
                <a:cs typeface="Tahoma"/>
              </a:rPr>
              <a:t>Boundary</a:t>
            </a:r>
            <a:r>
              <a:rPr lang="pt-BR" sz="2600" b="1" dirty="0">
                <a:latin typeface="BirkaLTPro-Regular"/>
                <a:cs typeface="Tahoma"/>
              </a:rPr>
              <a:t>, Control e Entity</a:t>
            </a:r>
          </a:p>
        </p:txBody>
      </p:sp>
      <p:sp>
        <p:nvSpPr>
          <p:cNvPr id="4" name="object 5">
            <a:extLst>
              <a:ext uri="{FF2B5EF4-FFF2-40B4-BE49-F238E27FC236}">
                <a16:creationId xmlns:a16="http://schemas.microsoft.com/office/drawing/2014/main" id="{C0D1EF76-02C6-0169-A169-49EEDC03A48B}"/>
              </a:ext>
            </a:extLst>
          </p:cNvPr>
          <p:cNvSpPr txBox="1"/>
          <p:nvPr/>
        </p:nvSpPr>
        <p:spPr>
          <a:xfrm>
            <a:off x="416210" y="1577666"/>
            <a:ext cx="11140249" cy="2875146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469900" indent="-457200">
              <a:spcBef>
                <a:spcPts val="600"/>
              </a:spcBef>
              <a:buClr>
                <a:srgbClr val="2D1500"/>
              </a:buClr>
              <a:buFont typeface="Arial" panose="020B0604020202020204" pitchFamily="34" charset="0"/>
              <a:buChar char="•"/>
              <a:tabLst>
                <a:tab pos="285115" algn="l"/>
              </a:tabLst>
            </a:pPr>
            <a:r>
              <a:rPr lang="pt-BR" sz="2600" dirty="0">
                <a:latin typeface="BirkaLTPro-Regular"/>
                <a:cs typeface="Tahoma"/>
              </a:rPr>
              <a:t>Classes</a:t>
            </a:r>
            <a:r>
              <a:rPr lang="pt-BR" sz="2600" spc="-90" dirty="0">
                <a:latin typeface="BirkaLTPro-Regular"/>
                <a:cs typeface="Tahoma"/>
              </a:rPr>
              <a:t> </a:t>
            </a:r>
            <a:r>
              <a:rPr lang="pt-BR" sz="2600" dirty="0">
                <a:latin typeface="BirkaLTPro-Regular"/>
                <a:cs typeface="Tahoma"/>
              </a:rPr>
              <a:t>estereotipadas: </a:t>
            </a:r>
            <a:r>
              <a:rPr lang="pt-BR" sz="2800" b="0" i="0" dirty="0">
                <a:solidFill>
                  <a:srgbClr val="001D35"/>
                </a:solidFill>
                <a:effectLst/>
                <a:latin typeface="Google Sans"/>
              </a:rPr>
              <a:t>Um recurso que permite classificar ou criar novos elementos, estendendo a semântica dos itens da UML sem alterar a sua estrutura. </a:t>
            </a:r>
            <a:endParaRPr lang="pt-BR" sz="2600" dirty="0">
              <a:latin typeface="BirkaLTPro-Regular"/>
              <a:cs typeface="Tahoma"/>
            </a:endParaRPr>
          </a:p>
          <a:p>
            <a:pPr marL="469900" indent="-457200">
              <a:spcBef>
                <a:spcPts val="600"/>
              </a:spcBef>
              <a:buClr>
                <a:srgbClr val="2D1500"/>
              </a:buClr>
              <a:buFont typeface="Arial" panose="020B0604020202020204" pitchFamily="34" charset="0"/>
              <a:buChar char="•"/>
              <a:tabLst>
                <a:tab pos="285115" algn="l"/>
              </a:tabLst>
            </a:pPr>
            <a:r>
              <a:rPr lang="pt-BR" sz="2600" u="sng" dirty="0" err="1">
                <a:uFill>
                  <a:solidFill>
                    <a:srgbClr val="713400"/>
                  </a:solidFill>
                </a:uFill>
                <a:latin typeface="BirkaLTPro-Regular"/>
                <a:cs typeface="Tahoma"/>
              </a:rPr>
              <a:t>Boundary</a:t>
            </a:r>
            <a:r>
              <a:rPr lang="pt-BR" sz="2600" dirty="0">
                <a:latin typeface="BirkaLTPro-Regular"/>
                <a:cs typeface="Tahoma"/>
              </a:rPr>
              <a:t>:</a:t>
            </a:r>
            <a:r>
              <a:rPr lang="pt-BR" sz="2600" spc="-75" dirty="0">
                <a:latin typeface="BirkaLTPro-Regular"/>
                <a:cs typeface="Tahoma"/>
              </a:rPr>
              <a:t> </a:t>
            </a:r>
            <a:r>
              <a:rPr lang="pt-BR" sz="2600" dirty="0">
                <a:latin typeface="BirkaLTPro-Regular"/>
                <a:cs typeface="Tahoma"/>
              </a:rPr>
              <a:t>classe</a:t>
            </a:r>
            <a:r>
              <a:rPr lang="pt-BR" sz="2600" spc="-75" dirty="0">
                <a:latin typeface="BirkaLTPro-Regular"/>
                <a:cs typeface="Tahoma"/>
              </a:rPr>
              <a:t> </a:t>
            </a:r>
            <a:r>
              <a:rPr lang="pt-BR" sz="2600" dirty="0">
                <a:latin typeface="BirkaLTPro-Regular"/>
                <a:cs typeface="Tahoma"/>
              </a:rPr>
              <a:t>de</a:t>
            </a:r>
            <a:r>
              <a:rPr lang="pt-BR" sz="2600" spc="-75" dirty="0">
                <a:latin typeface="BirkaLTPro-Regular"/>
                <a:cs typeface="Tahoma"/>
              </a:rPr>
              <a:t> </a:t>
            </a:r>
            <a:r>
              <a:rPr lang="pt-BR" sz="2600" dirty="0">
                <a:latin typeface="BirkaLTPro-Regular"/>
                <a:cs typeface="Tahoma"/>
              </a:rPr>
              <a:t>fronteira,</a:t>
            </a:r>
            <a:r>
              <a:rPr lang="pt-BR" sz="2600" spc="-60" dirty="0">
                <a:latin typeface="BirkaLTPro-Regular"/>
                <a:cs typeface="Tahoma"/>
              </a:rPr>
              <a:t> </a:t>
            </a:r>
            <a:r>
              <a:rPr lang="pt-BR" sz="2600" dirty="0">
                <a:latin typeface="BirkaLTPro-Regular"/>
                <a:cs typeface="Tahoma"/>
              </a:rPr>
              <a:t>geralmente</a:t>
            </a:r>
            <a:r>
              <a:rPr lang="pt-BR" sz="2600" spc="-70" dirty="0">
                <a:latin typeface="BirkaLTPro-Regular"/>
                <a:cs typeface="Tahoma"/>
              </a:rPr>
              <a:t> </a:t>
            </a:r>
            <a:r>
              <a:rPr lang="pt-BR" sz="2600" dirty="0">
                <a:latin typeface="BirkaLTPro-Regular"/>
                <a:cs typeface="Tahoma"/>
              </a:rPr>
              <a:t>interfaces</a:t>
            </a:r>
            <a:r>
              <a:rPr lang="pt-BR" sz="2600" spc="-70" dirty="0">
                <a:latin typeface="BirkaLTPro-Regular"/>
                <a:cs typeface="Tahoma"/>
              </a:rPr>
              <a:t> </a:t>
            </a:r>
            <a:r>
              <a:rPr lang="pt-BR" sz="2600" spc="-10" dirty="0">
                <a:latin typeface="BirkaLTPro-Regular"/>
                <a:cs typeface="Tahoma"/>
              </a:rPr>
              <a:t>gráficas.</a:t>
            </a:r>
            <a:endParaRPr lang="pt-BR" sz="2600" dirty="0">
              <a:latin typeface="BirkaLTPro-Regular"/>
              <a:cs typeface="Tahoma"/>
            </a:endParaRPr>
          </a:p>
          <a:p>
            <a:pPr marL="469900" indent="-457200">
              <a:spcBef>
                <a:spcPts val="600"/>
              </a:spcBef>
              <a:buClr>
                <a:srgbClr val="2D1500"/>
              </a:buClr>
              <a:buFont typeface="Arial" panose="020B0604020202020204" pitchFamily="34" charset="0"/>
              <a:buChar char="•"/>
              <a:tabLst>
                <a:tab pos="285115" algn="l"/>
              </a:tabLst>
            </a:pPr>
            <a:r>
              <a:rPr lang="pt-BR" sz="2600" u="sng" dirty="0">
                <a:uFill>
                  <a:solidFill>
                    <a:srgbClr val="713400"/>
                  </a:solidFill>
                </a:uFill>
                <a:latin typeface="BirkaLTPro-Regular"/>
                <a:cs typeface="Tahoma"/>
              </a:rPr>
              <a:t>Control</a:t>
            </a:r>
            <a:r>
              <a:rPr lang="pt-BR" sz="2600" dirty="0">
                <a:latin typeface="BirkaLTPro-Regular"/>
                <a:cs typeface="Tahoma"/>
              </a:rPr>
              <a:t>:</a:t>
            </a:r>
            <a:r>
              <a:rPr lang="pt-BR" sz="2600" spc="-60" dirty="0">
                <a:latin typeface="BirkaLTPro-Regular"/>
                <a:cs typeface="Tahoma"/>
              </a:rPr>
              <a:t> </a:t>
            </a:r>
            <a:r>
              <a:rPr lang="pt-BR" sz="2600" dirty="0">
                <a:latin typeface="BirkaLTPro-Regular"/>
                <a:cs typeface="Tahoma"/>
              </a:rPr>
              <a:t>classe</a:t>
            </a:r>
            <a:r>
              <a:rPr lang="pt-BR" sz="2600" spc="-60" dirty="0">
                <a:latin typeface="BirkaLTPro-Regular"/>
                <a:cs typeface="Tahoma"/>
              </a:rPr>
              <a:t> </a:t>
            </a:r>
            <a:r>
              <a:rPr lang="pt-BR" sz="2600" dirty="0">
                <a:latin typeface="BirkaLTPro-Regular"/>
                <a:cs typeface="Tahoma"/>
              </a:rPr>
              <a:t>de</a:t>
            </a:r>
            <a:r>
              <a:rPr lang="pt-BR" sz="2600" spc="-60" dirty="0">
                <a:latin typeface="BirkaLTPro-Regular"/>
                <a:cs typeface="Tahoma"/>
              </a:rPr>
              <a:t> </a:t>
            </a:r>
            <a:r>
              <a:rPr lang="pt-BR" sz="2600" dirty="0">
                <a:latin typeface="BirkaLTPro-Regular"/>
                <a:cs typeface="Tahoma"/>
              </a:rPr>
              <a:t>controle,</a:t>
            </a:r>
            <a:r>
              <a:rPr lang="pt-BR" sz="2600" spc="-45" dirty="0">
                <a:latin typeface="BirkaLTPro-Regular"/>
                <a:cs typeface="Tahoma"/>
              </a:rPr>
              <a:t> </a:t>
            </a:r>
            <a:r>
              <a:rPr lang="pt-BR" sz="2600" dirty="0">
                <a:latin typeface="BirkaLTPro-Regular"/>
                <a:cs typeface="Tahoma"/>
              </a:rPr>
              <a:t>geralmente</a:t>
            </a:r>
            <a:r>
              <a:rPr lang="pt-BR" sz="2600" spc="-55" dirty="0">
                <a:latin typeface="BirkaLTPro-Regular"/>
                <a:cs typeface="Tahoma"/>
              </a:rPr>
              <a:t> </a:t>
            </a:r>
            <a:r>
              <a:rPr lang="pt-BR" sz="2600" dirty="0">
                <a:latin typeface="BirkaLTPro-Regular"/>
                <a:cs typeface="Tahoma"/>
              </a:rPr>
              <a:t>implementa</a:t>
            </a:r>
            <a:r>
              <a:rPr lang="pt-BR" sz="2600" spc="-60" dirty="0">
                <a:latin typeface="BirkaLTPro-Regular"/>
                <a:cs typeface="Tahoma"/>
              </a:rPr>
              <a:t> </a:t>
            </a:r>
            <a:r>
              <a:rPr lang="pt-BR" sz="2600" dirty="0">
                <a:latin typeface="BirkaLTPro-Regular"/>
                <a:cs typeface="Tahoma"/>
              </a:rPr>
              <a:t>as</a:t>
            </a:r>
            <a:r>
              <a:rPr lang="pt-BR" sz="2600" spc="-65" dirty="0">
                <a:latin typeface="BirkaLTPro-Regular"/>
                <a:cs typeface="Tahoma"/>
              </a:rPr>
              <a:t> </a:t>
            </a:r>
            <a:r>
              <a:rPr lang="pt-BR" sz="2600" dirty="0">
                <a:latin typeface="BirkaLTPro-Regular"/>
                <a:cs typeface="Tahoma"/>
              </a:rPr>
              <a:t>regras</a:t>
            </a:r>
            <a:r>
              <a:rPr lang="pt-BR" sz="2600" spc="-35" dirty="0">
                <a:latin typeface="BirkaLTPro-Regular"/>
                <a:cs typeface="Tahoma"/>
              </a:rPr>
              <a:t> </a:t>
            </a:r>
            <a:r>
              <a:rPr lang="pt-BR" sz="2600" dirty="0">
                <a:latin typeface="BirkaLTPro-Regular"/>
                <a:cs typeface="Tahoma"/>
              </a:rPr>
              <a:t>de</a:t>
            </a:r>
            <a:r>
              <a:rPr lang="pt-BR" sz="2600" spc="-60" dirty="0">
                <a:latin typeface="BirkaLTPro-Regular"/>
                <a:cs typeface="Tahoma"/>
              </a:rPr>
              <a:t> </a:t>
            </a:r>
            <a:r>
              <a:rPr lang="pt-BR" sz="2600" spc="-10" dirty="0">
                <a:latin typeface="BirkaLTPro-Regular"/>
                <a:cs typeface="Tahoma"/>
              </a:rPr>
              <a:t>negócio.</a:t>
            </a:r>
            <a:endParaRPr lang="pt-BR" sz="2600" dirty="0">
              <a:latin typeface="BirkaLTPro-Regular"/>
              <a:cs typeface="Tahoma"/>
            </a:endParaRPr>
          </a:p>
          <a:p>
            <a:pPr marL="469900" indent="-457200">
              <a:spcBef>
                <a:spcPts val="600"/>
              </a:spcBef>
              <a:buClr>
                <a:srgbClr val="2D1500"/>
              </a:buClr>
              <a:buFont typeface="Arial" panose="020B0604020202020204" pitchFamily="34" charset="0"/>
              <a:buChar char="•"/>
              <a:tabLst>
                <a:tab pos="285115" algn="l"/>
              </a:tabLst>
            </a:pPr>
            <a:r>
              <a:rPr lang="pt-BR" sz="2600" u="sng" dirty="0">
                <a:uFill>
                  <a:solidFill>
                    <a:srgbClr val="713400"/>
                  </a:solidFill>
                </a:uFill>
                <a:latin typeface="BirkaLTPro-Regular"/>
                <a:cs typeface="Tahoma"/>
              </a:rPr>
              <a:t>Entity</a:t>
            </a:r>
            <a:r>
              <a:rPr lang="pt-BR" sz="2600" dirty="0">
                <a:latin typeface="BirkaLTPro-Regular"/>
                <a:cs typeface="Tahoma"/>
              </a:rPr>
              <a:t>:</a:t>
            </a:r>
            <a:r>
              <a:rPr lang="pt-BR" sz="2600" spc="-55" dirty="0">
                <a:latin typeface="BirkaLTPro-Regular"/>
                <a:cs typeface="Tahoma"/>
              </a:rPr>
              <a:t> </a:t>
            </a:r>
            <a:r>
              <a:rPr lang="pt-BR" sz="2600" dirty="0">
                <a:latin typeface="BirkaLTPro-Regular"/>
                <a:cs typeface="Tahoma"/>
              </a:rPr>
              <a:t>classe</a:t>
            </a:r>
            <a:r>
              <a:rPr lang="pt-BR" sz="2600" spc="-50" dirty="0">
                <a:latin typeface="BirkaLTPro-Regular"/>
                <a:cs typeface="Tahoma"/>
              </a:rPr>
              <a:t> </a:t>
            </a:r>
            <a:r>
              <a:rPr lang="pt-BR" sz="2600" dirty="0">
                <a:latin typeface="BirkaLTPro-Regular"/>
                <a:cs typeface="Tahoma"/>
              </a:rPr>
              <a:t>de</a:t>
            </a:r>
            <a:r>
              <a:rPr lang="pt-BR" sz="2600" spc="-55" dirty="0">
                <a:latin typeface="BirkaLTPro-Regular"/>
                <a:cs typeface="Tahoma"/>
              </a:rPr>
              <a:t> </a:t>
            </a:r>
            <a:r>
              <a:rPr lang="pt-BR" sz="2600" dirty="0">
                <a:latin typeface="BirkaLTPro-Regular"/>
                <a:cs typeface="Tahoma"/>
              </a:rPr>
              <a:t>entidade,</a:t>
            </a:r>
            <a:r>
              <a:rPr lang="pt-BR" sz="2600" spc="-40" dirty="0">
                <a:latin typeface="BirkaLTPro-Regular"/>
                <a:cs typeface="Tahoma"/>
              </a:rPr>
              <a:t> </a:t>
            </a:r>
            <a:r>
              <a:rPr lang="pt-BR" sz="2600" dirty="0">
                <a:latin typeface="BirkaLTPro-Regular"/>
                <a:cs typeface="Tahoma"/>
              </a:rPr>
              <a:t>geralmente</a:t>
            </a:r>
            <a:r>
              <a:rPr lang="pt-BR" sz="2600" spc="-45" dirty="0">
                <a:latin typeface="BirkaLTPro-Regular"/>
                <a:cs typeface="Tahoma"/>
              </a:rPr>
              <a:t> </a:t>
            </a:r>
            <a:r>
              <a:rPr lang="pt-BR" sz="2600" dirty="0">
                <a:latin typeface="BirkaLTPro-Regular"/>
                <a:cs typeface="Tahoma"/>
              </a:rPr>
              <a:t>implementa</a:t>
            </a:r>
            <a:r>
              <a:rPr lang="pt-BR" sz="2600" spc="-55" dirty="0">
                <a:latin typeface="BirkaLTPro-Regular"/>
                <a:cs typeface="Tahoma"/>
              </a:rPr>
              <a:t> </a:t>
            </a:r>
            <a:r>
              <a:rPr lang="pt-BR" sz="2600" dirty="0">
                <a:latin typeface="BirkaLTPro-Regular"/>
                <a:cs typeface="Tahoma"/>
              </a:rPr>
              <a:t>os</a:t>
            </a:r>
            <a:r>
              <a:rPr lang="pt-BR" sz="2600" spc="-65" dirty="0">
                <a:latin typeface="BirkaLTPro-Regular"/>
                <a:cs typeface="Tahoma"/>
              </a:rPr>
              <a:t> </a:t>
            </a:r>
            <a:r>
              <a:rPr lang="pt-BR" sz="2600" dirty="0">
                <a:latin typeface="BirkaLTPro-Regular"/>
                <a:cs typeface="Tahoma"/>
              </a:rPr>
              <a:t>objetos</a:t>
            </a:r>
            <a:r>
              <a:rPr lang="pt-BR" sz="2600" spc="-35" dirty="0">
                <a:latin typeface="BirkaLTPro-Regular"/>
                <a:cs typeface="Tahoma"/>
              </a:rPr>
              <a:t> </a:t>
            </a:r>
            <a:r>
              <a:rPr lang="pt-BR" sz="2600" spc="-10" dirty="0">
                <a:latin typeface="BirkaLTPro-Regular"/>
                <a:cs typeface="Tahoma"/>
              </a:rPr>
              <a:t>persistentes.</a:t>
            </a:r>
            <a:endParaRPr lang="pt-BR" sz="2600" dirty="0">
              <a:latin typeface="BirkaLTPro-Regular"/>
              <a:cs typeface="Tahom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71689" y="4694143"/>
            <a:ext cx="4207715" cy="1463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95375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59A8E1-8EC1-3DBA-70C5-7F3BFB0CA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427E24AD-1C2B-078B-61EA-1227F3D4A06A}"/>
              </a:ext>
            </a:extLst>
          </p:cNvPr>
          <p:cNvSpPr txBox="1"/>
          <p:nvPr/>
        </p:nvSpPr>
        <p:spPr>
          <a:xfrm>
            <a:off x="327198" y="389493"/>
            <a:ext cx="7552206" cy="473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07000"/>
              </a:lnSpc>
              <a:spcAft>
                <a:spcPts val="800"/>
              </a:spcAft>
              <a:tabLst>
                <a:tab pos="914400" algn="l"/>
              </a:tabLst>
            </a:pPr>
            <a:r>
              <a:rPr lang="pt-BR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Diagrama de Classes (</a:t>
            </a:r>
            <a:r>
              <a:rPr lang="pt-BR" sz="24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Class</a:t>
            </a:r>
            <a:r>
              <a:rPr lang="pt-BR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pt-BR" sz="24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Diagram</a:t>
            </a:r>
            <a:r>
              <a:rPr lang="pt-BR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2" name="object 5">
            <a:extLst>
              <a:ext uri="{FF2B5EF4-FFF2-40B4-BE49-F238E27FC236}">
                <a16:creationId xmlns:a16="http://schemas.microsoft.com/office/drawing/2014/main" id="{8A65C1E0-9ECC-7675-7617-B9BB7A922C26}"/>
              </a:ext>
            </a:extLst>
          </p:cNvPr>
          <p:cNvSpPr txBox="1"/>
          <p:nvPr/>
        </p:nvSpPr>
        <p:spPr>
          <a:xfrm>
            <a:off x="416211" y="1067562"/>
            <a:ext cx="11042971" cy="421910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065" marR="5080">
              <a:lnSpc>
                <a:spcPct val="100000"/>
              </a:lnSpc>
              <a:spcBef>
                <a:spcPts val="100"/>
              </a:spcBef>
              <a:buClr>
                <a:srgbClr val="2D1500"/>
              </a:buClr>
              <a:tabLst>
                <a:tab pos="285750" algn="l"/>
              </a:tabLst>
            </a:pPr>
            <a:r>
              <a:rPr lang="pt-BR" sz="2600" b="1" dirty="0" err="1">
                <a:latin typeface="BirkaLTPro-Regular"/>
                <a:cs typeface="Tahoma"/>
              </a:rPr>
              <a:t>Boundary</a:t>
            </a:r>
            <a:r>
              <a:rPr lang="pt-BR" sz="2600" b="1" dirty="0">
                <a:latin typeface="BirkaLTPro-Regular"/>
                <a:cs typeface="Tahoma"/>
              </a:rPr>
              <a:t>, Control e Entity</a:t>
            </a:r>
          </a:p>
        </p:txBody>
      </p:sp>
      <p:pic>
        <p:nvPicPr>
          <p:cNvPr id="3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21804" y="1489472"/>
            <a:ext cx="7068261" cy="3534199"/>
          </a:xfrm>
          <a:prstGeom prst="rect">
            <a:avLst/>
          </a:prstGeom>
        </p:spPr>
      </p:pic>
      <p:pic>
        <p:nvPicPr>
          <p:cNvPr id="7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08637" y="4628277"/>
            <a:ext cx="4608449" cy="1519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166036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ACE6BD-7271-04F7-CF0B-3A79682336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CAA1E9E3-46B6-439A-AA9F-962BA40FB61E}"/>
              </a:ext>
            </a:extLst>
          </p:cNvPr>
          <p:cNvSpPr txBox="1"/>
          <p:nvPr/>
        </p:nvSpPr>
        <p:spPr>
          <a:xfrm>
            <a:off x="327198" y="389493"/>
            <a:ext cx="7552206" cy="473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07000"/>
              </a:lnSpc>
              <a:spcAft>
                <a:spcPts val="800"/>
              </a:spcAft>
              <a:tabLst>
                <a:tab pos="914400" algn="l"/>
              </a:tabLst>
            </a:pPr>
            <a:r>
              <a:rPr lang="pt-BR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Diagrama de Caso de Uso (Use Case)</a:t>
            </a:r>
          </a:p>
        </p:txBody>
      </p:sp>
      <p:sp>
        <p:nvSpPr>
          <p:cNvPr id="4" name="object 5">
            <a:extLst>
              <a:ext uri="{FF2B5EF4-FFF2-40B4-BE49-F238E27FC236}">
                <a16:creationId xmlns:a16="http://schemas.microsoft.com/office/drawing/2014/main" id="{50774711-7C6F-0637-2F5A-B229F8CAE8DC}"/>
              </a:ext>
            </a:extLst>
          </p:cNvPr>
          <p:cNvSpPr txBox="1"/>
          <p:nvPr/>
        </p:nvSpPr>
        <p:spPr>
          <a:xfrm>
            <a:off x="416210" y="1577666"/>
            <a:ext cx="11140249" cy="3875420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2600" b="0" i="0" u="none" strike="noStrike" baseline="0" dirty="0">
                <a:latin typeface="BirkaLTPro-Regular"/>
              </a:rPr>
              <a:t>O diagrama de casos de uso tem por objetivo apresentar uma visão externa geral das funcionalidades que o sistema deverá oferecer aos usuários, sem se preocupar muito com a questão de como tais funcionalidades serão implementadas.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pt-BR" sz="2600" dirty="0">
              <a:latin typeface="BirkaLTPro-Regular"/>
              <a:cs typeface="Tahoma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2800" dirty="0"/>
              <a:t>É amplamente utilizado nas etapas de elicitação* e análise de requisitos do sistema, embora seja consultado ao longo de todo o processo de modelagem, podendo também servir como base para a criação de diversos outros diagramas.</a:t>
            </a:r>
            <a:endParaRPr lang="pt-BR" sz="2600" dirty="0">
              <a:latin typeface="BirkaLTPro-Regular"/>
              <a:cs typeface="Tahoma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46FDB56A-5D7F-2744-9171-02F15E952770}"/>
              </a:ext>
            </a:extLst>
          </p:cNvPr>
          <p:cNvSpPr txBox="1"/>
          <p:nvPr/>
        </p:nvSpPr>
        <p:spPr>
          <a:xfrm>
            <a:off x="591309" y="5998006"/>
            <a:ext cx="1131534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b="0" i="0" dirty="0">
                <a:solidFill>
                  <a:srgbClr val="474747"/>
                </a:solidFill>
                <a:effectLst/>
                <a:latin typeface="Google Sans"/>
              </a:rPr>
              <a:t>*Elicitação de requisitos </a:t>
            </a:r>
            <a:r>
              <a:rPr lang="pt-BR" sz="1600" b="0" i="0" dirty="0">
                <a:solidFill>
                  <a:srgbClr val="040C28"/>
                </a:solidFill>
                <a:effectLst/>
                <a:latin typeface="Google Sans"/>
              </a:rPr>
              <a:t>é o nome dado para o conjunto de atividades realizadas para a descoberta dos requisitos de um sistema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421205933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371AB2-4D26-4D3A-2BF3-BD6A1709B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DA7161B7-849A-7914-26CD-210424EB8969}"/>
              </a:ext>
            </a:extLst>
          </p:cNvPr>
          <p:cNvSpPr txBox="1"/>
          <p:nvPr/>
        </p:nvSpPr>
        <p:spPr>
          <a:xfrm>
            <a:off x="327198" y="389493"/>
            <a:ext cx="7552206" cy="473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07000"/>
              </a:lnSpc>
              <a:spcAft>
                <a:spcPts val="800"/>
              </a:spcAft>
              <a:tabLst>
                <a:tab pos="914400" algn="l"/>
              </a:tabLst>
            </a:pPr>
            <a:r>
              <a:rPr lang="pt-BR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Diagrama de Caso de Uso (Use Case)</a:t>
            </a:r>
          </a:p>
        </p:txBody>
      </p:sp>
      <p:sp>
        <p:nvSpPr>
          <p:cNvPr id="4" name="object 5">
            <a:extLst>
              <a:ext uri="{FF2B5EF4-FFF2-40B4-BE49-F238E27FC236}">
                <a16:creationId xmlns:a16="http://schemas.microsoft.com/office/drawing/2014/main" id="{D412B324-5BB4-3F87-C13E-23D08D86BD23}"/>
              </a:ext>
            </a:extLst>
          </p:cNvPr>
          <p:cNvSpPr txBox="1"/>
          <p:nvPr/>
        </p:nvSpPr>
        <p:spPr>
          <a:xfrm>
            <a:off x="416210" y="1577666"/>
            <a:ext cx="11140249" cy="3844642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2600" b="0" i="0" u="none" strike="noStrike" baseline="0" dirty="0">
                <a:latin typeface="BirkaLTPro-Regular"/>
              </a:rPr>
              <a:t>O diagrama de casos de uso tem por objetivo apresentar uma visão externa geral das funcionalidades que o sistema deverá oferecer aos usuários, sem se preocupar muito com a questão de como tais funcionalidades serão implementadas.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pt-BR" sz="2600" dirty="0">
              <a:latin typeface="BirkaLTPro-Regular"/>
              <a:cs typeface="Tahoma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2600" dirty="0">
                <a:latin typeface="BirkaLTPro-Regular"/>
                <a:cs typeface="Verdana"/>
              </a:rPr>
              <a:t>Segundo</a:t>
            </a:r>
            <a:r>
              <a:rPr lang="pt-BR" sz="2600" spc="-60" dirty="0">
                <a:latin typeface="BirkaLTPro-Regular"/>
                <a:cs typeface="Verdana"/>
              </a:rPr>
              <a:t> </a:t>
            </a:r>
            <a:r>
              <a:rPr lang="pt-BR" sz="2600" dirty="0">
                <a:latin typeface="BirkaLTPro-Regular"/>
                <a:cs typeface="Verdana"/>
              </a:rPr>
              <a:t>Ivan</a:t>
            </a:r>
            <a:r>
              <a:rPr lang="pt-BR" sz="2600" spc="-30" dirty="0">
                <a:latin typeface="BirkaLTPro-Regular"/>
                <a:cs typeface="Verdana"/>
              </a:rPr>
              <a:t> </a:t>
            </a:r>
            <a:r>
              <a:rPr lang="pt-BR" sz="2600" dirty="0">
                <a:latin typeface="BirkaLTPro-Regular"/>
                <a:cs typeface="Verdana"/>
              </a:rPr>
              <a:t>Jacobson</a:t>
            </a:r>
            <a:r>
              <a:rPr lang="pt-BR" sz="2600" spc="-15" dirty="0">
                <a:latin typeface="BirkaLTPro-Regular"/>
                <a:cs typeface="Verdana"/>
              </a:rPr>
              <a:t> </a:t>
            </a:r>
            <a:r>
              <a:rPr lang="pt-BR" sz="2600" dirty="0">
                <a:latin typeface="BirkaLTPro-Regular"/>
                <a:cs typeface="Verdana"/>
              </a:rPr>
              <a:t>,</a:t>
            </a:r>
            <a:r>
              <a:rPr lang="pt-BR" sz="2600" spc="-55" dirty="0">
                <a:latin typeface="BirkaLTPro-Regular"/>
                <a:cs typeface="Verdana"/>
              </a:rPr>
              <a:t> </a:t>
            </a:r>
            <a:r>
              <a:rPr lang="pt-BR" sz="2600" dirty="0">
                <a:latin typeface="BirkaLTPro-Regular"/>
                <a:cs typeface="Verdana"/>
              </a:rPr>
              <a:t>podemos</a:t>
            </a:r>
            <a:r>
              <a:rPr lang="pt-BR" sz="2600" spc="-50" dirty="0">
                <a:latin typeface="BirkaLTPro-Regular"/>
                <a:cs typeface="Verdana"/>
              </a:rPr>
              <a:t> </a:t>
            </a:r>
            <a:r>
              <a:rPr lang="pt-BR" sz="2600" dirty="0">
                <a:latin typeface="BirkaLTPro-Regular"/>
                <a:cs typeface="Verdana"/>
              </a:rPr>
              <a:t>dizer</a:t>
            </a:r>
            <a:r>
              <a:rPr lang="pt-BR" sz="2600" spc="-55" dirty="0">
                <a:latin typeface="BirkaLTPro-Regular"/>
                <a:cs typeface="Verdana"/>
              </a:rPr>
              <a:t> </a:t>
            </a:r>
            <a:r>
              <a:rPr lang="pt-BR" sz="2600" dirty="0">
                <a:latin typeface="BirkaLTPro-Regular"/>
                <a:cs typeface="Verdana"/>
              </a:rPr>
              <a:t>que</a:t>
            </a:r>
            <a:r>
              <a:rPr lang="pt-BR" sz="2600" spc="-60" dirty="0">
                <a:latin typeface="BirkaLTPro-Regular"/>
                <a:cs typeface="Verdana"/>
              </a:rPr>
              <a:t> </a:t>
            </a:r>
            <a:r>
              <a:rPr lang="pt-BR" sz="2600" dirty="0">
                <a:latin typeface="BirkaLTPro-Regular"/>
                <a:cs typeface="Verdana"/>
              </a:rPr>
              <a:t>um</a:t>
            </a:r>
            <a:r>
              <a:rPr lang="pt-BR" sz="2600" spc="-15" dirty="0">
                <a:latin typeface="BirkaLTPro-Regular"/>
                <a:cs typeface="Verdana"/>
              </a:rPr>
              <a:t> </a:t>
            </a:r>
            <a:r>
              <a:rPr lang="pt-BR" sz="2600" dirty="0">
                <a:latin typeface="BirkaLTPro-Regular"/>
                <a:cs typeface="Verdana"/>
              </a:rPr>
              <a:t>caso</a:t>
            </a:r>
            <a:r>
              <a:rPr lang="pt-BR" sz="2600" spc="-60" dirty="0">
                <a:latin typeface="BirkaLTPro-Regular"/>
                <a:cs typeface="Verdana"/>
              </a:rPr>
              <a:t> </a:t>
            </a:r>
            <a:r>
              <a:rPr lang="pt-BR" sz="2600" spc="-25" dirty="0">
                <a:latin typeface="BirkaLTPro-Regular"/>
                <a:cs typeface="Verdana"/>
              </a:rPr>
              <a:t>de </a:t>
            </a:r>
            <a:r>
              <a:rPr lang="pt-BR" sz="2600" dirty="0">
                <a:latin typeface="BirkaLTPro-Regular"/>
                <a:cs typeface="Verdana"/>
              </a:rPr>
              <a:t>uso</a:t>
            </a:r>
            <a:r>
              <a:rPr lang="pt-BR" sz="2600" spc="-50" dirty="0">
                <a:latin typeface="BirkaLTPro-Regular"/>
                <a:cs typeface="Verdana"/>
              </a:rPr>
              <a:t> </a:t>
            </a:r>
            <a:r>
              <a:rPr lang="pt-BR" sz="2600" dirty="0">
                <a:latin typeface="BirkaLTPro-Regular"/>
                <a:cs typeface="Verdana"/>
              </a:rPr>
              <a:t>é</a:t>
            </a:r>
            <a:r>
              <a:rPr lang="pt-BR" sz="2600" spc="-50" dirty="0">
                <a:latin typeface="BirkaLTPro-Regular"/>
                <a:cs typeface="Verdana"/>
              </a:rPr>
              <a:t> </a:t>
            </a:r>
            <a:r>
              <a:rPr lang="pt-BR" sz="2600" dirty="0">
                <a:latin typeface="BirkaLTPro-Regular"/>
                <a:cs typeface="Verdana"/>
              </a:rPr>
              <a:t>um</a:t>
            </a:r>
            <a:r>
              <a:rPr lang="pt-BR" sz="2600" spc="-35" dirty="0">
                <a:latin typeface="BirkaLTPro-Regular"/>
                <a:cs typeface="Verdana"/>
              </a:rPr>
              <a:t> </a:t>
            </a:r>
            <a:r>
              <a:rPr lang="pt-BR" sz="2600" i="1" dirty="0">
                <a:latin typeface="BirkaLTPro-Regular"/>
                <a:cs typeface="Verdana"/>
              </a:rPr>
              <a:t>"documento</a:t>
            </a:r>
            <a:r>
              <a:rPr lang="pt-BR" sz="2600" i="1" spc="-50" dirty="0">
                <a:latin typeface="BirkaLTPro-Regular"/>
                <a:cs typeface="Verdana"/>
              </a:rPr>
              <a:t> </a:t>
            </a:r>
            <a:r>
              <a:rPr lang="pt-BR" sz="2600" i="1" dirty="0">
                <a:latin typeface="BirkaLTPro-Regular"/>
                <a:cs typeface="Verdana"/>
              </a:rPr>
              <a:t>narrativo</a:t>
            </a:r>
            <a:r>
              <a:rPr lang="pt-BR" sz="2600" i="1" spc="-50" dirty="0">
                <a:latin typeface="BirkaLTPro-Regular"/>
                <a:cs typeface="Verdana"/>
              </a:rPr>
              <a:t> </a:t>
            </a:r>
            <a:r>
              <a:rPr lang="pt-BR" sz="2600" i="1" dirty="0">
                <a:latin typeface="BirkaLTPro-Regular"/>
                <a:cs typeface="Verdana"/>
              </a:rPr>
              <a:t>que</a:t>
            </a:r>
            <a:r>
              <a:rPr lang="pt-BR" sz="2600" i="1" spc="-50" dirty="0">
                <a:latin typeface="BirkaLTPro-Regular"/>
                <a:cs typeface="Verdana"/>
              </a:rPr>
              <a:t> </a:t>
            </a:r>
            <a:r>
              <a:rPr lang="pt-BR" sz="2600" i="1" dirty="0">
                <a:latin typeface="BirkaLTPro-Regular"/>
                <a:cs typeface="Verdana"/>
              </a:rPr>
              <a:t>descreve</a:t>
            </a:r>
            <a:r>
              <a:rPr lang="pt-BR" sz="2600" i="1" spc="-50" dirty="0">
                <a:latin typeface="BirkaLTPro-Regular"/>
                <a:cs typeface="Verdana"/>
              </a:rPr>
              <a:t> </a:t>
            </a:r>
            <a:r>
              <a:rPr lang="pt-BR" sz="2600" i="1" dirty="0">
                <a:latin typeface="BirkaLTPro-Regular"/>
                <a:cs typeface="Verdana"/>
              </a:rPr>
              <a:t>a</a:t>
            </a:r>
            <a:r>
              <a:rPr lang="pt-BR" sz="2600" i="1" spc="-10" dirty="0">
                <a:latin typeface="BirkaLTPro-Regular"/>
                <a:cs typeface="Verdana"/>
              </a:rPr>
              <a:t> sequência </a:t>
            </a:r>
            <a:r>
              <a:rPr lang="pt-BR" sz="2600" i="1" dirty="0">
                <a:latin typeface="BirkaLTPro-Regular"/>
                <a:cs typeface="Verdana"/>
              </a:rPr>
              <a:t>de</a:t>
            </a:r>
            <a:r>
              <a:rPr lang="pt-BR" sz="2600" i="1" spc="-55" dirty="0">
                <a:latin typeface="BirkaLTPro-Regular"/>
                <a:cs typeface="Verdana"/>
              </a:rPr>
              <a:t> </a:t>
            </a:r>
            <a:r>
              <a:rPr lang="pt-BR" sz="2600" i="1" dirty="0">
                <a:latin typeface="BirkaLTPro-Regular"/>
                <a:cs typeface="Verdana"/>
              </a:rPr>
              <a:t>eventos</a:t>
            </a:r>
            <a:r>
              <a:rPr lang="pt-BR" sz="2600" i="1" spc="-20" dirty="0">
                <a:latin typeface="BirkaLTPro-Regular"/>
                <a:cs typeface="Verdana"/>
              </a:rPr>
              <a:t> </a:t>
            </a:r>
            <a:r>
              <a:rPr lang="pt-BR" sz="2600" i="1" dirty="0">
                <a:latin typeface="BirkaLTPro-Regular"/>
                <a:cs typeface="Verdana"/>
              </a:rPr>
              <a:t>de</a:t>
            </a:r>
            <a:r>
              <a:rPr lang="pt-BR" sz="2600" i="1" spc="-50" dirty="0">
                <a:latin typeface="BirkaLTPro-Regular"/>
                <a:cs typeface="Verdana"/>
              </a:rPr>
              <a:t> </a:t>
            </a:r>
            <a:r>
              <a:rPr lang="pt-BR" sz="2600" i="1" dirty="0">
                <a:latin typeface="BirkaLTPro-Regular"/>
                <a:cs typeface="Verdana"/>
              </a:rPr>
              <a:t>um</a:t>
            </a:r>
            <a:r>
              <a:rPr lang="pt-BR" sz="2600" i="1" spc="-35" dirty="0">
                <a:latin typeface="BirkaLTPro-Regular"/>
                <a:cs typeface="Verdana"/>
              </a:rPr>
              <a:t> </a:t>
            </a:r>
            <a:r>
              <a:rPr lang="pt-BR" sz="2600" i="1" dirty="0">
                <a:latin typeface="BirkaLTPro-Regular"/>
                <a:cs typeface="Verdana"/>
              </a:rPr>
              <a:t>ator</a:t>
            </a:r>
            <a:r>
              <a:rPr lang="pt-BR" sz="2600" i="1" spc="-25" dirty="0">
                <a:latin typeface="BirkaLTPro-Regular"/>
                <a:cs typeface="Verdana"/>
              </a:rPr>
              <a:t> </a:t>
            </a:r>
            <a:r>
              <a:rPr lang="pt-BR" sz="2600" i="1" dirty="0">
                <a:latin typeface="BirkaLTPro-Regular"/>
                <a:cs typeface="Verdana"/>
              </a:rPr>
              <a:t>que</a:t>
            </a:r>
            <a:r>
              <a:rPr lang="pt-BR" sz="2600" i="1" spc="-50" dirty="0">
                <a:latin typeface="BirkaLTPro-Regular"/>
                <a:cs typeface="Verdana"/>
              </a:rPr>
              <a:t> </a:t>
            </a:r>
            <a:r>
              <a:rPr lang="pt-BR" sz="2600" i="1" dirty="0">
                <a:latin typeface="BirkaLTPro-Regular"/>
                <a:cs typeface="Verdana"/>
              </a:rPr>
              <a:t>usa</a:t>
            </a:r>
            <a:r>
              <a:rPr lang="pt-BR" sz="2600" i="1" spc="-35" dirty="0">
                <a:latin typeface="BirkaLTPro-Regular"/>
                <a:cs typeface="Verdana"/>
              </a:rPr>
              <a:t> </a:t>
            </a:r>
            <a:r>
              <a:rPr lang="pt-BR" sz="2600" i="1" dirty="0">
                <a:latin typeface="BirkaLTPro-Regular"/>
                <a:cs typeface="Verdana"/>
              </a:rPr>
              <a:t>um</a:t>
            </a:r>
            <a:r>
              <a:rPr lang="pt-BR" sz="2600" i="1" spc="-40" dirty="0">
                <a:latin typeface="BirkaLTPro-Regular"/>
                <a:cs typeface="Verdana"/>
              </a:rPr>
              <a:t> </a:t>
            </a:r>
            <a:r>
              <a:rPr lang="pt-BR" sz="2600" i="1" dirty="0">
                <a:latin typeface="BirkaLTPro-Regular"/>
                <a:cs typeface="Verdana"/>
              </a:rPr>
              <a:t>sistema</a:t>
            </a:r>
            <a:r>
              <a:rPr lang="pt-BR" sz="2600" i="1" spc="-10" dirty="0">
                <a:latin typeface="BirkaLTPro-Regular"/>
                <a:cs typeface="Verdana"/>
              </a:rPr>
              <a:t> </a:t>
            </a:r>
            <a:r>
              <a:rPr lang="pt-BR" sz="2600" i="1" dirty="0">
                <a:latin typeface="BirkaLTPro-Regular"/>
                <a:cs typeface="Verdana"/>
              </a:rPr>
              <a:t>para</a:t>
            </a:r>
            <a:r>
              <a:rPr lang="pt-BR" sz="2600" i="1" spc="-35" dirty="0">
                <a:latin typeface="BirkaLTPro-Regular"/>
                <a:cs typeface="Verdana"/>
              </a:rPr>
              <a:t> </a:t>
            </a:r>
            <a:r>
              <a:rPr lang="pt-BR" sz="2600" i="1" spc="-10" dirty="0">
                <a:latin typeface="BirkaLTPro-Regular"/>
                <a:cs typeface="Verdana"/>
              </a:rPr>
              <a:t>completar </a:t>
            </a:r>
            <a:r>
              <a:rPr lang="pt-BR" sz="2600" i="1" dirty="0">
                <a:latin typeface="BirkaLTPro-Regular"/>
                <a:cs typeface="Verdana"/>
              </a:rPr>
              <a:t>um</a:t>
            </a:r>
            <a:r>
              <a:rPr lang="pt-BR" sz="2600" i="1" spc="-30" dirty="0">
                <a:latin typeface="BirkaLTPro-Regular"/>
                <a:cs typeface="Verdana"/>
              </a:rPr>
              <a:t> </a:t>
            </a:r>
            <a:r>
              <a:rPr lang="pt-BR" sz="2600" i="1" spc="-10" dirty="0">
                <a:latin typeface="BirkaLTPro-Regular"/>
                <a:cs typeface="Verdana"/>
              </a:rPr>
              <a:t>processo".</a:t>
            </a:r>
            <a:endParaRPr lang="pt-BR" sz="2600" dirty="0">
              <a:latin typeface="BirkaLTPro-Regular"/>
              <a:cs typeface="Verdana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pt-BR" sz="2600" dirty="0">
              <a:latin typeface="BirkaLTPro-Regular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200934696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04F3A0-5DF6-07EB-5CD6-79F6845E1E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C2A4FE28-B834-C5A5-A0FA-5BDEBD82B03E}"/>
              </a:ext>
            </a:extLst>
          </p:cNvPr>
          <p:cNvSpPr txBox="1"/>
          <p:nvPr/>
        </p:nvSpPr>
        <p:spPr>
          <a:xfrm>
            <a:off x="327198" y="389493"/>
            <a:ext cx="7552206" cy="473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07000"/>
              </a:lnSpc>
              <a:spcAft>
                <a:spcPts val="800"/>
              </a:spcAft>
              <a:tabLst>
                <a:tab pos="914400" algn="l"/>
              </a:tabLst>
            </a:pPr>
            <a:r>
              <a:rPr lang="pt-BR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Diagrama de Caso de Uso (Use Case)</a:t>
            </a:r>
          </a:p>
        </p:txBody>
      </p:sp>
      <p:sp>
        <p:nvSpPr>
          <p:cNvPr id="4" name="object 5">
            <a:extLst>
              <a:ext uri="{FF2B5EF4-FFF2-40B4-BE49-F238E27FC236}">
                <a16:creationId xmlns:a16="http://schemas.microsoft.com/office/drawing/2014/main" id="{0E4E4F18-DC11-22D8-53E0-2753469E0E66}"/>
              </a:ext>
            </a:extLst>
          </p:cNvPr>
          <p:cNvSpPr txBox="1"/>
          <p:nvPr/>
        </p:nvSpPr>
        <p:spPr>
          <a:xfrm>
            <a:off x="416210" y="1032051"/>
            <a:ext cx="11140249" cy="5277599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100"/>
              </a:spcBef>
              <a:buClr>
                <a:srgbClr val="009999"/>
              </a:buClr>
              <a:buChar char="•"/>
              <a:tabLst>
                <a:tab pos="356870" algn="l"/>
              </a:tabLst>
            </a:pPr>
            <a:r>
              <a:rPr lang="pt-BR" sz="2600" dirty="0">
                <a:latin typeface="BirkaLTPro-Regular"/>
                <a:cs typeface="Verdana"/>
              </a:rPr>
              <a:t>Os</a:t>
            </a:r>
            <a:r>
              <a:rPr lang="pt-BR" sz="2600" spc="-25" dirty="0">
                <a:latin typeface="BirkaLTPro-Regular"/>
                <a:cs typeface="Verdana"/>
              </a:rPr>
              <a:t> </a:t>
            </a:r>
            <a:r>
              <a:rPr lang="pt-BR" sz="2600" dirty="0">
                <a:latin typeface="BirkaLTPro-Regular"/>
                <a:cs typeface="Verdana"/>
              </a:rPr>
              <a:t>casos</a:t>
            </a:r>
            <a:r>
              <a:rPr lang="pt-BR" sz="2600" spc="-25" dirty="0">
                <a:latin typeface="BirkaLTPro-Regular"/>
                <a:cs typeface="Verdana"/>
              </a:rPr>
              <a:t> </a:t>
            </a:r>
            <a:r>
              <a:rPr lang="pt-BR" sz="2600" dirty="0">
                <a:latin typeface="BirkaLTPro-Regular"/>
                <a:cs typeface="Verdana"/>
              </a:rPr>
              <a:t>de</a:t>
            </a:r>
            <a:r>
              <a:rPr lang="pt-BR" sz="2600" spc="-10" dirty="0">
                <a:latin typeface="BirkaLTPro-Regular"/>
                <a:cs typeface="Verdana"/>
              </a:rPr>
              <a:t> </a:t>
            </a:r>
            <a:r>
              <a:rPr lang="pt-BR" sz="2600" spc="-20" dirty="0">
                <a:latin typeface="BirkaLTPro-Regular"/>
                <a:cs typeface="Verdana"/>
              </a:rPr>
              <a:t>uso:</a:t>
            </a:r>
          </a:p>
          <a:p>
            <a:pPr marL="356870" indent="-344170" algn="just">
              <a:lnSpc>
                <a:spcPct val="100000"/>
              </a:lnSpc>
              <a:spcBef>
                <a:spcPts val="100"/>
              </a:spcBef>
              <a:buClr>
                <a:srgbClr val="009999"/>
              </a:buClr>
              <a:buChar char="•"/>
              <a:tabLst>
                <a:tab pos="356870" algn="l"/>
              </a:tabLst>
            </a:pPr>
            <a:endParaRPr lang="pt-BR" sz="2600" dirty="0">
              <a:latin typeface="BirkaLTPro-Regular"/>
              <a:cs typeface="Verdana"/>
            </a:endParaRPr>
          </a:p>
          <a:p>
            <a:pPr marL="755015" marR="272415" lvl="1" indent="-285750" algn="just">
              <a:lnSpc>
                <a:spcPct val="119000"/>
              </a:lnSpc>
              <a:buClr>
                <a:srgbClr val="009999"/>
              </a:buClr>
              <a:buFont typeface="Artifakt Element Book"/>
              <a:buChar char="✓"/>
              <a:tabLst>
                <a:tab pos="756285" algn="l"/>
              </a:tabLst>
            </a:pPr>
            <a:r>
              <a:rPr lang="pt-BR" sz="2600" dirty="0">
                <a:latin typeface="BirkaLTPro-Regular"/>
                <a:cs typeface="Verdana"/>
              </a:rPr>
              <a:t>Descrevem</a:t>
            </a:r>
            <a:r>
              <a:rPr lang="pt-BR" sz="2600" spc="-30" dirty="0">
                <a:latin typeface="BirkaLTPro-Regular"/>
                <a:cs typeface="Verdana"/>
              </a:rPr>
              <a:t> </a:t>
            </a:r>
            <a:r>
              <a:rPr lang="pt-BR" sz="2600" u="sng" dirty="0">
                <a:uFill>
                  <a:solidFill>
                    <a:srgbClr val="000000"/>
                  </a:solidFill>
                </a:uFill>
                <a:latin typeface="BirkaLTPro-Regular"/>
                <a:cs typeface="Verdana"/>
              </a:rPr>
              <a:t>como</a:t>
            </a:r>
            <a:r>
              <a:rPr lang="pt-BR" sz="2600" u="sng" spc="-65" dirty="0">
                <a:uFill>
                  <a:solidFill>
                    <a:srgbClr val="000000"/>
                  </a:solidFill>
                </a:uFill>
                <a:latin typeface="BirkaLTPro-Regular"/>
                <a:cs typeface="Verdana"/>
              </a:rPr>
              <a:t> </a:t>
            </a:r>
            <a:r>
              <a:rPr lang="pt-BR" sz="2600" u="sng" dirty="0">
                <a:uFill>
                  <a:solidFill>
                    <a:srgbClr val="000000"/>
                  </a:solidFill>
                </a:uFill>
                <a:latin typeface="BirkaLTPro-Regular"/>
                <a:cs typeface="Verdana"/>
              </a:rPr>
              <a:t>os</a:t>
            </a:r>
            <a:r>
              <a:rPr lang="pt-BR" sz="2600" u="sng" spc="-55" dirty="0">
                <a:uFill>
                  <a:solidFill>
                    <a:srgbClr val="000000"/>
                  </a:solidFill>
                </a:uFill>
                <a:latin typeface="BirkaLTPro-Regular"/>
                <a:cs typeface="Verdana"/>
              </a:rPr>
              <a:t> </a:t>
            </a:r>
            <a:r>
              <a:rPr lang="pt-BR" sz="2600" u="sng" dirty="0">
                <a:uFill>
                  <a:solidFill>
                    <a:srgbClr val="000000"/>
                  </a:solidFill>
                </a:uFill>
                <a:latin typeface="BirkaLTPro-Regular"/>
                <a:cs typeface="Verdana"/>
              </a:rPr>
              <a:t>usuários</a:t>
            </a:r>
            <a:r>
              <a:rPr lang="pt-BR" sz="2600" u="sng" spc="-60" dirty="0">
                <a:uFill>
                  <a:solidFill>
                    <a:srgbClr val="000000"/>
                  </a:solidFill>
                </a:uFill>
                <a:latin typeface="BirkaLTPro-Regular"/>
                <a:cs typeface="Verdana"/>
              </a:rPr>
              <a:t> </a:t>
            </a:r>
            <a:r>
              <a:rPr lang="pt-BR" sz="2600" u="sng" dirty="0">
                <a:uFill>
                  <a:solidFill>
                    <a:srgbClr val="000000"/>
                  </a:solidFill>
                </a:uFill>
                <a:latin typeface="BirkaLTPro-Regular"/>
                <a:cs typeface="Verdana"/>
              </a:rPr>
              <a:t>interagem</a:t>
            </a:r>
            <a:r>
              <a:rPr lang="pt-BR" sz="2600" u="sng" spc="-45" dirty="0">
                <a:uFill>
                  <a:solidFill>
                    <a:srgbClr val="000000"/>
                  </a:solidFill>
                </a:uFill>
                <a:latin typeface="BirkaLTPro-Regular"/>
                <a:cs typeface="Verdana"/>
              </a:rPr>
              <a:t> </a:t>
            </a:r>
            <a:r>
              <a:rPr lang="pt-BR" sz="2600" u="sng" dirty="0">
                <a:uFill>
                  <a:solidFill>
                    <a:srgbClr val="000000"/>
                  </a:solidFill>
                </a:uFill>
                <a:latin typeface="BirkaLTPro-Regular"/>
                <a:cs typeface="Verdana"/>
              </a:rPr>
              <a:t>com</a:t>
            </a:r>
            <a:r>
              <a:rPr lang="pt-BR" sz="2600" u="sng" spc="-30" dirty="0">
                <a:uFill>
                  <a:solidFill>
                    <a:srgbClr val="000000"/>
                  </a:solidFill>
                </a:uFill>
                <a:latin typeface="BirkaLTPro-Regular"/>
                <a:cs typeface="Verdana"/>
              </a:rPr>
              <a:t> </a:t>
            </a:r>
            <a:r>
              <a:rPr lang="pt-BR" sz="2600" u="sng" dirty="0">
                <a:uFill>
                  <a:solidFill>
                    <a:srgbClr val="000000"/>
                  </a:solidFill>
                </a:uFill>
                <a:latin typeface="BirkaLTPro-Regular"/>
                <a:cs typeface="Verdana"/>
              </a:rPr>
              <a:t>o</a:t>
            </a:r>
            <a:r>
              <a:rPr lang="pt-BR" sz="2600" u="sng" spc="-40" dirty="0">
                <a:uFill>
                  <a:solidFill>
                    <a:srgbClr val="000000"/>
                  </a:solidFill>
                </a:uFill>
                <a:latin typeface="BirkaLTPro-Regular"/>
                <a:cs typeface="Verdana"/>
              </a:rPr>
              <a:t> </a:t>
            </a:r>
            <a:r>
              <a:rPr lang="pt-BR" sz="2600" u="sng" spc="-10" dirty="0">
                <a:uFill>
                  <a:solidFill>
                    <a:srgbClr val="000000"/>
                  </a:solidFill>
                </a:uFill>
                <a:latin typeface="BirkaLTPro-Regular"/>
                <a:cs typeface="Verdana"/>
              </a:rPr>
              <a:t>sistema</a:t>
            </a:r>
            <a:r>
              <a:rPr lang="pt-BR" sz="2600" spc="-10" dirty="0">
                <a:latin typeface="BirkaLTPro-Regular"/>
                <a:cs typeface="Verdana"/>
              </a:rPr>
              <a:t> 	</a:t>
            </a:r>
            <a:r>
              <a:rPr lang="pt-BR" sz="2600" dirty="0">
                <a:latin typeface="BirkaLTPro-Regular"/>
                <a:cs typeface="Verdana"/>
              </a:rPr>
              <a:t>(as</a:t>
            </a:r>
            <a:r>
              <a:rPr lang="pt-BR" sz="2600" spc="-60" dirty="0">
                <a:latin typeface="BirkaLTPro-Regular"/>
                <a:cs typeface="Verdana"/>
              </a:rPr>
              <a:t> </a:t>
            </a:r>
            <a:r>
              <a:rPr lang="pt-BR" sz="2600" dirty="0">
                <a:latin typeface="BirkaLTPro-Regular"/>
                <a:cs typeface="Verdana"/>
              </a:rPr>
              <a:t>funcionalidades</a:t>
            </a:r>
            <a:r>
              <a:rPr lang="pt-BR" sz="2600" spc="-60" dirty="0">
                <a:latin typeface="BirkaLTPro-Regular"/>
                <a:cs typeface="Verdana"/>
              </a:rPr>
              <a:t> </a:t>
            </a:r>
            <a:r>
              <a:rPr lang="pt-BR" sz="2600" dirty="0">
                <a:latin typeface="BirkaLTPro-Regular"/>
                <a:cs typeface="Verdana"/>
              </a:rPr>
              <a:t>do</a:t>
            </a:r>
            <a:r>
              <a:rPr lang="pt-BR" sz="2600" spc="-60" dirty="0">
                <a:latin typeface="BirkaLTPro-Regular"/>
                <a:cs typeface="Verdana"/>
              </a:rPr>
              <a:t> </a:t>
            </a:r>
            <a:r>
              <a:rPr lang="pt-BR" sz="2600" spc="-10" dirty="0">
                <a:latin typeface="BirkaLTPro-Regular"/>
                <a:cs typeface="Verdana"/>
              </a:rPr>
              <a:t>sistema)</a:t>
            </a:r>
            <a:endParaRPr lang="pt-BR" sz="2600" dirty="0">
              <a:latin typeface="BirkaLTPro-Regular"/>
              <a:cs typeface="Verdana"/>
            </a:endParaRPr>
          </a:p>
          <a:p>
            <a:pPr lvl="1" algn="just">
              <a:lnSpc>
                <a:spcPct val="100000"/>
              </a:lnSpc>
              <a:buClr>
                <a:srgbClr val="009999"/>
              </a:buClr>
              <a:buFont typeface="Artifakt Element Book"/>
              <a:buChar char="✓"/>
            </a:pPr>
            <a:endParaRPr lang="pt-BR" sz="2600" dirty="0">
              <a:latin typeface="BirkaLTPro-Regular"/>
              <a:cs typeface="Verdana"/>
            </a:endParaRPr>
          </a:p>
          <a:p>
            <a:pPr marL="755015" lvl="1" indent="-285750" algn="just">
              <a:lnSpc>
                <a:spcPct val="100000"/>
              </a:lnSpc>
              <a:buClr>
                <a:srgbClr val="009999"/>
              </a:buClr>
              <a:buFont typeface="Artifakt Element Book"/>
              <a:buChar char="✓"/>
              <a:tabLst>
                <a:tab pos="755015" algn="l"/>
              </a:tabLst>
            </a:pPr>
            <a:r>
              <a:rPr lang="pt-BR" sz="2600" dirty="0">
                <a:latin typeface="BirkaLTPro-Regular"/>
                <a:cs typeface="Verdana"/>
              </a:rPr>
              <a:t>Dão</a:t>
            </a:r>
            <a:r>
              <a:rPr lang="pt-BR" sz="2600" spc="-60" dirty="0">
                <a:latin typeface="BirkaLTPro-Regular"/>
                <a:cs typeface="Verdana"/>
              </a:rPr>
              <a:t> </a:t>
            </a:r>
            <a:r>
              <a:rPr lang="pt-BR" sz="2600" dirty="0">
                <a:latin typeface="BirkaLTPro-Regular"/>
                <a:cs typeface="Verdana"/>
              </a:rPr>
              <a:t>uma</a:t>
            </a:r>
            <a:r>
              <a:rPr lang="pt-BR" sz="2600" spc="-40" dirty="0">
                <a:latin typeface="BirkaLTPro-Regular"/>
                <a:cs typeface="Verdana"/>
              </a:rPr>
              <a:t> </a:t>
            </a:r>
            <a:r>
              <a:rPr lang="pt-BR" sz="2600" u="sng" dirty="0">
                <a:uFill>
                  <a:solidFill>
                    <a:srgbClr val="000000"/>
                  </a:solidFill>
                </a:uFill>
                <a:latin typeface="BirkaLTPro-Regular"/>
                <a:cs typeface="Verdana"/>
              </a:rPr>
              <a:t>visão</a:t>
            </a:r>
            <a:r>
              <a:rPr lang="pt-BR" sz="2600" u="sng" spc="-35" dirty="0">
                <a:uFill>
                  <a:solidFill>
                    <a:srgbClr val="000000"/>
                  </a:solidFill>
                </a:uFill>
                <a:latin typeface="BirkaLTPro-Regular"/>
                <a:cs typeface="Verdana"/>
              </a:rPr>
              <a:t> </a:t>
            </a:r>
            <a:r>
              <a:rPr lang="pt-BR" sz="2600" u="sng" dirty="0">
                <a:uFill>
                  <a:solidFill>
                    <a:srgbClr val="000000"/>
                  </a:solidFill>
                </a:uFill>
                <a:latin typeface="BirkaLTPro-Regular"/>
                <a:cs typeface="Verdana"/>
              </a:rPr>
              <a:t>externa</a:t>
            </a:r>
            <a:r>
              <a:rPr lang="pt-BR" sz="2600" spc="-30" dirty="0">
                <a:latin typeface="BirkaLTPro-Regular"/>
                <a:cs typeface="Verdana"/>
              </a:rPr>
              <a:t> </a:t>
            </a:r>
            <a:r>
              <a:rPr lang="pt-BR" sz="2600" dirty="0">
                <a:latin typeface="BirkaLTPro-Regular"/>
                <a:cs typeface="Verdana"/>
              </a:rPr>
              <a:t>do</a:t>
            </a:r>
            <a:r>
              <a:rPr lang="pt-BR" sz="2600" spc="-55" dirty="0">
                <a:latin typeface="BirkaLTPro-Regular"/>
                <a:cs typeface="Verdana"/>
              </a:rPr>
              <a:t> </a:t>
            </a:r>
            <a:r>
              <a:rPr lang="pt-BR" sz="2600" spc="-10" dirty="0">
                <a:latin typeface="BirkaLTPro-Regular"/>
                <a:cs typeface="Verdana"/>
              </a:rPr>
              <a:t>sistema</a:t>
            </a:r>
            <a:endParaRPr lang="pt-BR" sz="2600" dirty="0">
              <a:latin typeface="BirkaLTPro-Regular"/>
              <a:cs typeface="Verdana"/>
            </a:endParaRPr>
          </a:p>
          <a:p>
            <a:pPr lvl="1" algn="just">
              <a:lnSpc>
                <a:spcPct val="100000"/>
              </a:lnSpc>
              <a:buClr>
                <a:srgbClr val="009999"/>
              </a:buClr>
              <a:buFont typeface="Artifakt Element Book"/>
              <a:buChar char="✓"/>
            </a:pPr>
            <a:endParaRPr lang="pt-BR" sz="2600" dirty="0">
              <a:latin typeface="BirkaLTPro-Regular"/>
              <a:cs typeface="Verdana"/>
            </a:endParaRPr>
          </a:p>
          <a:p>
            <a:pPr marL="755015" marR="5080" lvl="1" indent="-285750" algn="just">
              <a:lnSpc>
                <a:spcPct val="119500"/>
              </a:lnSpc>
              <a:buClr>
                <a:srgbClr val="009999"/>
              </a:buClr>
              <a:buFont typeface="Artifakt Element Book"/>
              <a:buChar char="✓"/>
              <a:tabLst>
                <a:tab pos="756285" algn="l"/>
              </a:tabLst>
            </a:pPr>
            <a:r>
              <a:rPr lang="pt-BR" sz="2600" dirty="0">
                <a:latin typeface="BirkaLTPro-Regular"/>
                <a:cs typeface="Verdana"/>
              </a:rPr>
              <a:t>O</a:t>
            </a:r>
            <a:r>
              <a:rPr lang="pt-BR" sz="2600" spc="-45" dirty="0">
                <a:latin typeface="BirkaLTPro-Regular"/>
                <a:cs typeface="Verdana"/>
              </a:rPr>
              <a:t> </a:t>
            </a:r>
            <a:r>
              <a:rPr lang="pt-BR" sz="2600" dirty="0">
                <a:latin typeface="BirkaLTPro-Regular"/>
                <a:cs typeface="Verdana"/>
              </a:rPr>
              <a:t>conjunto</a:t>
            </a:r>
            <a:r>
              <a:rPr lang="pt-BR" sz="2600" spc="-50" dirty="0">
                <a:latin typeface="BirkaLTPro-Regular"/>
                <a:cs typeface="Verdana"/>
              </a:rPr>
              <a:t> </a:t>
            </a:r>
            <a:r>
              <a:rPr lang="pt-BR" sz="2600" dirty="0">
                <a:latin typeface="BirkaLTPro-Regular"/>
                <a:cs typeface="Verdana"/>
              </a:rPr>
              <a:t>de</a:t>
            </a:r>
            <a:r>
              <a:rPr lang="pt-BR" sz="2600" spc="-45" dirty="0">
                <a:latin typeface="BirkaLTPro-Regular"/>
                <a:cs typeface="Verdana"/>
              </a:rPr>
              <a:t> </a:t>
            </a:r>
            <a:r>
              <a:rPr lang="pt-BR" sz="2600" dirty="0">
                <a:latin typeface="BirkaLTPro-Regular"/>
                <a:cs typeface="Verdana"/>
              </a:rPr>
              <a:t>casos</a:t>
            </a:r>
            <a:r>
              <a:rPr lang="pt-BR" sz="2600" spc="-20" dirty="0">
                <a:latin typeface="BirkaLTPro-Regular"/>
                <a:cs typeface="Verdana"/>
              </a:rPr>
              <a:t> </a:t>
            </a:r>
            <a:r>
              <a:rPr lang="pt-BR" sz="2600" dirty="0">
                <a:latin typeface="BirkaLTPro-Regular"/>
                <a:cs typeface="Verdana"/>
              </a:rPr>
              <a:t>de</a:t>
            </a:r>
            <a:r>
              <a:rPr lang="pt-BR" sz="2600" spc="-25" dirty="0">
                <a:latin typeface="BirkaLTPro-Regular"/>
                <a:cs typeface="Verdana"/>
              </a:rPr>
              <a:t> </a:t>
            </a:r>
            <a:r>
              <a:rPr lang="pt-BR" sz="2600" dirty="0">
                <a:latin typeface="BirkaLTPro-Regular"/>
                <a:cs typeface="Verdana"/>
              </a:rPr>
              <a:t>uso</a:t>
            </a:r>
            <a:r>
              <a:rPr lang="pt-BR" sz="2600" spc="-45" dirty="0">
                <a:latin typeface="BirkaLTPro-Regular"/>
                <a:cs typeface="Verdana"/>
              </a:rPr>
              <a:t> </a:t>
            </a:r>
            <a:r>
              <a:rPr lang="pt-BR" sz="2600" dirty="0">
                <a:latin typeface="BirkaLTPro-Regular"/>
                <a:cs typeface="Verdana"/>
              </a:rPr>
              <a:t>deve</a:t>
            </a:r>
            <a:r>
              <a:rPr lang="pt-BR" sz="2600" spc="-50" dirty="0">
                <a:latin typeface="BirkaLTPro-Regular"/>
                <a:cs typeface="Verdana"/>
              </a:rPr>
              <a:t> </a:t>
            </a:r>
            <a:r>
              <a:rPr lang="pt-BR" sz="2600" dirty="0">
                <a:latin typeface="BirkaLTPro-Regular"/>
                <a:cs typeface="Verdana"/>
              </a:rPr>
              <a:t>ser</a:t>
            </a:r>
            <a:r>
              <a:rPr lang="pt-BR" sz="2600" spc="-20" dirty="0">
                <a:latin typeface="BirkaLTPro-Regular"/>
                <a:cs typeface="Verdana"/>
              </a:rPr>
              <a:t> </a:t>
            </a:r>
            <a:r>
              <a:rPr lang="pt-BR" sz="2600" dirty="0">
                <a:latin typeface="BirkaLTPro-Regular"/>
                <a:cs typeface="Verdana"/>
              </a:rPr>
              <a:t>capaz</a:t>
            </a:r>
            <a:r>
              <a:rPr lang="pt-BR" sz="2600" spc="-30" dirty="0">
                <a:latin typeface="BirkaLTPro-Regular"/>
                <a:cs typeface="Verdana"/>
              </a:rPr>
              <a:t> </a:t>
            </a:r>
            <a:r>
              <a:rPr lang="pt-BR" sz="2600" dirty="0">
                <a:latin typeface="BirkaLTPro-Regular"/>
                <a:cs typeface="Verdana"/>
              </a:rPr>
              <a:t>de</a:t>
            </a:r>
            <a:r>
              <a:rPr lang="pt-BR" sz="2600" spc="-25" dirty="0">
                <a:latin typeface="BirkaLTPro-Regular"/>
                <a:cs typeface="Verdana"/>
              </a:rPr>
              <a:t> </a:t>
            </a:r>
            <a:r>
              <a:rPr lang="pt-BR" sz="2600" spc="-10" dirty="0">
                <a:latin typeface="BirkaLTPro-Regular"/>
                <a:cs typeface="Verdana"/>
              </a:rPr>
              <a:t>comunicar </a:t>
            </a:r>
            <a:r>
              <a:rPr lang="pt-BR" sz="2600" dirty="0">
                <a:latin typeface="BirkaLTPro-Regular"/>
                <a:cs typeface="Verdana"/>
              </a:rPr>
              <a:t>a</a:t>
            </a:r>
            <a:r>
              <a:rPr lang="pt-BR" sz="2600" spc="-40" dirty="0">
                <a:latin typeface="BirkaLTPro-Regular"/>
                <a:cs typeface="Verdana"/>
              </a:rPr>
              <a:t> </a:t>
            </a:r>
            <a:r>
              <a:rPr lang="pt-BR" sz="2600" u="sng" dirty="0">
                <a:uFill>
                  <a:solidFill>
                    <a:srgbClr val="000000"/>
                  </a:solidFill>
                </a:uFill>
                <a:latin typeface="BirkaLTPro-Regular"/>
                <a:cs typeface="Verdana"/>
              </a:rPr>
              <a:t>funcionalidade</a:t>
            </a:r>
            <a:r>
              <a:rPr lang="pt-BR" sz="2600" spc="-60" dirty="0">
                <a:latin typeface="BirkaLTPro-Regular"/>
                <a:cs typeface="Verdana"/>
              </a:rPr>
              <a:t> </a:t>
            </a:r>
            <a:r>
              <a:rPr lang="pt-BR" sz="2600" dirty="0">
                <a:latin typeface="BirkaLTPro-Regular"/>
                <a:cs typeface="Verdana"/>
              </a:rPr>
              <a:t>e</a:t>
            </a:r>
            <a:r>
              <a:rPr lang="pt-BR" sz="2600" spc="-50" dirty="0">
                <a:latin typeface="BirkaLTPro-Regular"/>
                <a:cs typeface="Verdana"/>
              </a:rPr>
              <a:t> </a:t>
            </a:r>
            <a:r>
              <a:rPr lang="pt-BR" sz="2600" dirty="0">
                <a:latin typeface="BirkaLTPro-Regular"/>
                <a:cs typeface="Verdana"/>
              </a:rPr>
              <a:t>o</a:t>
            </a:r>
            <a:r>
              <a:rPr lang="pt-BR" sz="2600" spc="-55" dirty="0">
                <a:latin typeface="BirkaLTPro-Regular"/>
                <a:cs typeface="Verdana"/>
              </a:rPr>
              <a:t> </a:t>
            </a:r>
            <a:r>
              <a:rPr lang="pt-BR" sz="2600" u="sng" dirty="0">
                <a:uFill>
                  <a:solidFill>
                    <a:srgbClr val="000000"/>
                  </a:solidFill>
                </a:uFill>
                <a:latin typeface="BirkaLTPro-Regular"/>
                <a:cs typeface="Verdana"/>
              </a:rPr>
              <a:t>comportamento</a:t>
            </a:r>
            <a:r>
              <a:rPr lang="pt-BR" sz="2600" spc="-55" dirty="0">
                <a:latin typeface="BirkaLTPro-Regular"/>
                <a:cs typeface="Verdana"/>
              </a:rPr>
              <a:t> </a:t>
            </a:r>
            <a:r>
              <a:rPr lang="pt-BR" sz="2600" dirty="0">
                <a:latin typeface="BirkaLTPro-Regular"/>
                <a:cs typeface="Verdana"/>
              </a:rPr>
              <a:t>do</a:t>
            </a:r>
            <a:r>
              <a:rPr lang="pt-BR" sz="2600" spc="-50" dirty="0">
                <a:latin typeface="BirkaLTPro-Regular"/>
                <a:cs typeface="Verdana"/>
              </a:rPr>
              <a:t> </a:t>
            </a:r>
            <a:r>
              <a:rPr lang="pt-BR" sz="2600" dirty="0">
                <a:latin typeface="BirkaLTPro-Regular"/>
                <a:cs typeface="Verdana"/>
              </a:rPr>
              <a:t>sistema</a:t>
            </a:r>
            <a:r>
              <a:rPr lang="pt-BR" sz="2600" spc="-40" dirty="0">
                <a:latin typeface="BirkaLTPro-Regular"/>
                <a:cs typeface="Verdana"/>
              </a:rPr>
              <a:t> </a:t>
            </a:r>
            <a:r>
              <a:rPr lang="pt-BR" sz="2600" dirty="0">
                <a:latin typeface="BirkaLTPro-Regular"/>
                <a:cs typeface="Verdana"/>
              </a:rPr>
              <a:t>para</a:t>
            </a:r>
            <a:r>
              <a:rPr lang="pt-BR" sz="2600" spc="-40" dirty="0">
                <a:latin typeface="BirkaLTPro-Regular"/>
                <a:cs typeface="Verdana"/>
              </a:rPr>
              <a:t> </a:t>
            </a:r>
            <a:r>
              <a:rPr lang="pt-BR" sz="2600" spc="-50" dirty="0">
                <a:latin typeface="BirkaLTPro-Regular"/>
                <a:cs typeface="Verdana"/>
              </a:rPr>
              <a:t>o 	</a:t>
            </a:r>
            <a:r>
              <a:rPr lang="pt-BR" sz="2600" spc="-10" dirty="0">
                <a:latin typeface="BirkaLTPro-Regular"/>
                <a:cs typeface="Verdana"/>
              </a:rPr>
              <a:t>cliente</a:t>
            </a:r>
            <a:endParaRPr lang="pt-BR" sz="2600" dirty="0">
              <a:latin typeface="BirkaLTPro-Regular"/>
              <a:cs typeface="Verdana"/>
            </a:endParaRPr>
          </a:p>
          <a:p>
            <a:pPr algn="just">
              <a:lnSpc>
                <a:spcPct val="100000"/>
              </a:lnSpc>
            </a:pPr>
            <a:endParaRPr lang="pt-BR" sz="2600" dirty="0">
              <a:latin typeface="BirkaLTPro-Regular"/>
              <a:cs typeface="Verdana"/>
            </a:endParaRPr>
          </a:p>
          <a:p>
            <a:pPr marL="469265" algn="just">
              <a:lnSpc>
                <a:spcPct val="100000"/>
              </a:lnSpc>
            </a:pPr>
            <a:r>
              <a:rPr lang="pt-BR" sz="2600" b="0" spc="200" dirty="0">
                <a:solidFill>
                  <a:srgbClr val="FF0000"/>
                </a:solidFill>
                <a:latin typeface="BirkaLTPro-Regular"/>
                <a:cs typeface="Artifakt Element Book"/>
              </a:rPr>
              <a:t>x</a:t>
            </a:r>
            <a:r>
              <a:rPr lang="pt-BR" sz="2600" b="0" spc="420" dirty="0">
                <a:solidFill>
                  <a:srgbClr val="FF0000"/>
                </a:solidFill>
                <a:latin typeface="BirkaLTPro-Regular"/>
                <a:cs typeface="Artifakt Element Book"/>
              </a:rPr>
              <a:t> </a:t>
            </a:r>
            <a:r>
              <a:rPr lang="pt-BR" sz="2600" dirty="0">
                <a:latin typeface="BirkaLTPro-Regular"/>
                <a:cs typeface="Verdana"/>
              </a:rPr>
              <a:t>Descrevem</a:t>
            </a:r>
            <a:r>
              <a:rPr lang="pt-BR" sz="2600" spc="-5" dirty="0">
                <a:latin typeface="BirkaLTPro-Regular"/>
                <a:cs typeface="Verdana"/>
              </a:rPr>
              <a:t> </a:t>
            </a:r>
            <a:r>
              <a:rPr lang="pt-BR" sz="2600" spc="145" dirty="0">
                <a:latin typeface="BirkaLTPro-Regular"/>
                <a:cs typeface="Verdana"/>
              </a:rPr>
              <a:t>o</a:t>
            </a:r>
            <a:r>
              <a:rPr lang="pt-BR" sz="2600" spc="-35" dirty="0">
                <a:latin typeface="BirkaLTPro-Regular"/>
                <a:cs typeface="Verdana"/>
              </a:rPr>
              <a:t> </a:t>
            </a:r>
            <a:r>
              <a:rPr lang="pt-BR" sz="2600" spc="135" dirty="0">
                <a:latin typeface="BirkaLTPro-Regular"/>
                <a:cs typeface="Verdana"/>
              </a:rPr>
              <a:t>que</a:t>
            </a:r>
            <a:r>
              <a:rPr lang="pt-BR" sz="2600" spc="-35" dirty="0">
                <a:latin typeface="BirkaLTPro-Regular"/>
                <a:cs typeface="Verdana"/>
              </a:rPr>
              <a:t> </a:t>
            </a:r>
            <a:r>
              <a:rPr lang="pt-BR" sz="2600" dirty="0">
                <a:latin typeface="BirkaLTPro-Regular"/>
                <a:cs typeface="Verdana"/>
              </a:rPr>
              <a:t>o</a:t>
            </a:r>
            <a:r>
              <a:rPr lang="pt-BR" sz="2600" spc="-20" dirty="0">
                <a:latin typeface="BirkaLTPro-Regular"/>
                <a:cs typeface="Verdana"/>
              </a:rPr>
              <a:t> </a:t>
            </a:r>
            <a:r>
              <a:rPr lang="pt-BR" sz="2600" dirty="0">
                <a:latin typeface="BirkaLTPro-Regular"/>
                <a:cs typeface="Verdana"/>
              </a:rPr>
              <a:t>sistema</a:t>
            </a:r>
            <a:r>
              <a:rPr lang="pt-BR" sz="2600" spc="-25" dirty="0">
                <a:latin typeface="BirkaLTPro-Regular"/>
                <a:cs typeface="Verdana"/>
              </a:rPr>
              <a:t> </a:t>
            </a:r>
            <a:r>
              <a:rPr lang="pt-BR" sz="2600" dirty="0">
                <a:latin typeface="BirkaLTPro-Regular"/>
                <a:cs typeface="Verdana"/>
              </a:rPr>
              <a:t>faz,</a:t>
            </a:r>
            <a:r>
              <a:rPr lang="pt-BR" sz="2600" spc="-40" dirty="0">
                <a:latin typeface="BirkaLTPro-Regular"/>
                <a:cs typeface="Verdana"/>
              </a:rPr>
              <a:t> </a:t>
            </a:r>
            <a:r>
              <a:rPr lang="pt-BR" sz="2600" dirty="0">
                <a:latin typeface="BirkaLTPro-Regular"/>
                <a:cs typeface="Verdana"/>
              </a:rPr>
              <a:t>mas</a:t>
            </a:r>
            <a:r>
              <a:rPr lang="pt-BR" sz="2600" spc="-35" dirty="0">
                <a:latin typeface="BirkaLTPro-Regular"/>
                <a:cs typeface="Verdana"/>
              </a:rPr>
              <a:t> </a:t>
            </a:r>
            <a:r>
              <a:rPr lang="pt-BR" sz="2600" u="sng" dirty="0">
                <a:uFill>
                  <a:solidFill>
                    <a:srgbClr val="000000"/>
                  </a:solidFill>
                </a:uFill>
                <a:latin typeface="BirkaLTPro-Regular"/>
                <a:cs typeface="Verdana"/>
              </a:rPr>
              <a:t>NÃO</a:t>
            </a:r>
            <a:r>
              <a:rPr lang="pt-BR" sz="2600" spc="-45" dirty="0">
                <a:latin typeface="BirkaLTPro-Regular"/>
                <a:cs typeface="Verdana"/>
              </a:rPr>
              <a:t> </a:t>
            </a:r>
            <a:r>
              <a:rPr lang="pt-BR" sz="2600" spc="-10" dirty="0">
                <a:latin typeface="BirkaLTPro-Regular"/>
                <a:cs typeface="Verdana"/>
              </a:rPr>
              <a:t>especificam </a:t>
            </a:r>
            <a:r>
              <a:rPr lang="pt-BR" sz="2600" spc="140" dirty="0">
                <a:latin typeface="BirkaLTPro-Regular"/>
                <a:cs typeface="Verdana"/>
              </a:rPr>
              <a:t>como</a:t>
            </a:r>
            <a:r>
              <a:rPr lang="pt-BR" sz="2600" spc="-40" dirty="0">
                <a:latin typeface="BirkaLTPro-Regular"/>
                <a:cs typeface="Verdana"/>
              </a:rPr>
              <a:t> </a:t>
            </a:r>
            <a:r>
              <a:rPr lang="pt-BR" sz="2600" dirty="0">
                <a:latin typeface="BirkaLTPro-Regular"/>
                <a:cs typeface="Verdana"/>
              </a:rPr>
              <a:t>isso</a:t>
            </a:r>
            <a:r>
              <a:rPr lang="pt-BR" sz="2600" spc="-25" dirty="0">
                <a:latin typeface="BirkaLTPro-Regular"/>
                <a:cs typeface="Verdana"/>
              </a:rPr>
              <a:t> </a:t>
            </a:r>
            <a:r>
              <a:rPr lang="pt-BR" sz="2600" dirty="0">
                <a:latin typeface="BirkaLTPro-Regular"/>
                <a:cs typeface="Verdana"/>
              </a:rPr>
              <a:t>deve</a:t>
            </a:r>
            <a:r>
              <a:rPr lang="pt-BR" sz="2600" spc="-25" dirty="0">
                <a:latin typeface="BirkaLTPro-Regular"/>
                <a:cs typeface="Verdana"/>
              </a:rPr>
              <a:t> </a:t>
            </a:r>
            <a:r>
              <a:rPr lang="pt-BR" sz="2600" dirty="0">
                <a:latin typeface="BirkaLTPro-Regular"/>
                <a:cs typeface="Verdana"/>
              </a:rPr>
              <a:t>ser</a:t>
            </a:r>
            <a:r>
              <a:rPr lang="pt-BR" sz="2600" spc="-25" dirty="0">
                <a:latin typeface="BirkaLTPro-Regular"/>
                <a:cs typeface="Verdana"/>
              </a:rPr>
              <a:t> </a:t>
            </a:r>
            <a:r>
              <a:rPr lang="pt-BR" sz="2600" spc="-20" dirty="0">
                <a:latin typeface="BirkaLTPro-Regular"/>
                <a:cs typeface="Verdana"/>
              </a:rPr>
              <a:t>feito</a:t>
            </a:r>
            <a:endParaRPr lang="pt-BR" sz="2600" dirty="0">
              <a:latin typeface="BirkaLTPro-Regular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35170118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C77AB9-9475-40E2-3C38-4A4CBD40F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F559CD08-0F10-0ACB-21DF-17B40AD70C32}"/>
              </a:ext>
            </a:extLst>
          </p:cNvPr>
          <p:cNvSpPr txBox="1"/>
          <p:nvPr/>
        </p:nvSpPr>
        <p:spPr>
          <a:xfrm>
            <a:off x="327198" y="389493"/>
            <a:ext cx="7552206" cy="5057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07000"/>
              </a:lnSpc>
              <a:spcAft>
                <a:spcPts val="800"/>
              </a:spcAft>
              <a:tabLst>
                <a:tab pos="914400" algn="l"/>
              </a:tabLst>
            </a:pPr>
            <a:r>
              <a:rPr lang="pt-BR" sz="2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Diagrama de Caso de Uso (Use Case)</a:t>
            </a:r>
          </a:p>
        </p:txBody>
      </p: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4F6360A8-DB5B-3E05-3FBC-C74C04F4B659}"/>
              </a:ext>
            </a:extLst>
          </p:cNvPr>
          <p:cNvGrpSpPr/>
          <p:nvPr/>
        </p:nvGrpSpPr>
        <p:grpSpPr>
          <a:xfrm>
            <a:off x="6192850" y="1673157"/>
            <a:ext cx="5564641" cy="3795793"/>
            <a:chOff x="2933945" y="3093719"/>
            <a:chExt cx="4255269" cy="2902635"/>
          </a:xfrm>
        </p:grpSpPr>
        <p:sp>
          <p:nvSpPr>
            <p:cNvPr id="2" name="object 4">
              <a:extLst>
                <a:ext uri="{FF2B5EF4-FFF2-40B4-BE49-F238E27FC236}">
                  <a16:creationId xmlns:a16="http://schemas.microsoft.com/office/drawing/2014/main" id="{34350819-10AE-48D0-6399-965201F2887C}"/>
                </a:ext>
              </a:extLst>
            </p:cNvPr>
            <p:cNvSpPr/>
            <p:nvPr/>
          </p:nvSpPr>
          <p:spPr>
            <a:xfrm>
              <a:off x="2965691" y="3093719"/>
              <a:ext cx="2664460" cy="2517775"/>
            </a:xfrm>
            <a:custGeom>
              <a:avLst/>
              <a:gdLst/>
              <a:ahLst/>
              <a:cxnLst/>
              <a:rect l="l" t="t" r="r" b="b"/>
              <a:pathLst>
                <a:path w="2664460" h="2517775">
                  <a:moveTo>
                    <a:pt x="277380" y="0"/>
                  </a:moveTo>
                  <a:lnTo>
                    <a:pt x="224278" y="10144"/>
                  </a:lnTo>
                  <a:lnTo>
                    <a:pt x="181749" y="37718"/>
                  </a:lnTo>
                  <a:lnTo>
                    <a:pt x="153507" y="78438"/>
                  </a:lnTo>
                  <a:lnTo>
                    <a:pt x="143268" y="128015"/>
                  </a:lnTo>
                  <a:lnTo>
                    <a:pt x="153507" y="177117"/>
                  </a:lnTo>
                  <a:lnTo>
                    <a:pt x="181749" y="216788"/>
                  </a:lnTo>
                  <a:lnTo>
                    <a:pt x="224278" y="243316"/>
                  </a:lnTo>
                  <a:lnTo>
                    <a:pt x="277380" y="252983"/>
                  </a:lnTo>
                  <a:lnTo>
                    <a:pt x="329196" y="243316"/>
                  </a:lnTo>
                  <a:lnTo>
                    <a:pt x="371868" y="216788"/>
                  </a:lnTo>
                  <a:lnTo>
                    <a:pt x="400824" y="177117"/>
                  </a:lnTo>
                  <a:lnTo>
                    <a:pt x="411492" y="128015"/>
                  </a:lnTo>
                  <a:lnTo>
                    <a:pt x="400824" y="78438"/>
                  </a:lnTo>
                  <a:lnTo>
                    <a:pt x="371868" y="37718"/>
                  </a:lnTo>
                  <a:lnTo>
                    <a:pt x="329196" y="10144"/>
                  </a:lnTo>
                  <a:lnTo>
                    <a:pt x="277380" y="0"/>
                  </a:lnTo>
                  <a:close/>
                </a:path>
                <a:path w="2664460" h="2517775">
                  <a:moveTo>
                    <a:pt x="268236" y="225551"/>
                  </a:moveTo>
                  <a:lnTo>
                    <a:pt x="271284" y="454151"/>
                  </a:lnTo>
                </a:path>
                <a:path w="2664460" h="2517775">
                  <a:moveTo>
                    <a:pt x="70103" y="295655"/>
                  </a:moveTo>
                  <a:lnTo>
                    <a:pt x="454164" y="298703"/>
                  </a:lnTo>
                </a:path>
                <a:path w="2664460" h="2517775">
                  <a:moveTo>
                    <a:pt x="0" y="707135"/>
                  </a:moveTo>
                  <a:lnTo>
                    <a:pt x="271284" y="454151"/>
                  </a:lnTo>
                  <a:lnTo>
                    <a:pt x="524268" y="707135"/>
                  </a:lnTo>
                </a:path>
                <a:path w="2664460" h="2517775">
                  <a:moveTo>
                    <a:pt x="1588020" y="353567"/>
                  </a:moveTo>
                  <a:lnTo>
                    <a:pt x="2663964" y="353567"/>
                  </a:lnTo>
                </a:path>
                <a:path w="2664460" h="2517775">
                  <a:moveTo>
                    <a:pt x="1588020" y="353567"/>
                  </a:moveTo>
                  <a:lnTo>
                    <a:pt x="524268" y="353567"/>
                  </a:lnTo>
                </a:path>
                <a:path w="2664460" h="2517775">
                  <a:moveTo>
                    <a:pt x="277380" y="1795271"/>
                  </a:moveTo>
                  <a:lnTo>
                    <a:pt x="224278" y="1805416"/>
                  </a:lnTo>
                  <a:lnTo>
                    <a:pt x="181749" y="1832990"/>
                  </a:lnTo>
                  <a:lnTo>
                    <a:pt x="153507" y="1873710"/>
                  </a:lnTo>
                  <a:lnTo>
                    <a:pt x="143268" y="1923287"/>
                  </a:lnTo>
                  <a:lnTo>
                    <a:pt x="153507" y="1972389"/>
                  </a:lnTo>
                  <a:lnTo>
                    <a:pt x="181749" y="2012060"/>
                  </a:lnTo>
                  <a:lnTo>
                    <a:pt x="224278" y="2038588"/>
                  </a:lnTo>
                  <a:lnTo>
                    <a:pt x="277380" y="2048255"/>
                  </a:lnTo>
                  <a:lnTo>
                    <a:pt x="329196" y="2038588"/>
                  </a:lnTo>
                  <a:lnTo>
                    <a:pt x="371868" y="2012060"/>
                  </a:lnTo>
                  <a:lnTo>
                    <a:pt x="400824" y="1972389"/>
                  </a:lnTo>
                  <a:lnTo>
                    <a:pt x="411492" y="1923287"/>
                  </a:lnTo>
                  <a:lnTo>
                    <a:pt x="400824" y="1873710"/>
                  </a:lnTo>
                  <a:lnTo>
                    <a:pt x="371868" y="1832990"/>
                  </a:lnTo>
                  <a:lnTo>
                    <a:pt x="329196" y="1805416"/>
                  </a:lnTo>
                  <a:lnTo>
                    <a:pt x="277380" y="1795271"/>
                  </a:lnTo>
                  <a:close/>
                </a:path>
                <a:path w="2664460" h="2517775">
                  <a:moveTo>
                    <a:pt x="268236" y="2036063"/>
                  </a:moveTo>
                  <a:lnTo>
                    <a:pt x="271284" y="2249423"/>
                  </a:lnTo>
                </a:path>
                <a:path w="2664460" h="2517775">
                  <a:moveTo>
                    <a:pt x="70103" y="2093975"/>
                  </a:moveTo>
                  <a:lnTo>
                    <a:pt x="454164" y="2093975"/>
                  </a:lnTo>
                </a:path>
                <a:path w="2664460" h="2517775">
                  <a:moveTo>
                    <a:pt x="0" y="2517647"/>
                  </a:moveTo>
                  <a:lnTo>
                    <a:pt x="271284" y="2249423"/>
                  </a:lnTo>
                  <a:lnTo>
                    <a:pt x="524268" y="2517647"/>
                  </a:lnTo>
                </a:path>
              </a:pathLst>
            </a:custGeom>
            <a:ln w="3175">
              <a:solidFill>
                <a:srgbClr val="3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" name="object 5">
              <a:extLst>
                <a:ext uri="{FF2B5EF4-FFF2-40B4-BE49-F238E27FC236}">
                  <a16:creationId xmlns:a16="http://schemas.microsoft.com/office/drawing/2014/main" id="{08BB87E4-C4F3-1B03-635E-4E964985931A}"/>
                </a:ext>
              </a:extLst>
            </p:cNvPr>
            <p:cNvSpPr txBox="1"/>
            <p:nvPr/>
          </p:nvSpPr>
          <p:spPr>
            <a:xfrm>
              <a:off x="2933945" y="3877230"/>
              <a:ext cx="941705" cy="226985"/>
            </a:xfrm>
            <a:prstGeom prst="rect">
              <a:avLst/>
            </a:prstGeom>
          </p:spPr>
          <p:txBody>
            <a:bodyPr vert="horz" wrap="square" lIns="0" tIns="1143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0"/>
                </a:spcBef>
              </a:pPr>
              <a:r>
                <a:rPr sz="1400" spc="-10" dirty="0">
                  <a:latin typeface="Verdana"/>
                  <a:cs typeface="Verdana"/>
                </a:rPr>
                <a:t>Atendente</a:t>
              </a:r>
              <a:endParaRPr sz="1400">
                <a:latin typeface="Verdana"/>
                <a:cs typeface="Verdana"/>
              </a:endParaRPr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A69BFE87-3C62-96A5-D397-8D1A5A1014CC}"/>
                </a:ext>
              </a:extLst>
            </p:cNvPr>
            <p:cNvSpPr txBox="1"/>
            <p:nvPr/>
          </p:nvSpPr>
          <p:spPr>
            <a:xfrm>
              <a:off x="2933945" y="5769369"/>
              <a:ext cx="740410" cy="226985"/>
            </a:xfrm>
            <a:prstGeom prst="rect">
              <a:avLst/>
            </a:prstGeom>
          </p:spPr>
          <p:txBody>
            <a:bodyPr vert="horz" wrap="square" lIns="0" tIns="1143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0"/>
                </a:spcBef>
              </a:pPr>
              <a:r>
                <a:rPr sz="1400" spc="-10" dirty="0">
                  <a:latin typeface="Verdana"/>
                  <a:cs typeface="Verdana"/>
                </a:rPr>
                <a:t>Gerente</a:t>
              </a:r>
              <a:endParaRPr sz="1400">
                <a:latin typeface="Verdana"/>
                <a:cs typeface="Verdana"/>
              </a:endParaRPr>
            </a:p>
          </p:txBody>
        </p:sp>
        <p:grpSp>
          <p:nvGrpSpPr>
            <p:cNvPr id="7" name="object 7">
              <a:extLst>
                <a:ext uri="{FF2B5EF4-FFF2-40B4-BE49-F238E27FC236}">
                  <a16:creationId xmlns:a16="http://schemas.microsoft.com/office/drawing/2014/main" id="{4A4AC666-BDEB-9BC7-4A69-BC178579ECD6}"/>
                </a:ext>
              </a:extLst>
            </p:cNvPr>
            <p:cNvGrpSpPr/>
            <p:nvPr/>
          </p:nvGrpSpPr>
          <p:grpSpPr>
            <a:xfrm>
              <a:off x="4954523" y="3189731"/>
              <a:ext cx="1682750" cy="527685"/>
              <a:chOff x="4954523" y="3189731"/>
              <a:chExt cx="1682750" cy="527685"/>
            </a:xfrm>
          </p:grpSpPr>
          <p:sp>
            <p:nvSpPr>
              <p:cNvPr id="8" name="object 8">
                <a:extLst>
                  <a:ext uri="{FF2B5EF4-FFF2-40B4-BE49-F238E27FC236}">
                    <a16:creationId xmlns:a16="http://schemas.microsoft.com/office/drawing/2014/main" id="{F9E52B2C-08C6-CFFE-ABC1-3DC2827E6227}"/>
                  </a:ext>
                </a:extLst>
              </p:cNvPr>
              <p:cNvSpPr/>
              <p:nvPr/>
            </p:nvSpPr>
            <p:spPr>
              <a:xfrm>
                <a:off x="4956047" y="3191255"/>
                <a:ext cx="1679575" cy="524510"/>
              </a:xfrm>
              <a:custGeom>
                <a:avLst/>
                <a:gdLst/>
                <a:ahLst/>
                <a:cxnLst/>
                <a:rect l="l" t="t" r="r" b="b"/>
                <a:pathLst>
                  <a:path w="1679575" h="524510">
                    <a:moveTo>
                      <a:pt x="1679447" y="262127"/>
                    </a:moveTo>
                    <a:lnTo>
                      <a:pt x="1668402" y="219977"/>
                    </a:lnTo>
                    <a:lnTo>
                      <a:pt x="1636434" y="179856"/>
                    </a:lnTo>
                    <a:lnTo>
                      <a:pt x="1585301" y="142332"/>
                    </a:lnTo>
                    <a:lnTo>
                      <a:pt x="1516757" y="107972"/>
                    </a:lnTo>
                    <a:lnTo>
                      <a:pt x="1476506" y="92155"/>
                    </a:lnTo>
                    <a:lnTo>
                      <a:pt x="1432559" y="77342"/>
                    </a:lnTo>
                    <a:lnTo>
                      <a:pt x="1385139" y="63604"/>
                    </a:lnTo>
                    <a:lnTo>
                      <a:pt x="1334463" y="51011"/>
                    </a:lnTo>
                    <a:lnTo>
                      <a:pt x="1280751" y="39634"/>
                    </a:lnTo>
                    <a:lnTo>
                      <a:pt x="1224223" y="29544"/>
                    </a:lnTo>
                    <a:lnTo>
                      <a:pt x="1165097" y="20812"/>
                    </a:lnTo>
                    <a:lnTo>
                      <a:pt x="1103595" y="13508"/>
                    </a:lnTo>
                    <a:lnTo>
                      <a:pt x="1039934" y="7704"/>
                    </a:lnTo>
                    <a:lnTo>
                      <a:pt x="974335" y="3471"/>
                    </a:lnTo>
                    <a:lnTo>
                      <a:pt x="907017" y="879"/>
                    </a:lnTo>
                    <a:lnTo>
                      <a:pt x="838199" y="0"/>
                    </a:lnTo>
                    <a:lnTo>
                      <a:pt x="769404" y="879"/>
                    </a:lnTo>
                    <a:lnTo>
                      <a:pt x="702149" y="3471"/>
                    </a:lnTo>
                    <a:lnTo>
                      <a:pt x="636650" y="7704"/>
                    </a:lnTo>
                    <a:lnTo>
                      <a:pt x="573121" y="13508"/>
                    </a:lnTo>
                    <a:lnTo>
                      <a:pt x="511778" y="20812"/>
                    </a:lnTo>
                    <a:lnTo>
                      <a:pt x="452835" y="29544"/>
                    </a:lnTo>
                    <a:lnTo>
                      <a:pt x="396507" y="39634"/>
                    </a:lnTo>
                    <a:lnTo>
                      <a:pt x="343009" y="51011"/>
                    </a:lnTo>
                    <a:lnTo>
                      <a:pt x="292556" y="63604"/>
                    </a:lnTo>
                    <a:lnTo>
                      <a:pt x="245363" y="77342"/>
                    </a:lnTo>
                    <a:lnTo>
                      <a:pt x="201645" y="92155"/>
                    </a:lnTo>
                    <a:lnTo>
                      <a:pt x="161617" y="107972"/>
                    </a:lnTo>
                    <a:lnTo>
                      <a:pt x="125493" y="124721"/>
                    </a:lnTo>
                    <a:lnTo>
                      <a:pt x="65817" y="160734"/>
                    </a:lnTo>
                    <a:lnTo>
                      <a:pt x="24339" y="199627"/>
                    </a:lnTo>
                    <a:lnTo>
                      <a:pt x="2775" y="240834"/>
                    </a:lnTo>
                    <a:lnTo>
                      <a:pt x="0" y="262127"/>
                    </a:lnTo>
                    <a:lnTo>
                      <a:pt x="2775" y="283834"/>
                    </a:lnTo>
                    <a:lnTo>
                      <a:pt x="24339" y="325619"/>
                    </a:lnTo>
                    <a:lnTo>
                      <a:pt x="65817" y="364807"/>
                    </a:lnTo>
                    <a:lnTo>
                      <a:pt x="125493" y="400886"/>
                    </a:lnTo>
                    <a:lnTo>
                      <a:pt x="161617" y="417600"/>
                    </a:lnTo>
                    <a:lnTo>
                      <a:pt x="201645" y="433344"/>
                    </a:lnTo>
                    <a:lnTo>
                      <a:pt x="245363" y="448055"/>
                    </a:lnTo>
                    <a:lnTo>
                      <a:pt x="292556" y="461669"/>
                    </a:lnTo>
                    <a:lnTo>
                      <a:pt x="343009" y="474122"/>
                    </a:lnTo>
                    <a:lnTo>
                      <a:pt x="396507" y="485349"/>
                    </a:lnTo>
                    <a:lnTo>
                      <a:pt x="452835" y="495287"/>
                    </a:lnTo>
                    <a:lnTo>
                      <a:pt x="511778" y="503872"/>
                    </a:lnTo>
                    <a:lnTo>
                      <a:pt x="573121" y="511039"/>
                    </a:lnTo>
                    <a:lnTo>
                      <a:pt x="636650" y="516725"/>
                    </a:lnTo>
                    <a:lnTo>
                      <a:pt x="702149" y="520866"/>
                    </a:lnTo>
                    <a:lnTo>
                      <a:pt x="769404" y="523397"/>
                    </a:lnTo>
                    <a:lnTo>
                      <a:pt x="838199" y="524255"/>
                    </a:lnTo>
                    <a:lnTo>
                      <a:pt x="907017" y="523397"/>
                    </a:lnTo>
                    <a:lnTo>
                      <a:pt x="974335" y="520866"/>
                    </a:lnTo>
                    <a:lnTo>
                      <a:pt x="1039934" y="516725"/>
                    </a:lnTo>
                    <a:lnTo>
                      <a:pt x="1103595" y="511039"/>
                    </a:lnTo>
                    <a:lnTo>
                      <a:pt x="1165097" y="503872"/>
                    </a:lnTo>
                    <a:lnTo>
                      <a:pt x="1224223" y="495287"/>
                    </a:lnTo>
                    <a:lnTo>
                      <a:pt x="1280751" y="485349"/>
                    </a:lnTo>
                    <a:lnTo>
                      <a:pt x="1334463" y="474122"/>
                    </a:lnTo>
                    <a:lnTo>
                      <a:pt x="1385139" y="461669"/>
                    </a:lnTo>
                    <a:lnTo>
                      <a:pt x="1432559" y="448055"/>
                    </a:lnTo>
                    <a:lnTo>
                      <a:pt x="1476506" y="433344"/>
                    </a:lnTo>
                    <a:lnTo>
                      <a:pt x="1516757" y="417600"/>
                    </a:lnTo>
                    <a:lnTo>
                      <a:pt x="1553096" y="400886"/>
                    </a:lnTo>
                    <a:lnTo>
                      <a:pt x="1613153" y="364807"/>
                    </a:lnTo>
                    <a:lnTo>
                      <a:pt x="1654923" y="325619"/>
                    </a:lnTo>
                    <a:lnTo>
                      <a:pt x="1676649" y="283834"/>
                    </a:lnTo>
                    <a:lnTo>
                      <a:pt x="1679447" y="262127"/>
                    </a:lnTo>
                    <a:close/>
                  </a:path>
                </a:pathLst>
              </a:custGeom>
              <a:solidFill>
                <a:srgbClr val="FFFFCC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" name="object 9">
                <a:extLst>
                  <a:ext uri="{FF2B5EF4-FFF2-40B4-BE49-F238E27FC236}">
                    <a16:creationId xmlns:a16="http://schemas.microsoft.com/office/drawing/2014/main" id="{BA180177-3968-64F5-10AA-9DFFFCE2D735}"/>
                  </a:ext>
                </a:extLst>
              </p:cNvPr>
              <p:cNvSpPr/>
              <p:nvPr/>
            </p:nvSpPr>
            <p:spPr>
              <a:xfrm>
                <a:off x="4956047" y="3191255"/>
                <a:ext cx="1679575" cy="524510"/>
              </a:xfrm>
              <a:custGeom>
                <a:avLst/>
                <a:gdLst/>
                <a:ahLst/>
                <a:cxnLst/>
                <a:rect l="l" t="t" r="r" b="b"/>
                <a:pathLst>
                  <a:path w="1679575" h="524510">
                    <a:moveTo>
                      <a:pt x="838199" y="0"/>
                    </a:moveTo>
                    <a:lnTo>
                      <a:pt x="769404" y="879"/>
                    </a:lnTo>
                    <a:lnTo>
                      <a:pt x="702149" y="3471"/>
                    </a:lnTo>
                    <a:lnTo>
                      <a:pt x="636650" y="7704"/>
                    </a:lnTo>
                    <a:lnTo>
                      <a:pt x="573121" y="13508"/>
                    </a:lnTo>
                    <a:lnTo>
                      <a:pt x="511778" y="20812"/>
                    </a:lnTo>
                    <a:lnTo>
                      <a:pt x="452835" y="29544"/>
                    </a:lnTo>
                    <a:lnTo>
                      <a:pt x="396507" y="39634"/>
                    </a:lnTo>
                    <a:lnTo>
                      <a:pt x="343009" y="51011"/>
                    </a:lnTo>
                    <a:lnTo>
                      <a:pt x="292556" y="63604"/>
                    </a:lnTo>
                    <a:lnTo>
                      <a:pt x="245363" y="77342"/>
                    </a:lnTo>
                    <a:lnTo>
                      <a:pt x="201645" y="92155"/>
                    </a:lnTo>
                    <a:lnTo>
                      <a:pt x="161617" y="107972"/>
                    </a:lnTo>
                    <a:lnTo>
                      <a:pt x="125493" y="124721"/>
                    </a:lnTo>
                    <a:lnTo>
                      <a:pt x="65817" y="160734"/>
                    </a:lnTo>
                    <a:lnTo>
                      <a:pt x="24339" y="199627"/>
                    </a:lnTo>
                    <a:lnTo>
                      <a:pt x="2775" y="240834"/>
                    </a:lnTo>
                    <a:lnTo>
                      <a:pt x="0" y="262127"/>
                    </a:lnTo>
                    <a:lnTo>
                      <a:pt x="2775" y="283834"/>
                    </a:lnTo>
                    <a:lnTo>
                      <a:pt x="24339" y="325619"/>
                    </a:lnTo>
                    <a:lnTo>
                      <a:pt x="65817" y="364807"/>
                    </a:lnTo>
                    <a:lnTo>
                      <a:pt x="125493" y="400886"/>
                    </a:lnTo>
                    <a:lnTo>
                      <a:pt x="161617" y="417600"/>
                    </a:lnTo>
                    <a:lnTo>
                      <a:pt x="201645" y="433344"/>
                    </a:lnTo>
                    <a:lnTo>
                      <a:pt x="245363" y="448055"/>
                    </a:lnTo>
                    <a:lnTo>
                      <a:pt x="292556" y="461669"/>
                    </a:lnTo>
                    <a:lnTo>
                      <a:pt x="343009" y="474122"/>
                    </a:lnTo>
                    <a:lnTo>
                      <a:pt x="396507" y="485349"/>
                    </a:lnTo>
                    <a:lnTo>
                      <a:pt x="452835" y="495287"/>
                    </a:lnTo>
                    <a:lnTo>
                      <a:pt x="511778" y="503872"/>
                    </a:lnTo>
                    <a:lnTo>
                      <a:pt x="573121" y="511039"/>
                    </a:lnTo>
                    <a:lnTo>
                      <a:pt x="636650" y="516725"/>
                    </a:lnTo>
                    <a:lnTo>
                      <a:pt x="702149" y="520866"/>
                    </a:lnTo>
                    <a:lnTo>
                      <a:pt x="769404" y="523397"/>
                    </a:lnTo>
                    <a:lnTo>
                      <a:pt x="838199" y="524255"/>
                    </a:lnTo>
                    <a:lnTo>
                      <a:pt x="907017" y="523397"/>
                    </a:lnTo>
                    <a:lnTo>
                      <a:pt x="974335" y="520866"/>
                    </a:lnTo>
                    <a:lnTo>
                      <a:pt x="1039934" y="516725"/>
                    </a:lnTo>
                    <a:lnTo>
                      <a:pt x="1103595" y="511039"/>
                    </a:lnTo>
                    <a:lnTo>
                      <a:pt x="1165097" y="503872"/>
                    </a:lnTo>
                    <a:lnTo>
                      <a:pt x="1224223" y="495287"/>
                    </a:lnTo>
                    <a:lnTo>
                      <a:pt x="1280751" y="485349"/>
                    </a:lnTo>
                    <a:lnTo>
                      <a:pt x="1334463" y="474122"/>
                    </a:lnTo>
                    <a:lnTo>
                      <a:pt x="1385139" y="461669"/>
                    </a:lnTo>
                    <a:lnTo>
                      <a:pt x="1432559" y="448055"/>
                    </a:lnTo>
                    <a:lnTo>
                      <a:pt x="1476506" y="433344"/>
                    </a:lnTo>
                    <a:lnTo>
                      <a:pt x="1516757" y="417600"/>
                    </a:lnTo>
                    <a:lnTo>
                      <a:pt x="1553096" y="400886"/>
                    </a:lnTo>
                    <a:lnTo>
                      <a:pt x="1613153" y="364807"/>
                    </a:lnTo>
                    <a:lnTo>
                      <a:pt x="1654923" y="325619"/>
                    </a:lnTo>
                    <a:lnTo>
                      <a:pt x="1676649" y="283834"/>
                    </a:lnTo>
                    <a:lnTo>
                      <a:pt x="1679447" y="262127"/>
                    </a:lnTo>
                    <a:lnTo>
                      <a:pt x="1676649" y="240834"/>
                    </a:lnTo>
                    <a:lnTo>
                      <a:pt x="1654923" y="199627"/>
                    </a:lnTo>
                    <a:lnTo>
                      <a:pt x="1613153" y="160734"/>
                    </a:lnTo>
                    <a:lnTo>
                      <a:pt x="1553096" y="124721"/>
                    </a:lnTo>
                    <a:lnTo>
                      <a:pt x="1516757" y="107972"/>
                    </a:lnTo>
                    <a:lnTo>
                      <a:pt x="1476506" y="92155"/>
                    </a:lnTo>
                    <a:lnTo>
                      <a:pt x="1432559" y="77342"/>
                    </a:lnTo>
                    <a:lnTo>
                      <a:pt x="1385139" y="63604"/>
                    </a:lnTo>
                    <a:lnTo>
                      <a:pt x="1334463" y="51011"/>
                    </a:lnTo>
                    <a:lnTo>
                      <a:pt x="1280751" y="39634"/>
                    </a:lnTo>
                    <a:lnTo>
                      <a:pt x="1224223" y="29544"/>
                    </a:lnTo>
                    <a:lnTo>
                      <a:pt x="1165097" y="20812"/>
                    </a:lnTo>
                    <a:lnTo>
                      <a:pt x="1103595" y="13508"/>
                    </a:lnTo>
                    <a:lnTo>
                      <a:pt x="1039934" y="7704"/>
                    </a:lnTo>
                    <a:lnTo>
                      <a:pt x="974335" y="3471"/>
                    </a:lnTo>
                    <a:lnTo>
                      <a:pt x="907017" y="879"/>
                    </a:lnTo>
                    <a:lnTo>
                      <a:pt x="838199" y="0"/>
                    </a:lnTo>
                    <a:close/>
                  </a:path>
                </a:pathLst>
              </a:custGeom>
              <a:ln w="3175">
                <a:solidFill>
                  <a:srgbClr val="3F7F7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10" name="object 10">
              <a:extLst>
                <a:ext uri="{FF2B5EF4-FFF2-40B4-BE49-F238E27FC236}">
                  <a16:creationId xmlns:a16="http://schemas.microsoft.com/office/drawing/2014/main" id="{00C4BC15-F9AF-A839-85FB-EF32DF045C96}"/>
                </a:ext>
              </a:extLst>
            </p:cNvPr>
            <p:cNvGrpSpPr/>
            <p:nvPr/>
          </p:nvGrpSpPr>
          <p:grpSpPr>
            <a:xfrm>
              <a:off x="3488435" y="3826764"/>
              <a:ext cx="3700779" cy="1685925"/>
              <a:chOff x="3488435" y="3826764"/>
              <a:chExt cx="3700779" cy="1685925"/>
            </a:xfrm>
          </p:grpSpPr>
          <p:sp>
            <p:nvSpPr>
              <p:cNvPr id="11" name="object 11">
                <a:extLst>
                  <a:ext uri="{FF2B5EF4-FFF2-40B4-BE49-F238E27FC236}">
                    <a16:creationId xmlns:a16="http://schemas.microsoft.com/office/drawing/2014/main" id="{6FE48788-0D6F-0BCF-0D00-F47B6D065F22}"/>
                  </a:ext>
                </a:extLst>
              </p:cNvPr>
              <p:cNvSpPr/>
              <p:nvPr/>
            </p:nvSpPr>
            <p:spPr>
              <a:xfrm>
                <a:off x="3489959" y="3828288"/>
                <a:ext cx="2194560" cy="1417320"/>
              </a:xfrm>
              <a:custGeom>
                <a:avLst/>
                <a:gdLst/>
                <a:ahLst/>
                <a:cxnLst/>
                <a:rect l="l" t="t" r="r" b="b"/>
                <a:pathLst>
                  <a:path w="2194560" h="1417320">
                    <a:moveTo>
                      <a:pt x="990599" y="621791"/>
                    </a:moveTo>
                    <a:lnTo>
                      <a:pt x="1996439" y="0"/>
                    </a:lnTo>
                  </a:path>
                  <a:path w="2194560" h="1417320">
                    <a:moveTo>
                      <a:pt x="990599" y="621791"/>
                    </a:moveTo>
                    <a:lnTo>
                      <a:pt x="0" y="1246631"/>
                    </a:lnTo>
                  </a:path>
                  <a:path w="2194560" h="1417320">
                    <a:moveTo>
                      <a:pt x="1091183" y="1414271"/>
                    </a:moveTo>
                    <a:lnTo>
                      <a:pt x="2194559" y="1417319"/>
                    </a:lnTo>
                  </a:path>
                  <a:path w="2194560" h="1417320">
                    <a:moveTo>
                      <a:pt x="1091183" y="1414271"/>
                    </a:moveTo>
                    <a:lnTo>
                      <a:pt x="0" y="1417319"/>
                    </a:lnTo>
                  </a:path>
                </a:pathLst>
              </a:custGeom>
              <a:ln w="3175">
                <a:solidFill>
                  <a:srgbClr val="3F7F7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2" name="object 12">
                <a:extLst>
                  <a:ext uri="{FF2B5EF4-FFF2-40B4-BE49-F238E27FC236}">
                    <a16:creationId xmlns:a16="http://schemas.microsoft.com/office/drawing/2014/main" id="{98AD4D07-D841-D85A-1087-7B162FBBD9D2}"/>
                  </a:ext>
                </a:extLst>
              </p:cNvPr>
              <p:cNvSpPr/>
              <p:nvPr/>
            </p:nvSpPr>
            <p:spPr>
              <a:xfrm>
                <a:off x="4812791" y="5001768"/>
                <a:ext cx="2374900" cy="509270"/>
              </a:xfrm>
              <a:custGeom>
                <a:avLst/>
                <a:gdLst/>
                <a:ahLst/>
                <a:cxnLst/>
                <a:rect l="l" t="t" r="r" b="b"/>
                <a:pathLst>
                  <a:path w="2374900" h="509270">
                    <a:moveTo>
                      <a:pt x="2374391" y="256031"/>
                    </a:moveTo>
                    <a:lnTo>
                      <a:pt x="2353827" y="208612"/>
                    </a:lnTo>
                    <a:lnTo>
                      <a:pt x="2318412" y="178498"/>
                    </a:lnTo>
                    <a:lnTo>
                      <a:pt x="2266915" y="149873"/>
                    </a:lnTo>
                    <a:lnTo>
                      <a:pt x="2200435" y="122989"/>
                    </a:lnTo>
                    <a:lnTo>
                      <a:pt x="2161919" y="110277"/>
                    </a:lnTo>
                    <a:lnTo>
                      <a:pt x="2120070" y="98094"/>
                    </a:lnTo>
                    <a:lnTo>
                      <a:pt x="2075024" y="86470"/>
                    </a:lnTo>
                    <a:lnTo>
                      <a:pt x="2026919" y="75437"/>
                    </a:lnTo>
                    <a:lnTo>
                      <a:pt x="1975893" y="65027"/>
                    </a:lnTo>
                    <a:lnTo>
                      <a:pt x="1922082" y="55270"/>
                    </a:lnTo>
                    <a:lnTo>
                      <a:pt x="1865624" y="46198"/>
                    </a:lnTo>
                    <a:lnTo>
                      <a:pt x="1806656" y="37842"/>
                    </a:lnTo>
                    <a:lnTo>
                      <a:pt x="1745316" y="30233"/>
                    </a:lnTo>
                    <a:lnTo>
                      <a:pt x="1681741" y="23402"/>
                    </a:lnTo>
                    <a:lnTo>
                      <a:pt x="1616068" y="17380"/>
                    </a:lnTo>
                    <a:lnTo>
                      <a:pt x="1548435" y="12199"/>
                    </a:lnTo>
                    <a:lnTo>
                      <a:pt x="1478979" y="7891"/>
                    </a:lnTo>
                    <a:lnTo>
                      <a:pt x="1407837" y="4485"/>
                    </a:lnTo>
                    <a:lnTo>
                      <a:pt x="1335147" y="2014"/>
                    </a:lnTo>
                    <a:lnTo>
                      <a:pt x="1261046" y="508"/>
                    </a:lnTo>
                    <a:lnTo>
                      <a:pt x="1185671" y="0"/>
                    </a:lnTo>
                    <a:lnTo>
                      <a:pt x="1110635" y="508"/>
                    </a:lnTo>
                    <a:lnTo>
                      <a:pt x="1036847" y="2014"/>
                    </a:lnTo>
                    <a:lnTo>
                      <a:pt x="964444" y="4485"/>
                    </a:lnTo>
                    <a:lnTo>
                      <a:pt x="893566" y="7891"/>
                    </a:lnTo>
                    <a:lnTo>
                      <a:pt x="824350" y="12199"/>
                    </a:lnTo>
                    <a:lnTo>
                      <a:pt x="756936" y="17380"/>
                    </a:lnTo>
                    <a:lnTo>
                      <a:pt x="691461" y="23402"/>
                    </a:lnTo>
                    <a:lnTo>
                      <a:pt x="628064" y="30233"/>
                    </a:lnTo>
                    <a:lnTo>
                      <a:pt x="566883" y="37842"/>
                    </a:lnTo>
                    <a:lnTo>
                      <a:pt x="508057" y="46198"/>
                    </a:lnTo>
                    <a:lnTo>
                      <a:pt x="451724" y="55270"/>
                    </a:lnTo>
                    <a:lnTo>
                      <a:pt x="398022" y="65027"/>
                    </a:lnTo>
                    <a:lnTo>
                      <a:pt x="347090" y="75437"/>
                    </a:lnTo>
                    <a:lnTo>
                      <a:pt x="299067" y="86470"/>
                    </a:lnTo>
                    <a:lnTo>
                      <a:pt x="254090" y="98094"/>
                    </a:lnTo>
                    <a:lnTo>
                      <a:pt x="212298" y="110277"/>
                    </a:lnTo>
                    <a:lnTo>
                      <a:pt x="173830" y="122989"/>
                    </a:lnTo>
                    <a:lnTo>
                      <a:pt x="107416" y="149873"/>
                    </a:lnTo>
                    <a:lnTo>
                      <a:pt x="55957" y="178498"/>
                    </a:lnTo>
                    <a:lnTo>
                      <a:pt x="20559" y="208612"/>
                    </a:lnTo>
                    <a:lnTo>
                      <a:pt x="0" y="256031"/>
                    </a:lnTo>
                    <a:lnTo>
                      <a:pt x="2330" y="272083"/>
                    </a:lnTo>
                    <a:lnTo>
                      <a:pt x="36181" y="318484"/>
                    </a:lnTo>
                    <a:lnTo>
                      <a:pt x="79748" y="347667"/>
                    </a:lnTo>
                    <a:lnTo>
                      <a:pt x="138823" y="375177"/>
                    </a:lnTo>
                    <a:lnTo>
                      <a:pt x="212298" y="400780"/>
                    </a:lnTo>
                    <a:lnTo>
                      <a:pt x="254090" y="412794"/>
                    </a:lnTo>
                    <a:lnTo>
                      <a:pt x="299067" y="424244"/>
                    </a:lnTo>
                    <a:lnTo>
                      <a:pt x="347090" y="435101"/>
                    </a:lnTo>
                    <a:lnTo>
                      <a:pt x="398022" y="445336"/>
                    </a:lnTo>
                    <a:lnTo>
                      <a:pt x="451724" y="454920"/>
                    </a:lnTo>
                    <a:lnTo>
                      <a:pt x="508057" y="463823"/>
                    </a:lnTo>
                    <a:lnTo>
                      <a:pt x="566883" y="472016"/>
                    </a:lnTo>
                    <a:lnTo>
                      <a:pt x="628064" y="479471"/>
                    </a:lnTo>
                    <a:lnTo>
                      <a:pt x="691461" y="486157"/>
                    </a:lnTo>
                    <a:lnTo>
                      <a:pt x="756936" y="492047"/>
                    </a:lnTo>
                    <a:lnTo>
                      <a:pt x="824350" y="497110"/>
                    </a:lnTo>
                    <a:lnTo>
                      <a:pt x="893566" y="501318"/>
                    </a:lnTo>
                    <a:lnTo>
                      <a:pt x="964444" y="504642"/>
                    </a:lnTo>
                    <a:lnTo>
                      <a:pt x="1036847" y="507052"/>
                    </a:lnTo>
                    <a:lnTo>
                      <a:pt x="1110635" y="508520"/>
                    </a:lnTo>
                    <a:lnTo>
                      <a:pt x="1185671" y="509015"/>
                    </a:lnTo>
                    <a:lnTo>
                      <a:pt x="1261046" y="508520"/>
                    </a:lnTo>
                    <a:lnTo>
                      <a:pt x="1335147" y="507052"/>
                    </a:lnTo>
                    <a:lnTo>
                      <a:pt x="1407837" y="504642"/>
                    </a:lnTo>
                    <a:lnTo>
                      <a:pt x="1478979" y="501318"/>
                    </a:lnTo>
                    <a:lnTo>
                      <a:pt x="1548435" y="497110"/>
                    </a:lnTo>
                    <a:lnTo>
                      <a:pt x="1616068" y="492047"/>
                    </a:lnTo>
                    <a:lnTo>
                      <a:pt x="1681741" y="486157"/>
                    </a:lnTo>
                    <a:lnTo>
                      <a:pt x="1745316" y="479471"/>
                    </a:lnTo>
                    <a:lnTo>
                      <a:pt x="1806656" y="472016"/>
                    </a:lnTo>
                    <a:lnTo>
                      <a:pt x="1865624" y="463823"/>
                    </a:lnTo>
                    <a:lnTo>
                      <a:pt x="1922082" y="454920"/>
                    </a:lnTo>
                    <a:lnTo>
                      <a:pt x="1975893" y="445336"/>
                    </a:lnTo>
                    <a:lnTo>
                      <a:pt x="2026919" y="435101"/>
                    </a:lnTo>
                    <a:lnTo>
                      <a:pt x="2075024" y="424244"/>
                    </a:lnTo>
                    <a:lnTo>
                      <a:pt x="2120070" y="412794"/>
                    </a:lnTo>
                    <a:lnTo>
                      <a:pt x="2161919" y="400780"/>
                    </a:lnTo>
                    <a:lnTo>
                      <a:pt x="2200435" y="388231"/>
                    </a:lnTo>
                    <a:lnTo>
                      <a:pt x="2266915" y="361646"/>
                    </a:lnTo>
                    <a:lnTo>
                      <a:pt x="2318412" y="333270"/>
                    </a:lnTo>
                    <a:lnTo>
                      <a:pt x="2353827" y="303338"/>
                    </a:lnTo>
                    <a:lnTo>
                      <a:pt x="2374391" y="256031"/>
                    </a:lnTo>
                    <a:close/>
                  </a:path>
                </a:pathLst>
              </a:custGeom>
              <a:solidFill>
                <a:srgbClr val="FFFFCC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3" name="object 13">
                <a:extLst>
                  <a:ext uri="{FF2B5EF4-FFF2-40B4-BE49-F238E27FC236}">
                    <a16:creationId xmlns:a16="http://schemas.microsoft.com/office/drawing/2014/main" id="{27DB5B97-A501-A9E7-5475-62355A136C91}"/>
                  </a:ext>
                </a:extLst>
              </p:cNvPr>
              <p:cNvSpPr/>
              <p:nvPr/>
            </p:nvSpPr>
            <p:spPr>
              <a:xfrm>
                <a:off x="4812791" y="5001768"/>
                <a:ext cx="2374900" cy="509270"/>
              </a:xfrm>
              <a:custGeom>
                <a:avLst/>
                <a:gdLst/>
                <a:ahLst/>
                <a:cxnLst/>
                <a:rect l="l" t="t" r="r" b="b"/>
                <a:pathLst>
                  <a:path w="2374900" h="509270">
                    <a:moveTo>
                      <a:pt x="1185671" y="0"/>
                    </a:moveTo>
                    <a:lnTo>
                      <a:pt x="1110635" y="508"/>
                    </a:lnTo>
                    <a:lnTo>
                      <a:pt x="1036847" y="2014"/>
                    </a:lnTo>
                    <a:lnTo>
                      <a:pt x="964444" y="4485"/>
                    </a:lnTo>
                    <a:lnTo>
                      <a:pt x="893566" y="7891"/>
                    </a:lnTo>
                    <a:lnTo>
                      <a:pt x="824350" y="12199"/>
                    </a:lnTo>
                    <a:lnTo>
                      <a:pt x="756936" y="17380"/>
                    </a:lnTo>
                    <a:lnTo>
                      <a:pt x="691461" y="23402"/>
                    </a:lnTo>
                    <a:lnTo>
                      <a:pt x="628064" y="30233"/>
                    </a:lnTo>
                    <a:lnTo>
                      <a:pt x="566883" y="37842"/>
                    </a:lnTo>
                    <a:lnTo>
                      <a:pt x="508057" y="46198"/>
                    </a:lnTo>
                    <a:lnTo>
                      <a:pt x="451724" y="55270"/>
                    </a:lnTo>
                    <a:lnTo>
                      <a:pt x="398022" y="65027"/>
                    </a:lnTo>
                    <a:lnTo>
                      <a:pt x="347090" y="75437"/>
                    </a:lnTo>
                    <a:lnTo>
                      <a:pt x="299067" y="86470"/>
                    </a:lnTo>
                    <a:lnTo>
                      <a:pt x="254090" y="98094"/>
                    </a:lnTo>
                    <a:lnTo>
                      <a:pt x="212298" y="110277"/>
                    </a:lnTo>
                    <a:lnTo>
                      <a:pt x="173830" y="122989"/>
                    </a:lnTo>
                    <a:lnTo>
                      <a:pt x="107416" y="149873"/>
                    </a:lnTo>
                    <a:lnTo>
                      <a:pt x="55957" y="178498"/>
                    </a:lnTo>
                    <a:lnTo>
                      <a:pt x="20559" y="208612"/>
                    </a:lnTo>
                    <a:lnTo>
                      <a:pt x="0" y="256031"/>
                    </a:lnTo>
                    <a:lnTo>
                      <a:pt x="2330" y="272083"/>
                    </a:lnTo>
                    <a:lnTo>
                      <a:pt x="36181" y="318484"/>
                    </a:lnTo>
                    <a:lnTo>
                      <a:pt x="79748" y="347667"/>
                    </a:lnTo>
                    <a:lnTo>
                      <a:pt x="138823" y="375177"/>
                    </a:lnTo>
                    <a:lnTo>
                      <a:pt x="212298" y="400780"/>
                    </a:lnTo>
                    <a:lnTo>
                      <a:pt x="254090" y="412794"/>
                    </a:lnTo>
                    <a:lnTo>
                      <a:pt x="299067" y="424244"/>
                    </a:lnTo>
                    <a:lnTo>
                      <a:pt x="347090" y="435101"/>
                    </a:lnTo>
                    <a:lnTo>
                      <a:pt x="398022" y="445336"/>
                    </a:lnTo>
                    <a:lnTo>
                      <a:pt x="451724" y="454920"/>
                    </a:lnTo>
                    <a:lnTo>
                      <a:pt x="508057" y="463823"/>
                    </a:lnTo>
                    <a:lnTo>
                      <a:pt x="566883" y="472016"/>
                    </a:lnTo>
                    <a:lnTo>
                      <a:pt x="628064" y="479471"/>
                    </a:lnTo>
                    <a:lnTo>
                      <a:pt x="691461" y="486157"/>
                    </a:lnTo>
                    <a:lnTo>
                      <a:pt x="756936" y="492047"/>
                    </a:lnTo>
                    <a:lnTo>
                      <a:pt x="824350" y="497110"/>
                    </a:lnTo>
                    <a:lnTo>
                      <a:pt x="893566" y="501318"/>
                    </a:lnTo>
                    <a:lnTo>
                      <a:pt x="964444" y="504642"/>
                    </a:lnTo>
                    <a:lnTo>
                      <a:pt x="1036847" y="507052"/>
                    </a:lnTo>
                    <a:lnTo>
                      <a:pt x="1110635" y="508520"/>
                    </a:lnTo>
                    <a:lnTo>
                      <a:pt x="1185671" y="509015"/>
                    </a:lnTo>
                    <a:lnTo>
                      <a:pt x="1261046" y="508520"/>
                    </a:lnTo>
                    <a:lnTo>
                      <a:pt x="1335147" y="507052"/>
                    </a:lnTo>
                    <a:lnTo>
                      <a:pt x="1407837" y="504642"/>
                    </a:lnTo>
                    <a:lnTo>
                      <a:pt x="1478979" y="501318"/>
                    </a:lnTo>
                    <a:lnTo>
                      <a:pt x="1548435" y="497110"/>
                    </a:lnTo>
                    <a:lnTo>
                      <a:pt x="1616068" y="492047"/>
                    </a:lnTo>
                    <a:lnTo>
                      <a:pt x="1681741" y="486157"/>
                    </a:lnTo>
                    <a:lnTo>
                      <a:pt x="1745316" y="479471"/>
                    </a:lnTo>
                    <a:lnTo>
                      <a:pt x="1806656" y="472016"/>
                    </a:lnTo>
                    <a:lnTo>
                      <a:pt x="1865624" y="463823"/>
                    </a:lnTo>
                    <a:lnTo>
                      <a:pt x="1922082" y="454920"/>
                    </a:lnTo>
                    <a:lnTo>
                      <a:pt x="1975893" y="445336"/>
                    </a:lnTo>
                    <a:lnTo>
                      <a:pt x="2026919" y="435101"/>
                    </a:lnTo>
                    <a:lnTo>
                      <a:pt x="2075024" y="424244"/>
                    </a:lnTo>
                    <a:lnTo>
                      <a:pt x="2120070" y="412794"/>
                    </a:lnTo>
                    <a:lnTo>
                      <a:pt x="2161919" y="400780"/>
                    </a:lnTo>
                    <a:lnTo>
                      <a:pt x="2200435" y="388231"/>
                    </a:lnTo>
                    <a:lnTo>
                      <a:pt x="2266915" y="361646"/>
                    </a:lnTo>
                    <a:lnTo>
                      <a:pt x="2318412" y="333270"/>
                    </a:lnTo>
                    <a:lnTo>
                      <a:pt x="2353827" y="303338"/>
                    </a:lnTo>
                    <a:lnTo>
                      <a:pt x="2374391" y="256031"/>
                    </a:lnTo>
                    <a:lnTo>
                      <a:pt x="2372061" y="239967"/>
                    </a:lnTo>
                    <a:lnTo>
                      <a:pt x="2338198" y="193384"/>
                    </a:lnTo>
                    <a:lnTo>
                      <a:pt x="2294605" y="163984"/>
                    </a:lnTo>
                    <a:lnTo>
                      <a:pt x="2235479" y="136198"/>
                    </a:lnTo>
                    <a:lnTo>
                      <a:pt x="2161919" y="110277"/>
                    </a:lnTo>
                    <a:lnTo>
                      <a:pt x="2120070" y="98094"/>
                    </a:lnTo>
                    <a:lnTo>
                      <a:pt x="2075024" y="86470"/>
                    </a:lnTo>
                    <a:lnTo>
                      <a:pt x="2026919" y="75437"/>
                    </a:lnTo>
                    <a:lnTo>
                      <a:pt x="1975893" y="65027"/>
                    </a:lnTo>
                    <a:lnTo>
                      <a:pt x="1922082" y="55270"/>
                    </a:lnTo>
                    <a:lnTo>
                      <a:pt x="1865624" y="46198"/>
                    </a:lnTo>
                    <a:lnTo>
                      <a:pt x="1806656" y="37842"/>
                    </a:lnTo>
                    <a:lnTo>
                      <a:pt x="1745316" y="30233"/>
                    </a:lnTo>
                    <a:lnTo>
                      <a:pt x="1681741" y="23402"/>
                    </a:lnTo>
                    <a:lnTo>
                      <a:pt x="1616068" y="17380"/>
                    </a:lnTo>
                    <a:lnTo>
                      <a:pt x="1548435" y="12199"/>
                    </a:lnTo>
                    <a:lnTo>
                      <a:pt x="1478979" y="7891"/>
                    </a:lnTo>
                    <a:lnTo>
                      <a:pt x="1407837" y="4485"/>
                    </a:lnTo>
                    <a:lnTo>
                      <a:pt x="1335147" y="2014"/>
                    </a:lnTo>
                    <a:lnTo>
                      <a:pt x="1261046" y="508"/>
                    </a:lnTo>
                    <a:lnTo>
                      <a:pt x="1185671" y="0"/>
                    </a:lnTo>
                    <a:close/>
                  </a:path>
                </a:pathLst>
              </a:custGeom>
              <a:ln w="3175">
                <a:solidFill>
                  <a:srgbClr val="3F7F7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F56D962D-9391-A638-6D89-BE99D3062D66}"/>
                </a:ext>
              </a:extLst>
            </p:cNvPr>
            <p:cNvSpPr txBox="1"/>
            <p:nvPr/>
          </p:nvSpPr>
          <p:spPr>
            <a:xfrm>
              <a:off x="5263379" y="3315705"/>
              <a:ext cx="1075055" cy="226985"/>
            </a:xfrm>
            <a:prstGeom prst="rect">
              <a:avLst/>
            </a:prstGeom>
          </p:spPr>
          <p:txBody>
            <a:bodyPr vert="horz" wrap="square" lIns="0" tIns="1143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0"/>
                </a:spcBef>
              </a:pPr>
              <a:r>
                <a:rPr sz="1400" dirty="0">
                  <a:latin typeface="Verdana"/>
                  <a:cs typeface="Verdana"/>
                </a:rPr>
                <a:t>Vender</a:t>
              </a:r>
              <a:r>
                <a:rPr sz="1400" spc="-45" dirty="0">
                  <a:latin typeface="Verdana"/>
                  <a:cs typeface="Verdana"/>
                </a:rPr>
                <a:t> </a:t>
              </a:r>
              <a:r>
                <a:rPr sz="1400" spc="-25" dirty="0">
                  <a:latin typeface="Verdana"/>
                  <a:cs typeface="Verdana"/>
                </a:rPr>
                <a:t>CDs</a:t>
              </a:r>
              <a:endParaRPr sz="1400" dirty="0">
                <a:latin typeface="Verdana"/>
                <a:cs typeface="Verdana"/>
              </a:endParaRPr>
            </a:p>
          </p:txBody>
        </p:sp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4B0E7D86-DDE9-55AC-27A1-7F39F7E7CCCA}"/>
                </a:ext>
              </a:extLst>
            </p:cNvPr>
            <p:cNvSpPr txBox="1"/>
            <p:nvPr/>
          </p:nvSpPr>
          <p:spPr>
            <a:xfrm>
              <a:off x="5080499" y="5117075"/>
              <a:ext cx="1828800" cy="226985"/>
            </a:xfrm>
            <a:prstGeom prst="rect">
              <a:avLst/>
            </a:prstGeom>
          </p:spPr>
          <p:txBody>
            <a:bodyPr vert="horz" wrap="square" lIns="0" tIns="1143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0"/>
                </a:spcBef>
              </a:pPr>
              <a:r>
                <a:rPr sz="1400" dirty="0">
                  <a:latin typeface="Verdana"/>
                  <a:cs typeface="Verdana"/>
                </a:rPr>
                <a:t>Administrar</a:t>
              </a:r>
              <a:r>
                <a:rPr sz="1400" spc="-95" dirty="0">
                  <a:latin typeface="Verdana"/>
                  <a:cs typeface="Verdana"/>
                </a:rPr>
                <a:t> </a:t>
              </a:r>
              <a:r>
                <a:rPr sz="1400" spc="-10" dirty="0">
                  <a:latin typeface="Verdana"/>
                  <a:cs typeface="Verdana"/>
                </a:rPr>
                <a:t>estoque</a:t>
              </a:r>
              <a:endParaRPr sz="1400">
                <a:latin typeface="Verdana"/>
                <a:cs typeface="Verdana"/>
              </a:endParaRPr>
            </a:p>
          </p:txBody>
        </p:sp>
      </p:grpSp>
      <p:sp>
        <p:nvSpPr>
          <p:cNvPr id="17" name="object 3">
            <a:extLst>
              <a:ext uri="{FF2B5EF4-FFF2-40B4-BE49-F238E27FC236}">
                <a16:creationId xmlns:a16="http://schemas.microsoft.com/office/drawing/2014/main" id="{A6576A84-D4EB-CF05-1A15-D521CB6946A4}"/>
              </a:ext>
            </a:extLst>
          </p:cNvPr>
          <p:cNvSpPr txBox="1"/>
          <p:nvPr/>
        </p:nvSpPr>
        <p:spPr>
          <a:xfrm>
            <a:off x="327198" y="1203560"/>
            <a:ext cx="5136515" cy="50013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100"/>
              </a:spcBef>
              <a:buClr>
                <a:srgbClr val="009999"/>
              </a:buClr>
              <a:buChar char="•"/>
              <a:tabLst>
                <a:tab pos="356870" algn="l"/>
              </a:tabLst>
            </a:pPr>
            <a:r>
              <a:rPr sz="2600" dirty="0">
                <a:latin typeface="BirkaLTPro-Regular"/>
                <a:cs typeface="Verdana"/>
              </a:rPr>
              <a:t>Elementos</a:t>
            </a:r>
            <a:r>
              <a:rPr sz="2600" spc="-55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do</a:t>
            </a:r>
            <a:r>
              <a:rPr sz="2600" spc="-45" dirty="0">
                <a:latin typeface="BirkaLTPro-Regular"/>
                <a:cs typeface="Verdana"/>
              </a:rPr>
              <a:t> </a:t>
            </a:r>
            <a:r>
              <a:rPr sz="2600" spc="-10" dirty="0">
                <a:latin typeface="BirkaLTPro-Regular"/>
                <a:cs typeface="Verdana"/>
              </a:rPr>
              <a:t>diagrama</a:t>
            </a:r>
            <a:endParaRPr sz="2600" dirty="0">
              <a:latin typeface="BirkaLTPro-Regular"/>
              <a:cs typeface="Verdana"/>
            </a:endParaRPr>
          </a:p>
          <a:p>
            <a:pPr>
              <a:lnSpc>
                <a:spcPct val="100000"/>
              </a:lnSpc>
              <a:spcBef>
                <a:spcPts val="2065"/>
              </a:spcBef>
              <a:buClr>
                <a:srgbClr val="009999"/>
              </a:buClr>
              <a:buFont typeface="Verdana"/>
              <a:buChar char="•"/>
            </a:pPr>
            <a:endParaRPr lang="pt-BR" sz="2600" dirty="0">
              <a:latin typeface="BirkaLTPro-Regular"/>
              <a:cs typeface="Verdana"/>
            </a:endParaRPr>
          </a:p>
          <a:p>
            <a:pPr marL="755015" lvl="1" indent="-285750">
              <a:lnSpc>
                <a:spcPct val="100000"/>
              </a:lnSpc>
              <a:buClr>
                <a:srgbClr val="009999"/>
              </a:buClr>
              <a:buChar char="–"/>
              <a:tabLst>
                <a:tab pos="755015" algn="l"/>
              </a:tabLst>
            </a:pPr>
            <a:r>
              <a:rPr sz="2600" spc="-10" dirty="0" err="1">
                <a:latin typeface="BirkaLTPro-Regular"/>
                <a:cs typeface="Verdana"/>
              </a:rPr>
              <a:t>Atores</a:t>
            </a:r>
            <a:endParaRPr sz="2600" dirty="0">
              <a:latin typeface="BirkaLTPro-Regular"/>
              <a:cs typeface="Verdana"/>
            </a:endParaRPr>
          </a:p>
          <a:p>
            <a:pPr marL="755015" lvl="1" indent="-285750">
              <a:lnSpc>
                <a:spcPct val="100000"/>
              </a:lnSpc>
              <a:spcBef>
                <a:spcPts val="960"/>
              </a:spcBef>
              <a:buClr>
                <a:srgbClr val="009999"/>
              </a:buClr>
              <a:buChar char="–"/>
              <a:tabLst>
                <a:tab pos="755015" algn="l"/>
              </a:tabLst>
            </a:pPr>
            <a:r>
              <a:rPr sz="2600" dirty="0">
                <a:latin typeface="BirkaLTPro-Regular"/>
                <a:cs typeface="Verdana"/>
              </a:rPr>
              <a:t>Casos</a:t>
            </a:r>
            <a:r>
              <a:rPr sz="2600" spc="-30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de</a:t>
            </a:r>
            <a:r>
              <a:rPr sz="2600" spc="-60" dirty="0">
                <a:latin typeface="BirkaLTPro-Regular"/>
                <a:cs typeface="Verdana"/>
              </a:rPr>
              <a:t> </a:t>
            </a:r>
            <a:r>
              <a:rPr sz="2600" spc="-25" dirty="0">
                <a:latin typeface="BirkaLTPro-Regular"/>
                <a:cs typeface="Verdana"/>
              </a:rPr>
              <a:t>uso</a:t>
            </a:r>
            <a:endParaRPr sz="2600" dirty="0">
              <a:latin typeface="BirkaLTPro-Regular"/>
              <a:cs typeface="Verdana"/>
            </a:endParaRPr>
          </a:p>
          <a:p>
            <a:pPr marL="755015" lvl="1" indent="-285750">
              <a:lnSpc>
                <a:spcPct val="100000"/>
              </a:lnSpc>
              <a:spcBef>
                <a:spcPts val="935"/>
              </a:spcBef>
              <a:buClr>
                <a:srgbClr val="009999"/>
              </a:buClr>
              <a:buChar char="–"/>
              <a:tabLst>
                <a:tab pos="755015" algn="l"/>
              </a:tabLst>
            </a:pPr>
            <a:r>
              <a:rPr sz="2600" spc="-10" dirty="0">
                <a:latin typeface="BirkaLTPro-Regular"/>
                <a:cs typeface="Verdana"/>
              </a:rPr>
              <a:t>Relacionamentos</a:t>
            </a:r>
            <a:endParaRPr sz="2600" dirty="0">
              <a:latin typeface="BirkaLTPro-Regular"/>
              <a:cs typeface="Verdana"/>
            </a:endParaRPr>
          </a:p>
          <a:p>
            <a:pPr marL="1155065" lvl="2" indent="-228600">
              <a:lnSpc>
                <a:spcPct val="100000"/>
              </a:lnSpc>
              <a:spcBef>
                <a:spcPts val="875"/>
              </a:spcBef>
              <a:buClr>
                <a:srgbClr val="009999"/>
              </a:buClr>
              <a:buChar char="•"/>
              <a:tabLst>
                <a:tab pos="1155065" algn="l"/>
              </a:tabLst>
            </a:pPr>
            <a:r>
              <a:rPr sz="2600" spc="-10" dirty="0">
                <a:latin typeface="BirkaLTPro-Regular"/>
                <a:cs typeface="Verdana"/>
              </a:rPr>
              <a:t>Associação</a:t>
            </a:r>
            <a:endParaRPr sz="2600" dirty="0">
              <a:latin typeface="BirkaLTPro-Regular"/>
              <a:cs typeface="Verdana"/>
            </a:endParaRPr>
          </a:p>
          <a:p>
            <a:pPr marL="1155065" lvl="2" indent="-228600">
              <a:lnSpc>
                <a:spcPct val="100000"/>
              </a:lnSpc>
              <a:spcBef>
                <a:spcPts val="865"/>
              </a:spcBef>
              <a:buClr>
                <a:srgbClr val="009999"/>
              </a:buClr>
              <a:buChar char="•"/>
              <a:tabLst>
                <a:tab pos="1155065" algn="l"/>
              </a:tabLst>
            </a:pPr>
            <a:r>
              <a:rPr sz="2600" spc="-10" dirty="0">
                <a:latin typeface="BirkaLTPro-Regular"/>
                <a:cs typeface="Verdana"/>
              </a:rPr>
              <a:t>Generalização</a:t>
            </a:r>
            <a:endParaRPr sz="2600" dirty="0">
              <a:latin typeface="BirkaLTPro-Regular"/>
              <a:cs typeface="Verdana"/>
            </a:endParaRPr>
          </a:p>
          <a:p>
            <a:pPr marL="1155065" lvl="2" indent="-228600">
              <a:lnSpc>
                <a:spcPct val="100000"/>
              </a:lnSpc>
              <a:spcBef>
                <a:spcPts val="885"/>
              </a:spcBef>
              <a:buClr>
                <a:srgbClr val="009999"/>
              </a:buClr>
              <a:buChar char="•"/>
              <a:tabLst>
                <a:tab pos="1155065" algn="l"/>
              </a:tabLst>
            </a:pPr>
            <a:r>
              <a:rPr sz="2600" dirty="0">
                <a:latin typeface="BirkaLTPro-Regular"/>
                <a:cs typeface="Verdana"/>
              </a:rPr>
              <a:t>Dependência:</a:t>
            </a:r>
            <a:r>
              <a:rPr sz="2600" spc="-60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Extensão</a:t>
            </a:r>
            <a:r>
              <a:rPr sz="2600" spc="-50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e</a:t>
            </a:r>
            <a:r>
              <a:rPr sz="2600" spc="-50" dirty="0">
                <a:latin typeface="BirkaLTPro-Regular"/>
                <a:cs typeface="Verdana"/>
              </a:rPr>
              <a:t> </a:t>
            </a:r>
            <a:r>
              <a:rPr sz="2600" spc="-10" dirty="0">
                <a:latin typeface="BirkaLTPro-Regular"/>
                <a:cs typeface="Verdana"/>
              </a:rPr>
              <a:t>Inclusão</a:t>
            </a:r>
            <a:endParaRPr sz="2600" dirty="0">
              <a:latin typeface="BirkaLTPro-Regular"/>
              <a:cs typeface="Verdana"/>
            </a:endParaRPr>
          </a:p>
          <a:p>
            <a:pPr marL="755015" lvl="1" indent="-285750">
              <a:lnSpc>
                <a:spcPct val="100000"/>
              </a:lnSpc>
              <a:spcBef>
                <a:spcPts val="975"/>
              </a:spcBef>
              <a:buClr>
                <a:srgbClr val="009999"/>
              </a:buClr>
              <a:buChar char="–"/>
              <a:tabLst>
                <a:tab pos="755015" algn="l"/>
              </a:tabLst>
            </a:pPr>
            <a:r>
              <a:rPr sz="2600" dirty="0">
                <a:latin typeface="BirkaLTPro-Regular"/>
                <a:cs typeface="Verdana"/>
              </a:rPr>
              <a:t>Fronteira</a:t>
            </a:r>
            <a:r>
              <a:rPr sz="2600" spc="-50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do</a:t>
            </a:r>
            <a:r>
              <a:rPr sz="2600" spc="-65" dirty="0">
                <a:latin typeface="BirkaLTPro-Regular"/>
                <a:cs typeface="Verdana"/>
              </a:rPr>
              <a:t> </a:t>
            </a:r>
            <a:r>
              <a:rPr sz="2600" spc="-10" dirty="0">
                <a:latin typeface="BirkaLTPro-Regular"/>
                <a:cs typeface="Verdana"/>
              </a:rPr>
              <a:t>sistema</a:t>
            </a:r>
            <a:endParaRPr sz="2600" dirty="0">
              <a:latin typeface="BirkaLTPro-Regular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45053737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9BBD54-4197-C7C0-E43E-65DFDF90D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5ACDA1AF-C839-7EEF-5E64-833E68A6FF5E}"/>
              </a:ext>
            </a:extLst>
          </p:cNvPr>
          <p:cNvSpPr txBox="1"/>
          <p:nvPr/>
        </p:nvSpPr>
        <p:spPr>
          <a:xfrm>
            <a:off x="327198" y="389493"/>
            <a:ext cx="7552206" cy="5057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07000"/>
              </a:lnSpc>
              <a:spcAft>
                <a:spcPts val="800"/>
              </a:spcAft>
              <a:tabLst>
                <a:tab pos="914400" algn="l"/>
              </a:tabLst>
            </a:pPr>
            <a:r>
              <a:rPr lang="pt-BR" sz="2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Diagrama de Caso de Uso (Use Case)</a:t>
            </a:r>
          </a:p>
        </p:txBody>
      </p:sp>
      <p:sp>
        <p:nvSpPr>
          <p:cNvPr id="17" name="object 3">
            <a:extLst>
              <a:ext uri="{FF2B5EF4-FFF2-40B4-BE49-F238E27FC236}">
                <a16:creationId xmlns:a16="http://schemas.microsoft.com/office/drawing/2014/main" id="{31ACE50A-07CC-A6BE-8092-33D65238F428}"/>
              </a:ext>
            </a:extLst>
          </p:cNvPr>
          <p:cNvSpPr txBox="1"/>
          <p:nvPr/>
        </p:nvSpPr>
        <p:spPr>
          <a:xfrm>
            <a:off x="327198" y="1203560"/>
            <a:ext cx="11491908" cy="1999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030"/>
              </a:spcBef>
              <a:buClr>
                <a:srgbClr val="009999"/>
              </a:buClr>
              <a:buFont typeface="Arial" panose="020B0604020202020204" pitchFamily="34" charset="0"/>
              <a:buChar char="•"/>
              <a:tabLst>
                <a:tab pos="356870" algn="l"/>
              </a:tabLst>
            </a:pPr>
            <a:r>
              <a:rPr lang="pt-BR" sz="2600" spc="-10" dirty="0">
                <a:latin typeface="BirkaLTPro-Regular"/>
                <a:cs typeface="Verdana"/>
              </a:rPr>
              <a:t>Atores</a:t>
            </a:r>
            <a:endParaRPr lang="pt-BR" sz="2600" dirty="0">
              <a:latin typeface="BirkaLTPro-Regular"/>
              <a:cs typeface="Verdana"/>
            </a:endParaRPr>
          </a:p>
          <a:p>
            <a:pPr marL="756285" marR="475615" lvl="1" indent="-287020">
              <a:lnSpc>
                <a:spcPct val="121100"/>
              </a:lnSpc>
              <a:spcBef>
                <a:spcPts val="395"/>
              </a:spcBef>
              <a:buClr>
                <a:srgbClr val="009999"/>
              </a:buClr>
              <a:buChar char="–"/>
              <a:tabLst>
                <a:tab pos="756285" algn="l"/>
              </a:tabLst>
            </a:pPr>
            <a:r>
              <a:rPr lang="pt-BR" sz="2600" dirty="0">
                <a:latin typeface="BirkaLTPro-Regular"/>
                <a:cs typeface="Verdana"/>
              </a:rPr>
              <a:t>Representam</a:t>
            </a:r>
            <a:r>
              <a:rPr lang="pt-BR" sz="2600" spc="-55" dirty="0">
                <a:latin typeface="BirkaLTPro-Regular"/>
                <a:cs typeface="Verdana"/>
              </a:rPr>
              <a:t> </a:t>
            </a:r>
            <a:r>
              <a:rPr lang="pt-BR" sz="2600" dirty="0">
                <a:latin typeface="BirkaLTPro-Regular"/>
                <a:cs typeface="Verdana"/>
              </a:rPr>
              <a:t>os</a:t>
            </a:r>
            <a:r>
              <a:rPr lang="pt-BR" sz="2600" spc="-50" dirty="0">
                <a:latin typeface="BirkaLTPro-Regular"/>
                <a:cs typeface="Verdana"/>
              </a:rPr>
              <a:t> </a:t>
            </a:r>
            <a:r>
              <a:rPr lang="pt-BR" sz="2600" u="sng" dirty="0">
                <a:uFill>
                  <a:solidFill>
                    <a:srgbClr val="000000"/>
                  </a:solidFill>
                </a:uFill>
                <a:latin typeface="BirkaLTPro-Regular"/>
                <a:cs typeface="Verdana"/>
              </a:rPr>
              <a:t>papéis</a:t>
            </a:r>
            <a:r>
              <a:rPr lang="pt-BR" sz="2600" spc="-55" dirty="0">
                <a:latin typeface="BirkaLTPro-Regular"/>
                <a:cs typeface="Verdana"/>
              </a:rPr>
              <a:t> </a:t>
            </a:r>
            <a:r>
              <a:rPr lang="pt-BR" sz="2600" dirty="0">
                <a:latin typeface="BirkaLTPro-Regular"/>
                <a:cs typeface="Verdana"/>
              </a:rPr>
              <a:t>desempenhados</a:t>
            </a:r>
            <a:r>
              <a:rPr lang="pt-BR" sz="2600" spc="-50" dirty="0">
                <a:latin typeface="BirkaLTPro-Regular"/>
                <a:cs typeface="Verdana"/>
              </a:rPr>
              <a:t> </a:t>
            </a:r>
            <a:r>
              <a:rPr lang="pt-BR" sz="2600" spc="-25" dirty="0">
                <a:latin typeface="BirkaLTPro-Regular"/>
                <a:cs typeface="Verdana"/>
              </a:rPr>
              <a:t>por </a:t>
            </a:r>
            <a:r>
              <a:rPr lang="pt-BR" sz="2600" dirty="0">
                <a:latin typeface="BirkaLTPro-Regular"/>
                <a:cs typeface="Verdana"/>
              </a:rPr>
              <a:t>elementos</a:t>
            </a:r>
            <a:r>
              <a:rPr lang="pt-BR" sz="2600" spc="-40" dirty="0">
                <a:latin typeface="BirkaLTPro-Regular"/>
                <a:cs typeface="Verdana"/>
              </a:rPr>
              <a:t> </a:t>
            </a:r>
            <a:r>
              <a:rPr lang="pt-BR" sz="2600" dirty="0">
                <a:latin typeface="BirkaLTPro-Regular"/>
                <a:cs typeface="Verdana"/>
              </a:rPr>
              <a:t>externos</a:t>
            </a:r>
            <a:r>
              <a:rPr lang="pt-BR" sz="2600" spc="-35" dirty="0">
                <a:latin typeface="BirkaLTPro-Regular"/>
                <a:cs typeface="Verdana"/>
              </a:rPr>
              <a:t> </a:t>
            </a:r>
            <a:r>
              <a:rPr lang="pt-BR" sz="2600" dirty="0">
                <a:latin typeface="BirkaLTPro-Regular"/>
                <a:cs typeface="Verdana"/>
              </a:rPr>
              <a:t>ao</a:t>
            </a:r>
            <a:r>
              <a:rPr lang="pt-BR" sz="2600" spc="-25" dirty="0">
                <a:latin typeface="BirkaLTPro-Regular"/>
                <a:cs typeface="Verdana"/>
              </a:rPr>
              <a:t> </a:t>
            </a:r>
            <a:r>
              <a:rPr lang="pt-BR" sz="2600" spc="-10" dirty="0">
                <a:latin typeface="BirkaLTPro-Regular"/>
                <a:cs typeface="Verdana"/>
              </a:rPr>
              <a:t>sistema</a:t>
            </a:r>
            <a:endParaRPr lang="pt-BR" sz="2600" dirty="0">
              <a:latin typeface="BirkaLTPro-Regular"/>
              <a:cs typeface="Verdana"/>
            </a:endParaRPr>
          </a:p>
          <a:p>
            <a:pPr marL="1155065" marR="5080" lvl="2" indent="-228600">
              <a:lnSpc>
                <a:spcPct val="121300"/>
              </a:lnSpc>
              <a:spcBef>
                <a:spcPts val="365"/>
              </a:spcBef>
              <a:buChar char="•"/>
              <a:tabLst>
                <a:tab pos="1155065" algn="l"/>
              </a:tabLst>
            </a:pPr>
            <a:r>
              <a:rPr lang="pt-BR" sz="2600" dirty="0" err="1">
                <a:latin typeface="BirkaLTPro-Regular"/>
                <a:cs typeface="Verdana"/>
              </a:rPr>
              <a:t>Ex</a:t>
            </a:r>
            <a:r>
              <a:rPr lang="pt-BR" sz="2600" dirty="0">
                <a:latin typeface="BirkaLTPro-Regular"/>
                <a:cs typeface="Verdana"/>
              </a:rPr>
              <a:t>:</a:t>
            </a:r>
            <a:r>
              <a:rPr lang="pt-BR" sz="2600" spc="-45" dirty="0">
                <a:latin typeface="BirkaLTPro-Regular"/>
                <a:cs typeface="Verdana"/>
              </a:rPr>
              <a:t> </a:t>
            </a:r>
            <a:r>
              <a:rPr lang="pt-BR" sz="2600" dirty="0">
                <a:latin typeface="BirkaLTPro-Regular"/>
                <a:cs typeface="Verdana"/>
              </a:rPr>
              <a:t>humano</a:t>
            </a:r>
            <a:r>
              <a:rPr lang="pt-BR" sz="2600" spc="-20" dirty="0">
                <a:latin typeface="BirkaLTPro-Regular"/>
                <a:cs typeface="Verdana"/>
              </a:rPr>
              <a:t> </a:t>
            </a:r>
            <a:r>
              <a:rPr lang="pt-BR" sz="2600" dirty="0">
                <a:latin typeface="BirkaLTPro-Regular"/>
                <a:cs typeface="Verdana"/>
              </a:rPr>
              <a:t>(usuário),</a:t>
            </a:r>
            <a:r>
              <a:rPr lang="pt-BR" sz="2600" spc="-35" dirty="0">
                <a:latin typeface="BirkaLTPro-Regular"/>
                <a:cs typeface="Verdana"/>
              </a:rPr>
              <a:t> </a:t>
            </a:r>
            <a:r>
              <a:rPr lang="pt-BR" sz="2600" dirty="0">
                <a:latin typeface="BirkaLTPro-Regular"/>
                <a:cs typeface="Verdana"/>
              </a:rPr>
              <a:t>dispositivo</a:t>
            </a:r>
            <a:r>
              <a:rPr lang="pt-BR" sz="2600" spc="-20" dirty="0">
                <a:latin typeface="BirkaLTPro-Regular"/>
                <a:cs typeface="Verdana"/>
              </a:rPr>
              <a:t> </a:t>
            </a:r>
            <a:r>
              <a:rPr lang="pt-BR" sz="2600" dirty="0">
                <a:latin typeface="BirkaLTPro-Regular"/>
                <a:cs typeface="Verdana"/>
              </a:rPr>
              <a:t>de</a:t>
            </a:r>
            <a:r>
              <a:rPr lang="pt-BR" sz="2600" spc="-30" dirty="0">
                <a:latin typeface="BirkaLTPro-Regular"/>
                <a:cs typeface="Verdana"/>
              </a:rPr>
              <a:t> </a:t>
            </a:r>
            <a:r>
              <a:rPr lang="pt-BR" sz="2600" dirty="0">
                <a:latin typeface="BirkaLTPro-Regular"/>
                <a:cs typeface="Verdana"/>
              </a:rPr>
              <a:t>hardware</a:t>
            </a:r>
            <a:r>
              <a:rPr lang="pt-BR" sz="2600" spc="-50" dirty="0">
                <a:latin typeface="BirkaLTPro-Regular"/>
                <a:cs typeface="Verdana"/>
              </a:rPr>
              <a:t> </a:t>
            </a:r>
            <a:r>
              <a:rPr lang="pt-BR" sz="2600" spc="-25" dirty="0">
                <a:latin typeface="BirkaLTPro-Regular"/>
                <a:cs typeface="Verdana"/>
              </a:rPr>
              <a:t>ou </a:t>
            </a:r>
            <a:r>
              <a:rPr lang="pt-BR" sz="2600" dirty="0">
                <a:latin typeface="BirkaLTPro-Regular"/>
                <a:cs typeface="Verdana"/>
              </a:rPr>
              <a:t>outro</a:t>
            </a:r>
            <a:r>
              <a:rPr lang="pt-BR" sz="2600" spc="-20" dirty="0">
                <a:latin typeface="BirkaLTPro-Regular"/>
                <a:cs typeface="Verdana"/>
              </a:rPr>
              <a:t> </a:t>
            </a:r>
            <a:r>
              <a:rPr lang="pt-BR" sz="2600" dirty="0">
                <a:latin typeface="BirkaLTPro-Regular"/>
                <a:cs typeface="Verdana"/>
              </a:rPr>
              <a:t>sistema</a:t>
            </a:r>
            <a:r>
              <a:rPr lang="pt-BR" sz="2600" spc="-5" dirty="0">
                <a:latin typeface="BirkaLTPro-Regular"/>
                <a:cs typeface="Verdana"/>
              </a:rPr>
              <a:t> </a:t>
            </a:r>
            <a:r>
              <a:rPr lang="pt-BR" sz="2600" spc="-10" dirty="0">
                <a:latin typeface="BirkaLTPro-Regular"/>
                <a:cs typeface="Verdana"/>
              </a:rPr>
              <a:t>(cliente)</a:t>
            </a:r>
            <a:endParaRPr lang="pt-BR" sz="2600" dirty="0">
              <a:latin typeface="BirkaLTPro-Regular"/>
              <a:cs typeface="Verdana"/>
            </a:endParaRPr>
          </a:p>
          <a:p>
            <a:pPr marL="756285" lvl="1" indent="-287020">
              <a:lnSpc>
                <a:spcPct val="100000"/>
              </a:lnSpc>
              <a:spcBef>
                <a:spcPts val="855"/>
              </a:spcBef>
              <a:buClr>
                <a:srgbClr val="009999"/>
              </a:buClr>
              <a:buChar char="–"/>
              <a:tabLst>
                <a:tab pos="756285" algn="l"/>
              </a:tabLst>
            </a:pPr>
            <a:r>
              <a:rPr lang="pt-BR" sz="2600" dirty="0">
                <a:latin typeface="BirkaLTPro-Regular"/>
                <a:cs typeface="Verdana"/>
              </a:rPr>
              <a:t>Elementos</a:t>
            </a:r>
            <a:r>
              <a:rPr lang="pt-BR" sz="2600" spc="-30" dirty="0">
                <a:latin typeface="BirkaLTPro-Regular"/>
                <a:cs typeface="Verdana"/>
              </a:rPr>
              <a:t> </a:t>
            </a:r>
            <a:r>
              <a:rPr lang="pt-BR" sz="2600" dirty="0">
                <a:latin typeface="BirkaLTPro-Regular"/>
                <a:cs typeface="Verdana"/>
              </a:rPr>
              <a:t>que</a:t>
            </a:r>
            <a:r>
              <a:rPr lang="pt-BR" sz="2600" spc="-25" dirty="0">
                <a:latin typeface="BirkaLTPro-Regular"/>
                <a:cs typeface="Verdana"/>
              </a:rPr>
              <a:t> </a:t>
            </a:r>
            <a:r>
              <a:rPr lang="pt-BR" sz="2600" u="sng" dirty="0">
                <a:uFill>
                  <a:solidFill>
                    <a:srgbClr val="000000"/>
                  </a:solidFill>
                </a:uFill>
                <a:latin typeface="BirkaLTPro-Regular"/>
                <a:cs typeface="Verdana"/>
              </a:rPr>
              <a:t>interagem</a:t>
            </a:r>
            <a:r>
              <a:rPr lang="pt-BR" sz="2600" spc="-35" dirty="0">
                <a:latin typeface="BirkaLTPro-Regular"/>
                <a:cs typeface="Verdana"/>
              </a:rPr>
              <a:t> </a:t>
            </a:r>
            <a:r>
              <a:rPr lang="pt-BR" sz="2600" dirty="0">
                <a:latin typeface="BirkaLTPro-Regular"/>
                <a:cs typeface="Verdana"/>
              </a:rPr>
              <a:t>com</a:t>
            </a:r>
            <a:r>
              <a:rPr lang="pt-BR" sz="2600" spc="-30" dirty="0">
                <a:latin typeface="BirkaLTPro-Regular"/>
                <a:cs typeface="Verdana"/>
              </a:rPr>
              <a:t> </a:t>
            </a:r>
            <a:r>
              <a:rPr lang="pt-BR" sz="2600" dirty="0">
                <a:latin typeface="BirkaLTPro-Regular"/>
                <a:cs typeface="Verdana"/>
              </a:rPr>
              <a:t>o</a:t>
            </a:r>
            <a:r>
              <a:rPr lang="pt-BR" sz="2600" spc="-20" dirty="0">
                <a:latin typeface="BirkaLTPro-Regular"/>
                <a:cs typeface="Verdana"/>
              </a:rPr>
              <a:t> </a:t>
            </a:r>
            <a:r>
              <a:rPr lang="pt-BR" sz="2600" spc="-10" dirty="0">
                <a:latin typeface="BirkaLTPro-Regular"/>
                <a:cs typeface="Verdana"/>
              </a:rPr>
              <a:t>sistema</a:t>
            </a:r>
            <a:endParaRPr lang="pt-BR" sz="2600" dirty="0">
              <a:latin typeface="BirkaLTPro-Regular"/>
              <a:cs typeface="Verdana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BD436610-DAEA-3B3B-2FCD-A80ED933AD4E}"/>
              </a:ext>
            </a:extLst>
          </p:cNvPr>
          <p:cNvSpPr txBox="1"/>
          <p:nvPr/>
        </p:nvSpPr>
        <p:spPr>
          <a:xfrm>
            <a:off x="2166932" y="4064932"/>
            <a:ext cx="10623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Verdana"/>
                <a:cs typeface="Verdana"/>
              </a:rPr>
              <a:t>Notação:</a:t>
            </a:r>
            <a:endParaRPr sz="1800" dirty="0">
              <a:latin typeface="Verdana"/>
              <a:cs typeface="Verdana"/>
            </a:endParaRPr>
          </a:p>
        </p:txBody>
      </p:sp>
      <p:sp>
        <p:nvSpPr>
          <p:cNvPr id="18" name="object 5">
            <a:extLst>
              <a:ext uri="{FF2B5EF4-FFF2-40B4-BE49-F238E27FC236}">
                <a16:creationId xmlns:a16="http://schemas.microsoft.com/office/drawing/2014/main" id="{1022879C-7863-65AA-0E61-4ECC379328EB}"/>
              </a:ext>
            </a:extLst>
          </p:cNvPr>
          <p:cNvSpPr/>
          <p:nvPr/>
        </p:nvSpPr>
        <p:spPr>
          <a:xfrm>
            <a:off x="3343967" y="4473880"/>
            <a:ext cx="2731135" cy="759460"/>
          </a:xfrm>
          <a:custGeom>
            <a:avLst/>
            <a:gdLst/>
            <a:ahLst/>
            <a:cxnLst/>
            <a:rect l="l" t="t" r="r" b="b"/>
            <a:pathLst>
              <a:path w="2731135" h="759460">
                <a:moveTo>
                  <a:pt x="405396" y="131063"/>
                </a:moveTo>
                <a:lnTo>
                  <a:pt x="395204" y="79724"/>
                </a:lnTo>
                <a:lnTo>
                  <a:pt x="367296" y="38099"/>
                </a:lnTo>
                <a:lnTo>
                  <a:pt x="325671" y="10191"/>
                </a:lnTo>
                <a:lnTo>
                  <a:pt x="274332" y="0"/>
                </a:lnTo>
                <a:lnTo>
                  <a:pt x="224747" y="10191"/>
                </a:lnTo>
                <a:lnTo>
                  <a:pt x="184024" y="38099"/>
                </a:lnTo>
                <a:lnTo>
                  <a:pt x="156448" y="79724"/>
                </a:lnTo>
                <a:lnTo>
                  <a:pt x="146303" y="131063"/>
                </a:lnTo>
                <a:lnTo>
                  <a:pt x="156448" y="181117"/>
                </a:lnTo>
                <a:lnTo>
                  <a:pt x="184024" y="222884"/>
                </a:lnTo>
                <a:lnTo>
                  <a:pt x="224747" y="251507"/>
                </a:lnTo>
                <a:lnTo>
                  <a:pt x="274332" y="262127"/>
                </a:lnTo>
                <a:lnTo>
                  <a:pt x="325671" y="251507"/>
                </a:lnTo>
                <a:lnTo>
                  <a:pt x="367296" y="222884"/>
                </a:lnTo>
                <a:lnTo>
                  <a:pt x="395204" y="181117"/>
                </a:lnTo>
                <a:lnTo>
                  <a:pt x="405396" y="131063"/>
                </a:lnTo>
                <a:close/>
              </a:path>
              <a:path w="2731135" h="759460">
                <a:moveTo>
                  <a:pt x="262127" y="249935"/>
                </a:moveTo>
                <a:lnTo>
                  <a:pt x="262127" y="469391"/>
                </a:lnTo>
              </a:path>
              <a:path w="2731135" h="759460">
                <a:moveTo>
                  <a:pt x="73151" y="307847"/>
                </a:moveTo>
                <a:lnTo>
                  <a:pt x="451116" y="307847"/>
                </a:lnTo>
              </a:path>
              <a:path w="2731135" h="759460">
                <a:moveTo>
                  <a:pt x="0" y="731519"/>
                </a:moveTo>
                <a:lnTo>
                  <a:pt x="262127" y="469391"/>
                </a:lnTo>
              </a:path>
              <a:path w="2731135" h="759460">
                <a:moveTo>
                  <a:pt x="262127" y="469391"/>
                </a:moveTo>
                <a:lnTo>
                  <a:pt x="524268" y="731519"/>
                </a:lnTo>
              </a:path>
              <a:path w="2731135" h="759460">
                <a:moveTo>
                  <a:pt x="2606052" y="137159"/>
                </a:moveTo>
                <a:lnTo>
                  <a:pt x="2599127" y="93951"/>
                </a:lnTo>
                <a:lnTo>
                  <a:pt x="2579912" y="57034"/>
                </a:lnTo>
                <a:lnTo>
                  <a:pt x="2550749" y="28309"/>
                </a:lnTo>
                <a:lnTo>
                  <a:pt x="2513978" y="9680"/>
                </a:lnTo>
                <a:lnTo>
                  <a:pt x="2471940" y="3047"/>
                </a:lnTo>
                <a:lnTo>
                  <a:pt x="2428731" y="9680"/>
                </a:lnTo>
                <a:lnTo>
                  <a:pt x="2391814" y="28309"/>
                </a:lnTo>
                <a:lnTo>
                  <a:pt x="2363089" y="57034"/>
                </a:lnTo>
                <a:lnTo>
                  <a:pt x="2344460" y="93951"/>
                </a:lnTo>
                <a:lnTo>
                  <a:pt x="2337828" y="137159"/>
                </a:lnTo>
                <a:lnTo>
                  <a:pt x="2344460" y="179198"/>
                </a:lnTo>
                <a:lnTo>
                  <a:pt x="2363089" y="215969"/>
                </a:lnTo>
                <a:lnTo>
                  <a:pt x="2391814" y="245132"/>
                </a:lnTo>
                <a:lnTo>
                  <a:pt x="2428731" y="264346"/>
                </a:lnTo>
                <a:lnTo>
                  <a:pt x="2471940" y="271271"/>
                </a:lnTo>
                <a:lnTo>
                  <a:pt x="2513978" y="264346"/>
                </a:lnTo>
                <a:lnTo>
                  <a:pt x="2550749" y="245132"/>
                </a:lnTo>
                <a:lnTo>
                  <a:pt x="2579912" y="215969"/>
                </a:lnTo>
                <a:lnTo>
                  <a:pt x="2599127" y="179198"/>
                </a:lnTo>
                <a:lnTo>
                  <a:pt x="2606052" y="137159"/>
                </a:lnTo>
                <a:close/>
              </a:path>
              <a:path w="2731135" h="759460">
                <a:moveTo>
                  <a:pt x="2459748" y="259079"/>
                </a:moveTo>
                <a:lnTo>
                  <a:pt x="2459748" y="487679"/>
                </a:lnTo>
              </a:path>
              <a:path w="2731135" h="759460">
                <a:moveTo>
                  <a:pt x="2261628" y="320039"/>
                </a:moveTo>
                <a:lnTo>
                  <a:pt x="2654820" y="320039"/>
                </a:lnTo>
              </a:path>
              <a:path w="2731135" h="759460">
                <a:moveTo>
                  <a:pt x="2185428" y="758951"/>
                </a:moveTo>
                <a:lnTo>
                  <a:pt x="2459748" y="487679"/>
                </a:lnTo>
              </a:path>
              <a:path w="2731135" h="759460">
                <a:moveTo>
                  <a:pt x="2459748" y="487679"/>
                </a:moveTo>
                <a:lnTo>
                  <a:pt x="2731020" y="758951"/>
                </a:lnTo>
              </a:path>
            </a:pathLst>
          </a:custGeom>
          <a:ln w="3175">
            <a:solidFill>
              <a:srgbClr val="3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6">
            <a:extLst>
              <a:ext uri="{FF2B5EF4-FFF2-40B4-BE49-F238E27FC236}">
                <a16:creationId xmlns:a16="http://schemas.microsoft.com/office/drawing/2014/main" id="{E684B54C-4A65-A9C0-289B-34F95E92D0F3}"/>
              </a:ext>
            </a:extLst>
          </p:cNvPr>
          <p:cNvSpPr txBox="1"/>
          <p:nvPr/>
        </p:nvSpPr>
        <p:spPr>
          <a:xfrm>
            <a:off x="3069141" y="5290990"/>
            <a:ext cx="1088390" cy="3067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850" spc="-10" dirty="0">
                <a:latin typeface="Arial"/>
                <a:cs typeface="Arial"/>
              </a:rPr>
              <a:t>Secretária</a:t>
            </a:r>
            <a:endParaRPr sz="1850">
              <a:latin typeface="Arial"/>
              <a:cs typeface="Arial"/>
            </a:endParaRPr>
          </a:p>
        </p:txBody>
      </p:sp>
      <p:sp>
        <p:nvSpPr>
          <p:cNvPr id="20" name="object 7">
            <a:extLst>
              <a:ext uri="{FF2B5EF4-FFF2-40B4-BE49-F238E27FC236}">
                <a16:creationId xmlns:a16="http://schemas.microsoft.com/office/drawing/2014/main" id="{F9507A05-B23D-57BF-C2A5-D3A20DC45DB4}"/>
              </a:ext>
            </a:extLst>
          </p:cNvPr>
          <p:cNvSpPr txBox="1"/>
          <p:nvPr/>
        </p:nvSpPr>
        <p:spPr>
          <a:xfrm>
            <a:off x="5428295" y="5316387"/>
            <a:ext cx="755650" cy="316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00" spc="-10" dirty="0">
                <a:latin typeface="Arial"/>
                <a:cs typeface="Arial"/>
              </a:rPr>
              <a:t>Diretor</a:t>
            </a:r>
            <a:endParaRPr sz="1900">
              <a:latin typeface="Arial"/>
              <a:cs typeface="Arial"/>
            </a:endParaRPr>
          </a:p>
        </p:txBody>
      </p:sp>
      <p:sp>
        <p:nvSpPr>
          <p:cNvPr id="21" name="object 8">
            <a:extLst>
              <a:ext uri="{FF2B5EF4-FFF2-40B4-BE49-F238E27FC236}">
                <a16:creationId xmlns:a16="http://schemas.microsoft.com/office/drawing/2014/main" id="{36A7733D-BF04-F6B8-56DF-B689A8FE6E2E}"/>
              </a:ext>
            </a:extLst>
          </p:cNvPr>
          <p:cNvSpPr/>
          <p:nvPr/>
        </p:nvSpPr>
        <p:spPr>
          <a:xfrm>
            <a:off x="7720907" y="4342817"/>
            <a:ext cx="615950" cy="728980"/>
          </a:xfrm>
          <a:custGeom>
            <a:avLst/>
            <a:gdLst/>
            <a:ahLst/>
            <a:cxnLst/>
            <a:rect l="l" t="t" r="r" b="b"/>
            <a:pathLst>
              <a:path w="615950" h="728979">
                <a:moveTo>
                  <a:pt x="475487" y="128015"/>
                </a:moveTo>
                <a:lnTo>
                  <a:pt x="467538" y="87782"/>
                </a:lnTo>
                <a:lnTo>
                  <a:pt x="445544" y="52669"/>
                </a:lnTo>
                <a:lnTo>
                  <a:pt x="412284" y="24871"/>
                </a:lnTo>
                <a:lnTo>
                  <a:pt x="370539" y="6583"/>
                </a:lnTo>
                <a:lnTo>
                  <a:pt x="323087" y="0"/>
                </a:lnTo>
                <a:lnTo>
                  <a:pt x="274466" y="6583"/>
                </a:lnTo>
                <a:lnTo>
                  <a:pt x="232574" y="24871"/>
                </a:lnTo>
                <a:lnTo>
                  <a:pt x="199753" y="52669"/>
                </a:lnTo>
                <a:lnTo>
                  <a:pt x="178344" y="87782"/>
                </a:lnTo>
                <a:lnTo>
                  <a:pt x="170687" y="128015"/>
                </a:lnTo>
                <a:lnTo>
                  <a:pt x="178344" y="168566"/>
                </a:lnTo>
                <a:lnTo>
                  <a:pt x="199753" y="204435"/>
                </a:lnTo>
                <a:lnTo>
                  <a:pt x="232574" y="233135"/>
                </a:lnTo>
                <a:lnTo>
                  <a:pt x="274466" y="252179"/>
                </a:lnTo>
                <a:lnTo>
                  <a:pt x="323087" y="259079"/>
                </a:lnTo>
                <a:lnTo>
                  <a:pt x="370539" y="252179"/>
                </a:lnTo>
                <a:lnTo>
                  <a:pt x="412284" y="233135"/>
                </a:lnTo>
                <a:lnTo>
                  <a:pt x="445544" y="204435"/>
                </a:lnTo>
                <a:lnTo>
                  <a:pt x="467538" y="168566"/>
                </a:lnTo>
                <a:lnTo>
                  <a:pt x="475487" y="128015"/>
                </a:lnTo>
                <a:close/>
              </a:path>
              <a:path w="615950" h="728979">
                <a:moveTo>
                  <a:pt x="307847" y="234695"/>
                </a:moveTo>
                <a:lnTo>
                  <a:pt x="307847" y="466343"/>
                </a:lnTo>
              </a:path>
              <a:path w="615950" h="728979">
                <a:moveTo>
                  <a:pt x="85343" y="307847"/>
                </a:moveTo>
                <a:lnTo>
                  <a:pt x="530351" y="307847"/>
                </a:lnTo>
              </a:path>
              <a:path w="615950" h="728979">
                <a:moveTo>
                  <a:pt x="0" y="728471"/>
                </a:moveTo>
                <a:lnTo>
                  <a:pt x="307847" y="466343"/>
                </a:lnTo>
              </a:path>
              <a:path w="615950" h="728979">
                <a:moveTo>
                  <a:pt x="307847" y="466343"/>
                </a:moveTo>
                <a:lnTo>
                  <a:pt x="615695" y="728471"/>
                </a:lnTo>
              </a:path>
            </a:pathLst>
          </a:custGeom>
          <a:ln w="3175">
            <a:solidFill>
              <a:srgbClr val="3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9">
            <a:extLst>
              <a:ext uri="{FF2B5EF4-FFF2-40B4-BE49-F238E27FC236}">
                <a16:creationId xmlns:a16="http://schemas.microsoft.com/office/drawing/2014/main" id="{4190D06F-BA30-0C41-9C4A-7F8C57967BD9}"/>
              </a:ext>
            </a:extLst>
          </p:cNvPr>
          <p:cNvSpPr txBox="1"/>
          <p:nvPr/>
        </p:nvSpPr>
        <p:spPr>
          <a:xfrm>
            <a:off x="7296720" y="5157521"/>
            <a:ext cx="1368425" cy="567690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34620" marR="5080" indent="-121920">
              <a:lnSpc>
                <a:spcPts val="2060"/>
              </a:lnSpc>
              <a:spcBef>
                <a:spcPts val="285"/>
              </a:spcBef>
            </a:pPr>
            <a:r>
              <a:rPr sz="1800" dirty="0">
                <a:latin typeface="Arial"/>
                <a:cs typeface="Arial"/>
              </a:rPr>
              <a:t>S</a:t>
            </a:r>
            <a:r>
              <a:rPr sz="1800" spc="-235" dirty="0">
                <a:latin typeface="Arial"/>
                <a:cs typeface="Arial"/>
              </a:rPr>
              <a:t> </a:t>
            </a:r>
            <a:r>
              <a:rPr sz="1800" spc="135" dirty="0">
                <a:latin typeface="Arial"/>
                <a:cs typeface="Arial"/>
              </a:rPr>
              <a:t>istema</a:t>
            </a:r>
            <a:r>
              <a:rPr sz="1800" spc="254" dirty="0">
                <a:latin typeface="Arial"/>
                <a:cs typeface="Arial"/>
              </a:rPr>
              <a:t> </a:t>
            </a:r>
            <a:r>
              <a:rPr sz="1800" spc="80" dirty="0">
                <a:latin typeface="Arial"/>
                <a:cs typeface="Arial"/>
              </a:rPr>
              <a:t>de </a:t>
            </a:r>
            <a:r>
              <a:rPr sz="1800" spc="114" dirty="0">
                <a:latin typeface="Arial"/>
                <a:cs typeface="Arial"/>
              </a:rPr>
              <a:t>Relatórios</a:t>
            </a:r>
            <a:endParaRPr sz="18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6891513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F513C0-16C4-BEC4-B1E4-F6720914D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C8FFA80D-481D-2BDB-D9BD-FB4DE23AF4E0}"/>
              </a:ext>
            </a:extLst>
          </p:cNvPr>
          <p:cNvSpPr txBox="1"/>
          <p:nvPr/>
        </p:nvSpPr>
        <p:spPr>
          <a:xfrm>
            <a:off x="327198" y="389493"/>
            <a:ext cx="7552206" cy="5057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07000"/>
              </a:lnSpc>
              <a:spcAft>
                <a:spcPts val="800"/>
              </a:spcAft>
              <a:tabLst>
                <a:tab pos="914400" algn="l"/>
              </a:tabLst>
            </a:pPr>
            <a:r>
              <a:rPr lang="pt-BR" sz="2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Diagrama de Caso de Uso (Use Case)</a:t>
            </a:r>
          </a:p>
        </p:txBody>
      </p:sp>
      <p:sp>
        <p:nvSpPr>
          <p:cNvPr id="17" name="object 3">
            <a:extLst>
              <a:ext uri="{FF2B5EF4-FFF2-40B4-BE49-F238E27FC236}">
                <a16:creationId xmlns:a16="http://schemas.microsoft.com/office/drawing/2014/main" id="{615C5782-5FF4-C5B7-AE44-0FA85C1A4B8D}"/>
              </a:ext>
            </a:extLst>
          </p:cNvPr>
          <p:cNvSpPr txBox="1"/>
          <p:nvPr/>
        </p:nvSpPr>
        <p:spPr>
          <a:xfrm>
            <a:off x="327198" y="1203560"/>
            <a:ext cx="11073619" cy="35830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30"/>
              </a:spcBef>
              <a:buClr>
                <a:srgbClr val="009999"/>
              </a:buClr>
              <a:tabLst>
                <a:tab pos="356870" algn="l"/>
              </a:tabLst>
            </a:pPr>
            <a:r>
              <a:rPr lang="pt-BR" sz="2600" spc="-10" dirty="0">
                <a:latin typeface="BirkaLTPro-Regular"/>
                <a:cs typeface="Verdana"/>
              </a:rPr>
              <a:t>Representam os papéis desempenhados pelos diversos usuários:</a:t>
            </a:r>
          </a:p>
          <a:p>
            <a:pPr marL="12700">
              <a:lnSpc>
                <a:spcPct val="100000"/>
              </a:lnSpc>
              <a:spcBef>
                <a:spcPts val="1030"/>
              </a:spcBef>
              <a:buClr>
                <a:srgbClr val="009999"/>
              </a:buClr>
              <a:tabLst>
                <a:tab pos="356870" algn="l"/>
              </a:tabLst>
            </a:pPr>
            <a:endParaRPr lang="pt-BR" sz="2600" spc="-10" dirty="0">
              <a:latin typeface="BirkaLTPro-Regular"/>
              <a:cs typeface="Verdana"/>
            </a:endParaRPr>
          </a:p>
          <a:p>
            <a:pPr marL="469900" indent="-457200">
              <a:lnSpc>
                <a:spcPct val="100000"/>
              </a:lnSpc>
              <a:spcBef>
                <a:spcPts val="1030"/>
              </a:spcBef>
              <a:buClr>
                <a:srgbClr val="009999"/>
              </a:buClr>
              <a:buFont typeface="Arial" panose="020B0604020202020204" pitchFamily="34" charset="0"/>
              <a:buChar char="•"/>
              <a:tabLst>
                <a:tab pos="356870" algn="l"/>
              </a:tabLst>
            </a:pPr>
            <a:r>
              <a:rPr lang="pt-BR" sz="2600" spc="-10" dirty="0">
                <a:latin typeface="BirkaLTPro-Regular"/>
                <a:cs typeface="Verdana"/>
              </a:rPr>
              <a:t>Cliente, Caixa do Banco, Gerente, etc.</a:t>
            </a:r>
          </a:p>
          <a:p>
            <a:pPr marL="469900" indent="-457200">
              <a:lnSpc>
                <a:spcPct val="100000"/>
              </a:lnSpc>
              <a:spcBef>
                <a:spcPts val="1030"/>
              </a:spcBef>
              <a:buClr>
                <a:srgbClr val="009999"/>
              </a:buClr>
              <a:buFont typeface="Arial" panose="020B0604020202020204" pitchFamily="34" charset="0"/>
              <a:buChar char="•"/>
              <a:tabLst>
                <a:tab pos="356870" algn="l"/>
              </a:tabLst>
            </a:pPr>
            <a:r>
              <a:rPr lang="pt-BR" sz="2600" spc="-10" dirty="0">
                <a:latin typeface="BirkaLTPro-Regular"/>
                <a:cs typeface="Verdana"/>
              </a:rPr>
              <a:t>Atores podem ser</a:t>
            </a:r>
          </a:p>
          <a:p>
            <a:pPr marL="469900" indent="-457200">
              <a:lnSpc>
                <a:spcPct val="100000"/>
              </a:lnSpc>
              <a:spcBef>
                <a:spcPts val="1030"/>
              </a:spcBef>
              <a:buClr>
                <a:srgbClr val="009999"/>
              </a:buClr>
              <a:buFont typeface="Arial" panose="020B0604020202020204" pitchFamily="34" charset="0"/>
              <a:buChar char="•"/>
              <a:tabLst>
                <a:tab pos="356870" algn="l"/>
              </a:tabLst>
            </a:pPr>
            <a:r>
              <a:rPr lang="pt-BR" sz="2600" spc="-10" dirty="0">
                <a:latin typeface="BirkaLTPro-Regular"/>
                <a:cs typeface="Verdana"/>
              </a:rPr>
              <a:t>Pessoas que interagem com o sistema</a:t>
            </a:r>
          </a:p>
          <a:p>
            <a:pPr marL="469900" indent="-457200">
              <a:lnSpc>
                <a:spcPct val="100000"/>
              </a:lnSpc>
              <a:spcBef>
                <a:spcPts val="1030"/>
              </a:spcBef>
              <a:buClr>
                <a:srgbClr val="009999"/>
              </a:buClr>
              <a:buFont typeface="Arial" panose="020B0604020202020204" pitchFamily="34" charset="0"/>
              <a:buChar char="•"/>
              <a:tabLst>
                <a:tab pos="356870" algn="l"/>
              </a:tabLst>
            </a:pPr>
            <a:r>
              <a:rPr lang="pt-BR" sz="2600" spc="-10" dirty="0">
                <a:latin typeface="BirkaLTPro-Regular"/>
                <a:cs typeface="Verdana"/>
              </a:rPr>
              <a:t>Um hardware que dispara uma interação</a:t>
            </a:r>
          </a:p>
          <a:p>
            <a:pPr marL="469900" indent="-457200">
              <a:lnSpc>
                <a:spcPct val="100000"/>
              </a:lnSpc>
              <a:spcBef>
                <a:spcPts val="1030"/>
              </a:spcBef>
              <a:buClr>
                <a:srgbClr val="009999"/>
              </a:buClr>
              <a:buFont typeface="Arial" panose="020B0604020202020204" pitchFamily="34" charset="0"/>
              <a:buChar char="•"/>
              <a:tabLst>
                <a:tab pos="356870" algn="l"/>
              </a:tabLst>
            </a:pPr>
            <a:r>
              <a:rPr lang="pt-BR" sz="2600" spc="-10" dirty="0">
                <a:latin typeface="BirkaLTPro-Regular"/>
                <a:cs typeface="Verdana"/>
              </a:rPr>
              <a:t>Outro software que comunica com o sistema</a:t>
            </a:r>
            <a:endParaRPr lang="pt-BR" sz="2600" dirty="0">
              <a:latin typeface="BirkaLTPro-Regular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36533157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698F7A-A274-1C9A-7E78-96EAEF28C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EDD9D6DB-213E-AA53-281F-3B4020180B81}"/>
              </a:ext>
            </a:extLst>
          </p:cNvPr>
          <p:cNvSpPr txBox="1"/>
          <p:nvPr/>
        </p:nvSpPr>
        <p:spPr>
          <a:xfrm>
            <a:off x="327198" y="389493"/>
            <a:ext cx="7552206" cy="5057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07000"/>
              </a:lnSpc>
              <a:spcAft>
                <a:spcPts val="800"/>
              </a:spcAft>
              <a:tabLst>
                <a:tab pos="914400" algn="l"/>
              </a:tabLst>
            </a:pPr>
            <a:r>
              <a:rPr lang="pt-BR" sz="2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Diagrama de Caso de Uso (Use Case)</a:t>
            </a:r>
          </a:p>
        </p:txBody>
      </p:sp>
      <p:sp>
        <p:nvSpPr>
          <p:cNvPr id="17" name="object 3">
            <a:extLst>
              <a:ext uri="{FF2B5EF4-FFF2-40B4-BE49-F238E27FC236}">
                <a16:creationId xmlns:a16="http://schemas.microsoft.com/office/drawing/2014/main" id="{3F3E7663-FD8E-4B7A-D2AC-C5BE541CE96E}"/>
              </a:ext>
            </a:extLst>
          </p:cNvPr>
          <p:cNvSpPr txBox="1"/>
          <p:nvPr/>
        </p:nvSpPr>
        <p:spPr>
          <a:xfrm>
            <a:off x="739302" y="1203560"/>
            <a:ext cx="10661515" cy="186974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30"/>
              </a:spcBef>
              <a:buClr>
                <a:srgbClr val="009999"/>
              </a:buClr>
              <a:tabLst>
                <a:tab pos="356870" algn="l"/>
              </a:tabLst>
            </a:pPr>
            <a:r>
              <a:rPr lang="pt-BR" sz="2600" spc="-10" dirty="0">
                <a:latin typeface="BirkaLTPro-Regular"/>
                <a:cs typeface="Verdana"/>
              </a:rPr>
              <a:t>O ator é algo (usuário, software ou hardware) que não faz parte do sistema mas que interage com ele em algum momento</a:t>
            </a:r>
          </a:p>
          <a:p>
            <a:pPr marL="469900" indent="-457200">
              <a:lnSpc>
                <a:spcPct val="100000"/>
              </a:lnSpc>
              <a:spcBef>
                <a:spcPts val="1030"/>
              </a:spcBef>
              <a:buClr>
                <a:srgbClr val="009999"/>
              </a:buClr>
              <a:buFont typeface="Arial" panose="020B0604020202020204" pitchFamily="34" charset="0"/>
              <a:buChar char="•"/>
              <a:tabLst>
                <a:tab pos="356870" algn="l"/>
              </a:tabLst>
            </a:pPr>
            <a:r>
              <a:rPr lang="pt-BR" sz="2600" spc="-10" dirty="0">
                <a:latin typeface="BirkaLTPro-Regular"/>
                <a:cs typeface="Verdana"/>
              </a:rPr>
              <a:t>Representação</a:t>
            </a:r>
          </a:p>
          <a:p>
            <a:pPr marL="469900" indent="-457200">
              <a:lnSpc>
                <a:spcPct val="100000"/>
              </a:lnSpc>
              <a:spcBef>
                <a:spcPts val="1030"/>
              </a:spcBef>
              <a:buClr>
                <a:srgbClr val="009999"/>
              </a:buClr>
              <a:buFont typeface="Arial" panose="020B0604020202020204" pitchFamily="34" charset="0"/>
              <a:buChar char="•"/>
              <a:tabLst>
                <a:tab pos="356870" algn="l"/>
              </a:tabLst>
            </a:pPr>
            <a:r>
              <a:rPr lang="pt-BR" sz="2600" spc="-10" dirty="0">
                <a:latin typeface="BirkaLTPro-Regular"/>
                <a:cs typeface="Verdana"/>
              </a:rPr>
              <a:t>Homem Palito + Papel Desempenhado</a:t>
            </a:r>
            <a:endParaRPr lang="pt-BR" sz="2600" dirty="0">
              <a:latin typeface="BirkaLTPro-Regular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46151982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7E3B94-83E3-9463-1D9D-8C3914A05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AECBAB97-59E7-822C-D7DA-75ECCC499332}"/>
              </a:ext>
            </a:extLst>
          </p:cNvPr>
          <p:cNvSpPr txBox="1"/>
          <p:nvPr/>
        </p:nvSpPr>
        <p:spPr>
          <a:xfrm>
            <a:off x="327198" y="389493"/>
            <a:ext cx="7552206" cy="5057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07000"/>
              </a:lnSpc>
              <a:spcAft>
                <a:spcPts val="800"/>
              </a:spcAft>
              <a:tabLst>
                <a:tab pos="914400" algn="l"/>
              </a:tabLst>
            </a:pPr>
            <a:r>
              <a:rPr lang="pt-BR" sz="2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Diagrama de Caso de Uso (Use Case)</a:t>
            </a:r>
          </a:p>
        </p:txBody>
      </p:sp>
      <p:sp>
        <p:nvSpPr>
          <p:cNvPr id="17" name="object 3">
            <a:extLst>
              <a:ext uri="{FF2B5EF4-FFF2-40B4-BE49-F238E27FC236}">
                <a16:creationId xmlns:a16="http://schemas.microsoft.com/office/drawing/2014/main" id="{2ECE45D5-3D8F-2B69-E4B6-6A613054BCE3}"/>
              </a:ext>
            </a:extLst>
          </p:cNvPr>
          <p:cNvSpPr txBox="1"/>
          <p:nvPr/>
        </p:nvSpPr>
        <p:spPr>
          <a:xfrm>
            <a:off x="327198" y="1203560"/>
            <a:ext cx="11073619" cy="48082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90"/>
              </a:spcBef>
            </a:pPr>
            <a:r>
              <a:rPr lang="pt-BR" sz="2600" dirty="0">
                <a:latin typeface="BirkaLTPro-Regular"/>
                <a:cs typeface="Verdana"/>
              </a:rPr>
              <a:t>Exemplo:</a:t>
            </a:r>
            <a:r>
              <a:rPr lang="pt-BR" sz="2600" spc="-45" dirty="0">
                <a:latin typeface="BirkaLTPro-Regular"/>
                <a:cs typeface="Verdana"/>
              </a:rPr>
              <a:t> </a:t>
            </a:r>
            <a:r>
              <a:rPr lang="pt-BR" sz="2600" dirty="0">
                <a:latin typeface="BirkaLTPro-Regular"/>
                <a:cs typeface="Verdana"/>
              </a:rPr>
              <a:t>Loja</a:t>
            </a:r>
            <a:r>
              <a:rPr lang="pt-BR" sz="2600" spc="-45" dirty="0">
                <a:latin typeface="BirkaLTPro-Regular"/>
                <a:cs typeface="Verdana"/>
              </a:rPr>
              <a:t> </a:t>
            </a:r>
            <a:r>
              <a:rPr lang="pt-BR" sz="2600" dirty="0">
                <a:latin typeface="BirkaLTPro-Regular"/>
                <a:cs typeface="Verdana"/>
              </a:rPr>
              <a:t>de</a:t>
            </a:r>
            <a:r>
              <a:rPr lang="pt-BR" sz="2600" spc="-60" dirty="0">
                <a:latin typeface="BirkaLTPro-Regular"/>
                <a:cs typeface="Verdana"/>
              </a:rPr>
              <a:t> </a:t>
            </a:r>
            <a:r>
              <a:rPr lang="pt-BR" sz="2600" spc="-25" dirty="0">
                <a:latin typeface="BirkaLTPro-Regular"/>
                <a:cs typeface="Verdana"/>
              </a:rPr>
              <a:t>CDs</a:t>
            </a:r>
            <a:endParaRPr lang="pt-BR" sz="2600" dirty="0">
              <a:latin typeface="BirkaLTPro-Regular"/>
              <a:cs typeface="Verdana"/>
            </a:endParaRPr>
          </a:p>
          <a:p>
            <a:pPr algn="just">
              <a:lnSpc>
                <a:spcPct val="100000"/>
              </a:lnSpc>
              <a:spcBef>
                <a:spcPts val="1465"/>
              </a:spcBef>
            </a:pPr>
            <a:endParaRPr lang="pt-BR" sz="2600" dirty="0">
              <a:latin typeface="BirkaLTPro-Regular"/>
              <a:cs typeface="Verdana"/>
            </a:endParaRPr>
          </a:p>
          <a:p>
            <a:pPr marL="469265" algn="just">
              <a:lnSpc>
                <a:spcPct val="100000"/>
              </a:lnSpc>
            </a:pPr>
            <a:r>
              <a:rPr lang="pt-BR" sz="2600" dirty="0">
                <a:latin typeface="BirkaLTPro-Regular"/>
                <a:cs typeface="Verdana"/>
              </a:rPr>
              <a:t>Identificando</a:t>
            </a:r>
            <a:r>
              <a:rPr lang="pt-BR" sz="2600" spc="-50" dirty="0">
                <a:latin typeface="BirkaLTPro-Regular"/>
                <a:cs typeface="Verdana"/>
              </a:rPr>
              <a:t> </a:t>
            </a:r>
            <a:r>
              <a:rPr lang="pt-BR" sz="2600" dirty="0">
                <a:latin typeface="BirkaLTPro-Regular"/>
                <a:cs typeface="Verdana"/>
              </a:rPr>
              <a:t>os</a:t>
            </a:r>
            <a:r>
              <a:rPr lang="pt-BR" sz="2600" spc="-55" dirty="0">
                <a:latin typeface="BirkaLTPro-Regular"/>
                <a:cs typeface="Verdana"/>
              </a:rPr>
              <a:t> </a:t>
            </a:r>
            <a:r>
              <a:rPr lang="pt-BR" sz="2600" spc="-10" dirty="0">
                <a:latin typeface="BirkaLTPro-Regular"/>
                <a:cs typeface="Verdana"/>
              </a:rPr>
              <a:t>atores</a:t>
            </a:r>
            <a:endParaRPr lang="pt-BR" sz="2600" dirty="0">
              <a:latin typeface="BirkaLTPro-Regular"/>
              <a:cs typeface="Verdana"/>
            </a:endParaRPr>
          </a:p>
          <a:p>
            <a:pPr algn="just">
              <a:lnSpc>
                <a:spcPct val="100000"/>
              </a:lnSpc>
              <a:spcBef>
                <a:spcPts val="1230"/>
              </a:spcBef>
            </a:pPr>
            <a:endParaRPr lang="pt-BR" sz="2600" dirty="0">
              <a:latin typeface="BirkaLTPro-Regular"/>
              <a:cs typeface="Verdana"/>
            </a:endParaRPr>
          </a:p>
          <a:p>
            <a:pPr marL="756285" marR="5080" indent="-287020" algn="just">
              <a:lnSpc>
                <a:spcPct val="120000"/>
              </a:lnSpc>
              <a:spcBef>
                <a:spcPts val="5"/>
              </a:spcBef>
              <a:tabLst>
                <a:tab pos="756285" algn="l"/>
              </a:tabLst>
            </a:pPr>
            <a:r>
              <a:rPr lang="pt-BR" sz="2600" spc="-50" dirty="0">
                <a:solidFill>
                  <a:srgbClr val="009999"/>
                </a:solidFill>
                <a:latin typeface="BirkaLTPro-Regular"/>
                <a:cs typeface="Verdana"/>
              </a:rPr>
              <a:t>–</a:t>
            </a:r>
            <a:r>
              <a:rPr lang="pt-BR" sz="2600" dirty="0">
                <a:solidFill>
                  <a:srgbClr val="009999"/>
                </a:solidFill>
                <a:latin typeface="BirkaLTPro-Regular"/>
                <a:cs typeface="Verdana"/>
              </a:rPr>
              <a:t>	</a:t>
            </a:r>
            <a:r>
              <a:rPr lang="pt-BR" sz="2600" dirty="0">
                <a:latin typeface="BirkaLTPro-Regular"/>
                <a:cs typeface="Verdana"/>
              </a:rPr>
              <a:t>Uma</a:t>
            </a:r>
            <a:r>
              <a:rPr lang="pt-BR" sz="2600" spc="-55" dirty="0">
                <a:latin typeface="BirkaLTPro-Regular"/>
                <a:cs typeface="Verdana"/>
              </a:rPr>
              <a:t> </a:t>
            </a:r>
            <a:r>
              <a:rPr lang="pt-BR" sz="2600" dirty="0">
                <a:latin typeface="BirkaLTPro-Regular"/>
                <a:cs typeface="Verdana"/>
              </a:rPr>
              <a:t>loja</a:t>
            </a:r>
            <a:r>
              <a:rPr lang="pt-BR" sz="2600" spc="-30" dirty="0">
                <a:latin typeface="BirkaLTPro-Regular"/>
                <a:cs typeface="Verdana"/>
              </a:rPr>
              <a:t> </a:t>
            </a:r>
            <a:r>
              <a:rPr lang="pt-BR" sz="2600" dirty="0">
                <a:latin typeface="BirkaLTPro-Regular"/>
                <a:cs typeface="Verdana"/>
              </a:rPr>
              <a:t>de</a:t>
            </a:r>
            <a:r>
              <a:rPr lang="pt-BR" sz="2600" spc="-25" dirty="0">
                <a:latin typeface="BirkaLTPro-Regular"/>
                <a:cs typeface="Verdana"/>
              </a:rPr>
              <a:t> </a:t>
            </a:r>
            <a:r>
              <a:rPr lang="pt-BR" sz="2600" dirty="0">
                <a:latin typeface="BirkaLTPro-Regular"/>
                <a:cs typeface="Verdana"/>
              </a:rPr>
              <a:t>CDs</a:t>
            </a:r>
            <a:r>
              <a:rPr lang="pt-BR" sz="2600" spc="-25" dirty="0">
                <a:latin typeface="BirkaLTPro-Regular"/>
                <a:cs typeface="Verdana"/>
              </a:rPr>
              <a:t> </a:t>
            </a:r>
            <a:r>
              <a:rPr lang="pt-BR" sz="2600" dirty="0">
                <a:latin typeface="BirkaLTPro-Regular"/>
                <a:cs typeface="Verdana"/>
              </a:rPr>
              <a:t>possui</a:t>
            </a:r>
            <a:r>
              <a:rPr lang="pt-BR" sz="2600" spc="-20" dirty="0">
                <a:latin typeface="BirkaLTPro-Regular"/>
                <a:cs typeface="Verdana"/>
              </a:rPr>
              <a:t> </a:t>
            </a:r>
            <a:r>
              <a:rPr lang="pt-BR" sz="2600" dirty="0">
                <a:latin typeface="BirkaLTPro-Regular"/>
                <a:cs typeface="Verdana"/>
              </a:rPr>
              <a:t>discos</a:t>
            </a:r>
            <a:r>
              <a:rPr lang="pt-BR" sz="2600" spc="-30" dirty="0">
                <a:latin typeface="BirkaLTPro-Regular"/>
                <a:cs typeface="Verdana"/>
              </a:rPr>
              <a:t> </a:t>
            </a:r>
            <a:r>
              <a:rPr lang="pt-BR" sz="2600" dirty="0">
                <a:latin typeface="BirkaLTPro-Regular"/>
                <a:cs typeface="Verdana"/>
              </a:rPr>
              <a:t>para</a:t>
            </a:r>
            <a:r>
              <a:rPr lang="pt-BR" sz="2600" spc="-55" dirty="0">
                <a:latin typeface="BirkaLTPro-Regular"/>
                <a:cs typeface="Verdana"/>
              </a:rPr>
              <a:t> </a:t>
            </a:r>
            <a:r>
              <a:rPr lang="pt-BR" sz="2600" dirty="0">
                <a:latin typeface="BirkaLTPro-Regular"/>
                <a:cs typeface="Verdana"/>
              </a:rPr>
              <a:t>venda.</a:t>
            </a:r>
            <a:r>
              <a:rPr lang="pt-BR" sz="2600" spc="-30" dirty="0">
                <a:latin typeface="BirkaLTPro-Regular"/>
                <a:cs typeface="Verdana"/>
              </a:rPr>
              <a:t> </a:t>
            </a:r>
            <a:r>
              <a:rPr lang="pt-BR" sz="2600" dirty="0">
                <a:latin typeface="BirkaLTPro-Regular"/>
                <a:cs typeface="Verdana"/>
              </a:rPr>
              <a:t>Um</a:t>
            </a:r>
            <a:r>
              <a:rPr lang="pt-BR" sz="2600" spc="-40" dirty="0">
                <a:latin typeface="BirkaLTPro-Regular"/>
                <a:cs typeface="Verdana"/>
              </a:rPr>
              <a:t> </a:t>
            </a:r>
            <a:r>
              <a:rPr lang="pt-BR" sz="2600" dirty="0">
                <a:latin typeface="BirkaLTPro-Regular"/>
                <a:cs typeface="Verdana"/>
              </a:rPr>
              <a:t>cliente</a:t>
            </a:r>
            <a:r>
              <a:rPr lang="pt-BR" sz="2600" spc="-25" dirty="0">
                <a:latin typeface="BirkaLTPro-Regular"/>
                <a:cs typeface="Verdana"/>
              </a:rPr>
              <a:t> </a:t>
            </a:r>
            <a:r>
              <a:rPr lang="pt-BR" sz="2600" dirty="0">
                <a:latin typeface="BirkaLTPro-Regular"/>
                <a:cs typeface="Verdana"/>
              </a:rPr>
              <a:t>pode</a:t>
            </a:r>
            <a:r>
              <a:rPr lang="pt-BR" sz="2600" spc="-25" dirty="0">
                <a:latin typeface="BirkaLTPro-Regular"/>
                <a:cs typeface="Verdana"/>
              </a:rPr>
              <a:t> </a:t>
            </a:r>
            <a:r>
              <a:rPr lang="pt-BR" sz="2600" dirty="0">
                <a:latin typeface="BirkaLTPro-Regular"/>
                <a:cs typeface="Verdana"/>
              </a:rPr>
              <a:t>comprar</a:t>
            </a:r>
            <a:r>
              <a:rPr lang="pt-BR" sz="2600" spc="-50" dirty="0">
                <a:latin typeface="BirkaLTPro-Regular"/>
                <a:cs typeface="Verdana"/>
              </a:rPr>
              <a:t> </a:t>
            </a:r>
            <a:r>
              <a:rPr lang="pt-BR" sz="2600" spc="-25" dirty="0">
                <a:latin typeface="BirkaLTPro-Regular"/>
                <a:cs typeface="Verdana"/>
              </a:rPr>
              <a:t>uma </a:t>
            </a:r>
            <a:r>
              <a:rPr lang="pt-BR" sz="2600" dirty="0">
                <a:latin typeface="BirkaLTPro-Regular"/>
                <a:cs typeface="Verdana"/>
              </a:rPr>
              <a:t>quantidade</a:t>
            </a:r>
            <a:r>
              <a:rPr lang="pt-BR" sz="2600" spc="-40" dirty="0">
                <a:latin typeface="BirkaLTPro-Regular"/>
                <a:cs typeface="Verdana"/>
              </a:rPr>
              <a:t> </a:t>
            </a:r>
            <a:r>
              <a:rPr lang="pt-BR" sz="2600" dirty="0">
                <a:latin typeface="BirkaLTPro-Regular"/>
                <a:cs typeface="Verdana"/>
              </a:rPr>
              <a:t>ilimitada</a:t>
            </a:r>
            <a:r>
              <a:rPr lang="pt-BR" sz="2600" spc="-20" dirty="0">
                <a:latin typeface="BirkaLTPro-Regular"/>
                <a:cs typeface="Verdana"/>
              </a:rPr>
              <a:t> </a:t>
            </a:r>
            <a:r>
              <a:rPr lang="pt-BR" sz="2600" dirty="0">
                <a:latin typeface="BirkaLTPro-Regular"/>
                <a:cs typeface="Verdana"/>
              </a:rPr>
              <a:t>de</a:t>
            </a:r>
            <a:r>
              <a:rPr lang="pt-BR" sz="2600" spc="-15" dirty="0">
                <a:latin typeface="BirkaLTPro-Regular"/>
                <a:cs typeface="Verdana"/>
              </a:rPr>
              <a:t> </a:t>
            </a:r>
            <a:r>
              <a:rPr lang="pt-BR" sz="2600" dirty="0">
                <a:latin typeface="BirkaLTPro-Regular"/>
                <a:cs typeface="Verdana"/>
              </a:rPr>
              <a:t>discos</a:t>
            </a:r>
            <a:r>
              <a:rPr lang="pt-BR" sz="2600" spc="-45" dirty="0">
                <a:latin typeface="BirkaLTPro-Regular"/>
                <a:cs typeface="Verdana"/>
              </a:rPr>
              <a:t> </a:t>
            </a:r>
            <a:r>
              <a:rPr lang="pt-BR" sz="2600" dirty="0">
                <a:latin typeface="BirkaLTPro-Regular"/>
                <a:cs typeface="Verdana"/>
              </a:rPr>
              <a:t>para</a:t>
            </a:r>
            <a:r>
              <a:rPr lang="pt-BR" sz="2600" spc="-45" dirty="0">
                <a:latin typeface="BirkaLTPro-Regular"/>
                <a:cs typeface="Verdana"/>
              </a:rPr>
              <a:t> </a:t>
            </a:r>
            <a:r>
              <a:rPr lang="pt-BR" sz="2600" dirty="0">
                <a:latin typeface="BirkaLTPro-Regular"/>
                <a:cs typeface="Verdana"/>
              </a:rPr>
              <a:t>isto</a:t>
            </a:r>
            <a:r>
              <a:rPr lang="pt-BR" sz="2600" spc="-55" dirty="0">
                <a:latin typeface="BirkaLTPro-Regular"/>
                <a:cs typeface="Verdana"/>
              </a:rPr>
              <a:t> </a:t>
            </a:r>
            <a:r>
              <a:rPr lang="pt-BR" sz="2600" dirty="0">
                <a:latin typeface="BirkaLTPro-Regular"/>
                <a:cs typeface="Verdana"/>
              </a:rPr>
              <a:t>ele</a:t>
            </a:r>
            <a:r>
              <a:rPr lang="pt-BR" sz="2600" spc="-15" dirty="0">
                <a:latin typeface="BirkaLTPro-Regular"/>
                <a:cs typeface="Verdana"/>
              </a:rPr>
              <a:t> </a:t>
            </a:r>
            <a:r>
              <a:rPr lang="pt-BR" sz="2600" dirty="0">
                <a:latin typeface="BirkaLTPro-Regular"/>
                <a:cs typeface="Verdana"/>
              </a:rPr>
              <a:t>deve</a:t>
            </a:r>
            <a:r>
              <a:rPr lang="pt-BR" sz="2600" spc="-15" dirty="0">
                <a:latin typeface="BirkaLTPro-Regular"/>
                <a:cs typeface="Verdana"/>
              </a:rPr>
              <a:t> </a:t>
            </a:r>
            <a:r>
              <a:rPr lang="pt-BR" sz="2600" dirty="0">
                <a:latin typeface="BirkaLTPro-Regular"/>
                <a:cs typeface="Verdana"/>
              </a:rPr>
              <a:t>se</a:t>
            </a:r>
            <a:r>
              <a:rPr lang="pt-BR" sz="2600" spc="-40" dirty="0">
                <a:latin typeface="BirkaLTPro-Regular"/>
                <a:cs typeface="Verdana"/>
              </a:rPr>
              <a:t> </a:t>
            </a:r>
            <a:r>
              <a:rPr lang="pt-BR" sz="2600" dirty="0">
                <a:latin typeface="BirkaLTPro-Regular"/>
                <a:cs typeface="Verdana"/>
              </a:rPr>
              <a:t>dirigir</a:t>
            </a:r>
            <a:r>
              <a:rPr lang="pt-BR" sz="2600" spc="-25" dirty="0">
                <a:latin typeface="BirkaLTPro-Regular"/>
                <a:cs typeface="Verdana"/>
              </a:rPr>
              <a:t> </a:t>
            </a:r>
            <a:r>
              <a:rPr lang="pt-BR" sz="2600" dirty="0">
                <a:latin typeface="BirkaLTPro-Regular"/>
                <a:cs typeface="Verdana"/>
              </a:rPr>
              <a:t>à</a:t>
            </a:r>
            <a:r>
              <a:rPr lang="pt-BR" sz="2600" spc="-45" dirty="0">
                <a:latin typeface="BirkaLTPro-Regular"/>
                <a:cs typeface="Verdana"/>
              </a:rPr>
              <a:t> </a:t>
            </a:r>
            <a:r>
              <a:rPr lang="pt-BR" sz="2600" dirty="0">
                <a:latin typeface="BirkaLTPro-Regular"/>
                <a:cs typeface="Verdana"/>
              </a:rPr>
              <a:t>loja.</a:t>
            </a:r>
            <a:r>
              <a:rPr lang="pt-BR" sz="2600" spc="-25" dirty="0">
                <a:latin typeface="BirkaLTPro-Regular"/>
                <a:cs typeface="Verdana"/>
              </a:rPr>
              <a:t> </a:t>
            </a:r>
            <a:r>
              <a:rPr lang="pt-BR" sz="2600" dirty="0">
                <a:latin typeface="BirkaLTPro-Regular"/>
                <a:cs typeface="Verdana"/>
              </a:rPr>
              <a:t>A</a:t>
            </a:r>
            <a:r>
              <a:rPr lang="pt-BR" sz="2600" spc="-25" dirty="0">
                <a:latin typeface="BirkaLTPro-Regular"/>
                <a:cs typeface="Verdana"/>
              </a:rPr>
              <a:t> </a:t>
            </a:r>
            <a:r>
              <a:rPr lang="pt-BR" sz="2600" spc="-20" dirty="0">
                <a:latin typeface="BirkaLTPro-Regular"/>
                <a:cs typeface="Verdana"/>
              </a:rPr>
              <a:t>loja </a:t>
            </a:r>
            <a:r>
              <a:rPr lang="pt-BR" sz="2600" dirty="0">
                <a:latin typeface="BirkaLTPro-Regular"/>
                <a:cs typeface="Verdana"/>
              </a:rPr>
              <a:t>possui</a:t>
            </a:r>
            <a:r>
              <a:rPr lang="pt-BR" sz="2600" spc="-15" dirty="0">
                <a:latin typeface="BirkaLTPro-Regular"/>
                <a:cs typeface="Verdana"/>
              </a:rPr>
              <a:t> </a:t>
            </a:r>
            <a:r>
              <a:rPr lang="pt-BR" sz="2600" dirty="0">
                <a:latin typeface="BirkaLTPro-Regular"/>
                <a:cs typeface="Verdana"/>
              </a:rPr>
              <a:t>um</a:t>
            </a:r>
            <a:r>
              <a:rPr lang="pt-BR" sz="2600" spc="-55" dirty="0">
                <a:latin typeface="BirkaLTPro-Regular"/>
                <a:cs typeface="Verdana"/>
              </a:rPr>
              <a:t> </a:t>
            </a:r>
            <a:r>
              <a:rPr lang="pt-BR" sz="2600" dirty="0">
                <a:solidFill>
                  <a:srgbClr val="FF0000"/>
                </a:solidFill>
                <a:latin typeface="BirkaLTPro-Regular"/>
                <a:cs typeface="Verdana"/>
              </a:rPr>
              <a:t>atendente</a:t>
            </a:r>
            <a:r>
              <a:rPr lang="pt-BR" sz="2600" spc="-15" dirty="0">
                <a:latin typeface="BirkaLTPro-Regular"/>
                <a:cs typeface="Verdana"/>
              </a:rPr>
              <a:t> </a:t>
            </a:r>
            <a:r>
              <a:rPr lang="pt-BR" sz="2600" dirty="0">
                <a:latin typeface="BirkaLTPro-Regular"/>
                <a:cs typeface="Verdana"/>
              </a:rPr>
              <a:t>cuja</a:t>
            </a:r>
            <a:r>
              <a:rPr lang="pt-BR" sz="2600" spc="-50" dirty="0">
                <a:latin typeface="BirkaLTPro-Regular"/>
                <a:cs typeface="Verdana"/>
              </a:rPr>
              <a:t> </a:t>
            </a:r>
            <a:r>
              <a:rPr lang="pt-BR" sz="2600" dirty="0">
                <a:latin typeface="BirkaLTPro-Regular"/>
                <a:cs typeface="Verdana"/>
              </a:rPr>
              <a:t>função</a:t>
            </a:r>
            <a:r>
              <a:rPr lang="pt-BR" sz="2600" spc="-30" dirty="0">
                <a:latin typeface="BirkaLTPro-Regular"/>
                <a:cs typeface="Verdana"/>
              </a:rPr>
              <a:t> </a:t>
            </a:r>
            <a:r>
              <a:rPr lang="pt-BR" sz="2600" dirty="0">
                <a:latin typeface="BirkaLTPro-Regular"/>
                <a:cs typeface="Verdana"/>
              </a:rPr>
              <a:t>é</a:t>
            </a:r>
            <a:r>
              <a:rPr lang="pt-BR" sz="2600" spc="-40" dirty="0">
                <a:latin typeface="BirkaLTPro-Regular"/>
                <a:cs typeface="Verdana"/>
              </a:rPr>
              <a:t> </a:t>
            </a:r>
            <a:r>
              <a:rPr lang="pt-BR" sz="2600" dirty="0">
                <a:latin typeface="BirkaLTPro-Regular"/>
                <a:cs typeface="Verdana"/>
              </a:rPr>
              <a:t>atender</a:t>
            </a:r>
            <a:r>
              <a:rPr lang="pt-BR" sz="2600" spc="-25" dirty="0">
                <a:latin typeface="BirkaLTPro-Regular"/>
                <a:cs typeface="Verdana"/>
              </a:rPr>
              <a:t> </a:t>
            </a:r>
            <a:r>
              <a:rPr lang="pt-BR" sz="2600" dirty="0">
                <a:latin typeface="BirkaLTPro-Regular"/>
                <a:cs typeface="Verdana"/>
              </a:rPr>
              <a:t>os</a:t>
            </a:r>
            <a:r>
              <a:rPr lang="pt-BR" sz="2600" spc="-45" dirty="0">
                <a:latin typeface="BirkaLTPro-Regular"/>
                <a:cs typeface="Verdana"/>
              </a:rPr>
              <a:t> </a:t>
            </a:r>
            <a:r>
              <a:rPr lang="pt-BR" sz="2600" dirty="0">
                <a:latin typeface="BirkaLTPro-Regular"/>
                <a:cs typeface="Verdana"/>
              </a:rPr>
              <a:t>clientes</a:t>
            </a:r>
            <a:r>
              <a:rPr lang="pt-BR" sz="2600" spc="-45" dirty="0">
                <a:latin typeface="BirkaLTPro-Regular"/>
                <a:cs typeface="Verdana"/>
              </a:rPr>
              <a:t> </a:t>
            </a:r>
            <a:r>
              <a:rPr lang="pt-BR" sz="2600" dirty="0">
                <a:latin typeface="BirkaLTPro-Regular"/>
                <a:cs typeface="Verdana"/>
              </a:rPr>
              <a:t>durante</a:t>
            </a:r>
            <a:r>
              <a:rPr lang="pt-BR" sz="2600" spc="-45" dirty="0">
                <a:latin typeface="BirkaLTPro-Regular"/>
                <a:cs typeface="Verdana"/>
              </a:rPr>
              <a:t> </a:t>
            </a:r>
            <a:r>
              <a:rPr lang="pt-BR" sz="2600" dirty="0">
                <a:latin typeface="BirkaLTPro-Regular"/>
                <a:cs typeface="Verdana"/>
              </a:rPr>
              <a:t>a</a:t>
            </a:r>
            <a:r>
              <a:rPr lang="pt-BR" sz="2600" spc="-20" dirty="0">
                <a:latin typeface="BirkaLTPro-Regular"/>
                <a:cs typeface="Verdana"/>
              </a:rPr>
              <a:t> </a:t>
            </a:r>
            <a:r>
              <a:rPr lang="pt-BR" sz="2600" spc="-10" dirty="0">
                <a:latin typeface="BirkaLTPro-Regular"/>
                <a:cs typeface="Verdana"/>
              </a:rPr>
              <a:t>venda </a:t>
            </a:r>
            <a:r>
              <a:rPr lang="pt-BR" sz="2600" dirty="0">
                <a:latin typeface="BirkaLTPro-Regular"/>
                <a:cs typeface="Verdana"/>
              </a:rPr>
              <a:t>dos</a:t>
            </a:r>
            <a:r>
              <a:rPr lang="pt-BR" sz="2600" spc="-25" dirty="0">
                <a:latin typeface="BirkaLTPro-Regular"/>
                <a:cs typeface="Verdana"/>
              </a:rPr>
              <a:t> </a:t>
            </a:r>
            <a:r>
              <a:rPr lang="pt-BR" sz="2600" dirty="0">
                <a:latin typeface="BirkaLTPro-Regular"/>
                <a:cs typeface="Verdana"/>
              </a:rPr>
              <a:t>discos.</a:t>
            </a:r>
            <a:r>
              <a:rPr lang="pt-BR" sz="2600" spc="-25" dirty="0">
                <a:latin typeface="BirkaLTPro-Regular"/>
                <a:cs typeface="Verdana"/>
              </a:rPr>
              <a:t> </a:t>
            </a:r>
            <a:r>
              <a:rPr lang="pt-BR" sz="2600" dirty="0">
                <a:latin typeface="BirkaLTPro-Regular"/>
                <a:cs typeface="Verdana"/>
              </a:rPr>
              <a:t>A</a:t>
            </a:r>
            <a:r>
              <a:rPr lang="pt-BR" sz="2600" spc="-45" dirty="0">
                <a:latin typeface="BirkaLTPro-Regular"/>
                <a:cs typeface="Verdana"/>
              </a:rPr>
              <a:t> </a:t>
            </a:r>
            <a:r>
              <a:rPr lang="pt-BR" sz="2600" dirty="0">
                <a:latin typeface="BirkaLTPro-Regular"/>
                <a:cs typeface="Verdana"/>
              </a:rPr>
              <a:t>loja</a:t>
            </a:r>
            <a:r>
              <a:rPr lang="pt-BR" sz="2600" spc="-45" dirty="0">
                <a:latin typeface="BirkaLTPro-Regular"/>
                <a:cs typeface="Verdana"/>
              </a:rPr>
              <a:t> </a:t>
            </a:r>
            <a:r>
              <a:rPr lang="pt-BR" sz="2600" dirty="0">
                <a:latin typeface="BirkaLTPro-Regular"/>
                <a:cs typeface="Verdana"/>
              </a:rPr>
              <a:t>também</a:t>
            </a:r>
            <a:r>
              <a:rPr lang="pt-BR" sz="2600" spc="-30" dirty="0">
                <a:latin typeface="BirkaLTPro-Regular"/>
                <a:cs typeface="Verdana"/>
              </a:rPr>
              <a:t> </a:t>
            </a:r>
            <a:r>
              <a:rPr lang="pt-BR" sz="2600" dirty="0">
                <a:latin typeface="BirkaLTPro-Regular"/>
                <a:cs typeface="Verdana"/>
              </a:rPr>
              <a:t>possui</a:t>
            </a:r>
            <a:r>
              <a:rPr lang="pt-BR" sz="2600" spc="-35" dirty="0">
                <a:latin typeface="BirkaLTPro-Regular"/>
                <a:cs typeface="Verdana"/>
              </a:rPr>
              <a:t> </a:t>
            </a:r>
            <a:r>
              <a:rPr lang="pt-BR" sz="2600" dirty="0">
                <a:latin typeface="BirkaLTPro-Regular"/>
                <a:cs typeface="Verdana"/>
              </a:rPr>
              <a:t>um</a:t>
            </a:r>
            <a:r>
              <a:rPr lang="pt-BR" sz="2600" spc="-30" dirty="0">
                <a:latin typeface="BirkaLTPro-Regular"/>
                <a:cs typeface="Verdana"/>
              </a:rPr>
              <a:t> </a:t>
            </a:r>
            <a:r>
              <a:rPr lang="pt-BR" sz="2600" dirty="0">
                <a:solidFill>
                  <a:srgbClr val="FF0000"/>
                </a:solidFill>
                <a:latin typeface="BirkaLTPro-Regular"/>
                <a:cs typeface="Verdana"/>
              </a:rPr>
              <a:t>gerente</a:t>
            </a:r>
            <a:r>
              <a:rPr lang="pt-BR" sz="2600" spc="-40" dirty="0">
                <a:latin typeface="BirkaLTPro-Regular"/>
                <a:cs typeface="Verdana"/>
              </a:rPr>
              <a:t> </a:t>
            </a:r>
            <a:r>
              <a:rPr lang="pt-BR" sz="2600" dirty="0">
                <a:latin typeface="BirkaLTPro-Regular"/>
                <a:cs typeface="Verdana"/>
              </a:rPr>
              <a:t>cuja</a:t>
            </a:r>
            <a:r>
              <a:rPr lang="pt-BR" sz="2600" spc="-20" dirty="0">
                <a:latin typeface="BirkaLTPro-Regular"/>
                <a:cs typeface="Verdana"/>
              </a:rPr>
              <a:t> </a:t>
            </a:r>
            <a:r>
              <a:rPr lang="pt-BR" sz="2600" dirty="0">
                <a:latin typeface="BirkaLTPro-Regular"/>
                <a:cs typeface="Verdana"/>
              </a:rPr>
              <a:t>função</a:t>
            </a:r>
            <a:r>
              <a:rPr lang="pt-BR" sz="2600" spc="-55" dirty="0">
                <a:latin typeface="BirkaLTPro-Regular"/>
                <a:cs typeface="Verdana"/>
              </a:rPr>
              <a:t> </a:t>
            </a:r>
            <a:r>
              <a:rPr lang="pt-BR" sz="2600" dirty="0">
                <a:latin typeface="BirkaLTPro-Regular"/>
                <a:cs typeface="Verdana"/>
              </a:rPr>
              <a:t>é</a:t>
            </a:r>
            <a:r>
              <a:rPr lang="pt-BR" sz="2600" spc="-40" dirty="0">
                <a:latin typeface="BirkaLTPro-Regular"/>
                <a:cs typeface="Verdana"/>
              </a:rPr>
              <a:t> </a:t>
            </a:r>
            <a:r>
              <a:rPr lang="pt-BR" sz="2600" dirty="0">
                <a:latin typeface="BirkaLTPro-Regular"/>
                <a:cs typeface="Verdana"/>
              </a:rPr>
              <a:t>administrar</a:t>
            </a:r>
            <a:r>
              <a:rPr lang="pt-BR" sz="2600" spc="-25" dirty="0">
                <a:latin typeface="BirkaLTPro-Regular"/>
                <a:cs typeface="Verdana"/>
              </a:rPr>
              <a:t> </a:t>
            </a:r>
            <a:r>
              <a:rPr lang="pt-BR" sz="2600" spc="-50" dirty="0">
                <a:latin typeface="BirkaLTPro-Regular"/>
                <a:cs typeface="Verdana"/>
              </a:rPr>
              <a:t>o </a:t>
            </a:r>
            <a:r>
              <a:rPr lang="pt-BR" sz="2600" dirty="0">
                <a:latin typeface="BirkaLTPro-Regular"/>
                <a:cs typeface="Verdana"/>
              </a:rPr>
              <a:t>estoque</a:t>
            </a:r>
            <a:r>
              <a:rPr lang="pt-BR" sz="2600" spc="-15" dirty="0">
                <a:latin typeface="BirkaLTPro-Regular"/>
                <a:cs typeface="Verdana"/>
              </a:rPr>
              <a:t> </a:t>
            </a:r>
            <a:r>
              <a:rPr lang="pt-BR" sz="2600" dirty="0">
                <a:latin typeface="BirkaLTPro-Regular"/>
                <a:cs typeface="Verdana"/>
              </a:rPr>
              <a:t>para</a:t>
            </a:r>
            <a:r>
              <a:rPr lang="pt-BR" sz="2600" spc="-20" dirty="0">
                <a:latin typeface="BirkaLTPro-Regular"/>
                <a:cs typeface="Verdana"/>
              </a:rPr>
              <a:t> </a:t>
            </a:r>
            <a:r>
              <a:rPr lang="pt-BR" sz="2600" dirty="0">
                <a:latin typeface="BirkaLTPro-Regular"/>
                <a:cs typeface="Verdana"/>
              </a:rPr>
              <a:t>que</a:t>
            </a:r>
            <a:r>
              <a:rPr lang="pt-BR" sz="2600" spc="-40" dirty="0">
                <a:latin typeface="BirkaLTPro-Regular"/>
                <a:cs typeface="Verdana"/>
              </a:rPr>
              <a:t> </a:t>
            </a:r>
            <a:r>
              <a:rPr lang="pt-BR" sz="2600" dirty="0">
                <a:latin typeface="BirkaLTPro-Regular"/>
                <a:cs typeface="Verdana"/>
              </a:rPr>
              <a:t>não</a:t>
            </a:r>
            <a:r>
              <a:rPr lang="pt-BR" sz="2600" spc="-25" dirty="0">
                <a:latin typeface="BirkaLTPro-Regular"/>
                <a:cs typeface="Verdana"/>
              </a:rPr>
              <a:t> </a:t>
            </a:r>
            <a:r>
              <a:rPr lang="pt-BR" sz="2600" dirty="0">
                <a:latin typeface="BirkaLTPro-Regular"/>
                <a:cs typeface="Verdana"/>
              </a:rPr>
              <a:t>faltem</a:t>
            </a:r>
            <a:r>
              <a:rPr lang="pt-BR" sz="2600" spc="-30" dirty="0">
                <a:latin typeface="BirkaLTPro-Regular"/>
                <a:cs typeface="Verdana"/>
              </a:rPr>
              <a:t> </a:t>
            </a:r>
            <a:r>
              <a:rPr lang="pt-BR" sz="2600" dirty="0">
                <a:latin typeface="BirkaLTPro-Regular"/>
                <a:cs typeface="Verdana"/>
              </a:rPr>
              <a:t>discos.</a:t>
            </a:r>
            <a:r>
              <a:rPr lang="pt-BR" sz="2600" spc="-25" dirty="0">
                <a:latin typeface="BirkaLTPro-Regular"/>
                <a:cs typeface="Verdana"/>
              </a:rPr>
              <a:t> </a:t>
            </a:r>
            <a:r>
              <a:rPr lang="pt-BR" sz="2600" dirty="0">
                <a:latin typeface="BirkaLTPro-Regular"/>
                <a:cs typeface="Verdana"/>
              </a:rPr>
              <a:t>Além</a:t>
            </a:r>
            <a:r>
              <a:rPr lang="pt-BR" sz="2600" spc="-25" dirty="0">
                <a:latin typeface="BirkaLTPro-Regular"/>
                <a:cs typeface="Verdana"/>
              </a:rPr>
              <a:t> </a:t>
            </a:r>
            <a:r>
              <a:rPr lang="pt-BR" sz="2600" dirty="0">
                <a:latin typeface="BirkaLTPro-Regular"/>
                <a:cs typeface="Verdana"/>
              </a:rPr>
              <a:t>disso</a:t>
            </a:r>
            <a:r>
              <a:rPr lang="pt-BR" sz="2600" spc="-55" dirty="0">
                <a:latin typeface="BirkaLTPro-Regular"/>
                <a:cs typeface="Verdana"/>
              </a:rPr>
              <a:t> </a:t>
            </a:r>
            <a:r>
              <a:rPr lang="pt-BR" sz="2600" dirty="0">
                <a:latin typeface="BirkaLTPro-Regular"/>
                <a:cs typeface="Verdana"/>
              </a:rPr>
              <a:t>é</a:t>
            </a:r>
            <a:r>
              <a:rPr lang="pt-BR" sz="2600" spc="-35" dirty="0">
                <a:latin typeface="BirkaLTPro-Regular"/>
                <a:cs typeface="Verdana"/>
              </a:rPr>
              <a:t> </a:t>
            </a:r>
            <a:r>
              <a:rPr lang="pt-BR" sz="2600" dirty="0">
                <a:latin typeface="BirkaLTPro-Regular"/>
                <a:cs typeface="Verdana"/>
              </a:rPr>
              <a:t>ele</a:t>
            </a:r>
            <a:r>
              <a:rPr lang="pt-BR" sz="2600" spc="-25" dirty="0">
                <a:latin typeface="BirkaLTPro-Regular"/>
                <a:cs typeface="Verdana"/>
              </a:rPr>
              <a:t> </a:t>
            </a:r>
            <a:r>
              <a:rPr lang="pt-BR" sz="2600" dirty="0">
                <a:latin typeface="BirkaLTPro-Regular"/>
                <a:cs typeface="Verdana"/>
              </a:rPr>
              <a:t>quem</a:t>
            </a:r>
            <a:r>
              <a:rPr lang="pt-BR" sz="2600" spc="-30" dirty="0">
                <a:latin typeface="BirkaLTPro-Regular"/>
                <a:cs typeface="Verdana"/>
              </a:rPr>
              <a:t> </a:t>
            </a:r>
            <a:r>
              <a:rPr lang="pt-BR" sz="2600" dirty="0">
                <a:latin typeface="BirkaLTPro-Regular"/>
                <a:cs typeface="Verdana"/>
              </a:rPr>
              <a:t>dá</a:t>
            </a:r>
            <a:r>
              <a:rPr lang="pt-BR" sz="2600" spc="-15" dirty="0">
                <a:latin typeface="BirkaLTPro-Regular"/>
                <a:cs typeface="Verdana"/>
              </a:rPr>
              <a:t> </a:t>
            </a:r>
            <a:r>
              <a:rPr lang="pt-BR" sz="2600" dirty="0">
                <a:latin typeface="BirkaLTPro-Regular"/>
                <a:cs typeface="Verdana"/>
              </a:rPr>
              <a:t>folga</a:t>
            </a:r>
            <a:r>
              <a:rPr lang="pt-BR" sz="2600" spc="-45" dirty="0">
                <a:latin typeface="BirkaLTPro-Regular"/>
                <a:cs typeface="Verdana"/>
              </a:rPr>
              <a:t> </a:t>
            </a:r>
            <a:r>
              <a:rPr lang="pt-BR" sz="2600" spc="-25" dirty="0">
                <a:latin typeface="BirkaLTPro-Regular"/>
                <a:cs typeface="Verdana"/>
              </a:rPr>
              <a:t>ao </a:t>
            </a:r>
            <a:r>
              <a:rPr lang="pt-BR" sz="2600" dirty="0">
                <a:latin typeface="BirkaLTPro-Regular"/>
                <a:cs typeface="Verdana"/>
              </a:rPr>
              <a:t>atendente,</a:t>
            </a:r>
            <a:r>
              <a:rPr lang="pt-BR" sz="2600" spc="-55" dirty="0">
                <a:latin typeface="BirkaLTPro-Regular"/>
                <a:cs typeface="Verdana"/>
              </a:rPr>
              <a:t> </a:t>
            </a:r>
            <a:r>
              <a:rPr lang="pt-BR" sz="2600" dirty="0">
                <a:latin typeface="BirkaLTPro-Regular"/>
                <a:cs typeface="Verdana"/>
              </a:rPr>
              <a:t>ou</a:t>
            </a:r>
            <a:r>
              <a:rPr lang="pt-BR" sz="2600" spc="-30" dirty="0">
                <a:latin typeface="BirkaLTPro-Regular"/>
                <a:cs typeface="Verdana"/>
              </a:rPr>
              <a:t> </a:t>
            </a:r>
            <a:r>
              <a:rPr lang="pt-BR" sz="2600" dirty="0">
                <a:latin typeface="BirkaLTPro-Regular"/>
                <a:cs typeface="Verdana"/>
              </a:rPr>
              <a:t>seja,</a:t>
            </a:r>
            <a:r>
              <a:rPr lang="pt-BR" sz="2600" spc="-50" dirty="0">
                <a:latin typeface="BirkaLTPro-Regular"/>
                <a:cs typeface="Verdana"/>
              </a:rPr>
              <a:t> </a:t>
            </a:r>
            <a:r>
              <a:rPr lang="pt-BR" sz="2600" dirty="0">
                <a:latin typeface="BirkaLTPro-Regular"/>
                <a:cs typeface="Verdana"/>
              </a:rPr>
              <a:t>ele</a:t>
            </a:r>
            <a:r>
              <a:rPr lang="pt-BR" sz="2600" spc="-45" dirty="0">
                <a:latin typeface="BirkaLTPro-Regular"/>
                <a:cs typeface="Verdana"/>
              </a:rPr>
              <a:t> </a:t>
            </a:r>
            <a:r>
              <a:rPr lang="pt-BR" sz="2600" dirty="0">
                <a:latin typeface="BirkaLTPro-Regular"/>
                <a:cs typeface="Verdana"/>
              </a:rPr>
              <a:t>também</a:t>
            </a:r>
            <a:r>
              <a:rPr lang="pt-BR" sz="2600" spc="-55" dirty="0">
                <a:latin typeface="BirkaLTPro-Regular"/>
                <a:cs typeface="Verdana"/>
              </a:rPr>
              <a:t> </a:t>
            </a:r>
            <a:r>
              <a:rPr lang="pt-BR" sz="2600" dirty="0">
                <a:latin typeface="BirkaLTPro-Regular"/>
                <a:cs typeface="Verdana"/>
              </a:rPr>
              <a:t>atende</a:t>
            </a:r>
            <a:r>
              <a:rPr lang="pt-BR" sz="2600" spc="-20" dirty="0">
                <a:latin typeface="BirkaLTPro-Regular"/>
                <a:cs typeface="Verdana"/>
              </a:rPr>
              <a:t> </a:t>
            </a:r>
            <a:r>
              <a:rPr lang="pt-BR" sz="2600" dirty="0">
                <a:latin typeface="BirkaLTPro-Regular"/>
                <a:cs typeface="Verdana"/>
              </a:rPr>
              <a:t>os</a:t>
            </a:r>
            <a:r>
              <a:rPr lang="pt-BR" sz="2600" spc="-25" dirty="0">
                <a:latin typeface="BirkaLTPro-Regular"/>
                <a:cs typeface="Verdana"/>
              </a:rPr>
              <a:t> </a:t>
            </a:r>
            <a:r>
              <a:rPr lang="pt-BR" sz="2600" dirty="0">
                <a:latin typeface="BirkaLTPro-Regular"/>
                <a:cs typeface="Verdana"/>
              </a:rPr>
              <a:t>clientes</a:t>
            </a:r>
            <a:r>
              <a:rPr lang="pt-BR" sz="2600" spc="-25" dirty="0">
                <a:latin typeface="BirkaLTPro-Regular"/>
                <a:cs typeface="Verdana"/>
              </a:rPr>
              <a:t> </a:t>
            </a:r>
            <a:r>
              <a:rPr lang="pt-BR" sz="2600" dirty="0">
                <a:latin typeface="BirkaLTPro-Regular"/>
                <a:cs typeface="Verdana"/>
              </a:rPr>
              <a:t>durante</a:t>
            </a:r>
            <a:r>
              <a:rPr lang="pt-BR" sz="2600" spc="-40" dirty="0">
                <a:latin typeface="BirkaLTPro-Regular"/>
                <a:cs typeface="Verdana"/>
              </a:rPr>
              <a:t> </a:t>
            </a:r>
            <a:r>
              <a:rPr lang="pt-BR" sz="2600" dirty="0">
                <a:latin typeface="BirkaLTPro-Regular"/>
                <a:cs typeface="Verdana"/>
              </a:rPr>
              <a:t>a</a:t>
            </a:r>
            <a:r>
              <a:rPr lang="pt-BR" sz="2600" spc="-25" dirty="0">
                <a:latin typeface="BirkaLTPro-Regular"/>
                <a:cs typeface="Verdana"/>
              </a:rPr>
              <a:t> </a:t>
            </a:r>
            <a:r>
              <a:rPr lang="pt-BR" sz="2600" dirty="0">
                <a:latin typeface="BirkaLTPro-Regular"/>
                <a:cs typeface="Verdana"/>
              </a:rPr>
              <a:t>venda</a:t>
            </a:r>
            <a:r>
              <a:rPr lang="pt-BR" sz="2600" spc="-25" dirty="0">
                <a:latin typeface="BirkaLTPro-Regular"/>
                <a:cs typeface="Verdana"/>
              </a:rPr>
              <a:t> dos </a:t>
            </a:r>
            <a:r>
              <a:rPr lang="pt-BR" sz="2600" spc="-10" dirty="0">
                <a:latin typeface="BirkaLTPro-Regular"/>
                <a:cs typeface="Verdana"/>
              </a:rPr>
              <a:t>discos.</a:t>
            </a:r>
            <a:endParaRPr lang="pt-BR" sz="2600" dirty="0">
              <a:latin typeface="BirkaLTPro-Regular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53943941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2A1ACD-AEE3-4B78-4E15-CABD95B71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9A95D81D-A8F9-1325-700C-4B5656874438}"/>
              </a:ext>
            </a:extLst>
          </p:cNvPr>
          <p:cNvSpPr txBox="1"/>
          <p:nvPr/>
        </p:nvSpPr>
        <p:spPr>
          <a:xfrm>
            <a:off x="327198" y="389493"/>
            <a:ext cx="7552206" cy="5057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07000"/>
              </a:lnSpc>
              <a:spcAft>
                <a:spcPts val="800"/>
              </a:spcAft>
              <a:tabLst>
                <a:tab pos="914400" algn="l"/>
              </a:tabLst>
            </a:pPr>
            <a:r>
              <a:rPr lang="pt-BR" sz="2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Diagrama de Caso de Uso (Use Case)</a:t>
            </a:r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7A370C4D-0248-0D01-EF77-0494C0C5E16F}"/>
              </a:ext>
            </a:extLst>
          </p:cNvPr>
          <p:cNvSpPr txBox="1"/>
          <p:nvPr/>
        </p:nvSpPr>
        <p:spPr>
          <a:xfrm>
            <a:off x="1495725" y="1219718"/>
            <a:ext cx="6910070" cy="140423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600" dirty="0">
                <a:solidFill>
                  <a:srgbClr val="009999"/>
                </a:solidFill>
                <a:latin typeface="BirkaLTPro-Regular"/>
                <a:cs typeface="Verdana"/>
              </a:rPr>
              <a:t>Exemplo:</a:t>
            </a:r>
            <a:r>
              <a:rPr sz="2600" spc="-45" dirty="0">
                <a:solidFill>
                  <a:srgbClr val="009999"/>
                </a:solidFill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Loja</a:t>
            </a:r>
            <a:r>
              <a:rPr sz="2600" spc="-45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de</a:t>
            </a:r>
            <a:r>
              <a:rPr sz="2600" spc="-60" dirty="0">
                <a:latin typeface="BirkaLTPro-Regular"/>
                <a:cs typeface="Verdana"/>
              </a:rPr>
              <a:t> </a:t>
            </a:r>
            <a:r>
              <a:rPr sz="2600" spc="-25" dirty="0">
                <a:latin typeface="BirkaLTPro-Regular"/>
                <a:cs typeface="Verdana"/>
              </a:rPr>
              <a:t>CDs</a:t>
            </a:r>
            <a:endParaRPr sz="2600" dirty="0">
              <a:latin typeface="BirkaLTPro-Regular"/>
              <a:cs typeface="Verdana"/>
            </a:endParaRPr>
          </a:p>
          <a:p>
            <a:pPr>
              <a:lnSpc>
                <a:spcPct val="100000"/>
              </a:lnSpc>
              <a:spcBef>
                <a:spcPts val="1465"/>
              </a:spcBef>
            </a:pPr>
            <a:endParaRPr sz="2600" dirty="0">
              <a:latin typeface="BirkaLTPro-Regular"/>
              <a:cs typeface="Verdana"/>
            </a:endParaRPr>
          </a:p>
          <a:p>
            <a:pPr marL="456565" algn="ctr">
              <a:lnSpc>
                <a:spcPct val="100000"/>
              </a:lnSpc>
            </a:pPr>
            <a:r>
              <a:rPr sz="2600" dirty="0">
                <a:latin typeface="BirkaLTPro-Regular"/>
                <a:cs typeface="Verdana"/>
              </a:rPr>
              <a:t>Identificando</a:t>
            </a:r>
            <a:r>
              <a:rPr sz="2600" spc="-50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os</a:t>
            </a:r>
            <a:r>
              <a:rPr sz="2600" spc="-55" dirty="0">
                <a:latin typeface="BirkaLTPro-Regular"/>
                <a:cs typeface="Verdana"/>
              </a:rPr>
              <a:t> </a:t>
            </a:r>
            <a:r>
              <a:rPr sz="2600" spc="-10" dirty="0">
                <a:latin typeface="BirkaLTPro-Regular"/>
                <a:cs typeface="Verdana"/>
              </a:rPr>
              <a:t>atores</a:t>
            </a:r>
            <a:endParaRPr sz="2600" dirty="0">
              <a:latin typeface="BirkaLTPro-Regular"/>
              <a:cs typeface="Verdana"/>
            </a:endParaRPr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id="{FBFFEF95-B886-0C2E-D850-F3CA914AFDEB}"/>
              </a:ext>
            </a:extLst>
          </p:cNvPr>
          <p:cNvSpPr txBox="1"/>
          <p:nvPr/>
        </p:nvSpPr>
        <p:spPr>
          <a:xfrm>
            <a:off x="1495725" y="4850760"/>
            <a:ext cx="9097696" cy="1012457"/>
          </a:xfrm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955"/>
              </a:spcBef>
              <a:buClr>
                <a:srgbClr val="009999"/>
              </a:buClr>
              <a:buChar char="•"/>
              <a:tabLst>
                <a:tab pos="356870" algn="l"/>
              </a:tabLst>
            </a:pPr>
            <a:r>
              <a:rPr sz="2600" dirty="0">
                <a:latin typeface="BirkaLTPro-Regular"/>
                <a:cs typeface="Verdana"/>
              </a:rPr>
              <a:t>E</a:t>
            </a:r>
            <a:r>
              <a:rPr sz="2600" spc="-20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o </a:t>
            </a:r>
            <a:r>
              <a:rPr sz="2600" spc="-10" dirty="0">
                <a:latin typeface="BirkaLTPro-Regular"/>
                <a:cs typeface="Verdana"/>
              </a:rPr>
              <a:t>cliente?</a:t>
            </a:r>
            <a:endParaRPr sz="2600" dirty="0">
              <a:latin typeface="BirkaLTPro-Regular"/>
              <a:cs typeface="Verdana"/>
            </a:endParaRPr>
          </a:p>
          <a:p>
            <a:pPr marL="469265">
              <a:lnSpc>
                <a:spcPct val="100000"/>
              </a:lnSpc>
              <a:spcBef>
                <a:spcPts val="735"/>
              </a:spcBef>
              <a:tabLst>
                <a:tab pos="756285" algn="l"/>
              </a:tabLst>
            </a:pPr>
            <a:r>
              <a:rPr sz="2600" spc="-50" dirty="0">
                <a:solidFill>
                  <a:srgbClr val="009999"/>
                </a:solidFill>
                <a:latin typeface="BirkaLTPro-Regular"/>
                <a:cs typeface="Verdana"/>
              </a:rPr>
              <a:t>–</a:t>
            </a:r>
            <a:r>
              <a:rPr sz="2600" dirty="0">
                <a:solidFill>
                  <a:srgbClr val="009999"/>
                </a:solidFill>
                <a:latin typeface="BirkaLTPro-Regular"/>
                <a:cs typeface="Verdana"/>
              </a:rPr>
              <a:t>	</a:t>
            </a:r>
            <a:r>
              <a:rPr sz="2600" dirty="0">
                <a:latin typeface="BirkaLTPro-Regular"/>
                <a:cs typeface="Verdana"/>
              </a:rPr>
              <a:t>Não</a:t>
            </a:r>
            <a:r>
              <a:rPr sz="2600" spc="-45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é ator</a:t>
            </a:r>
            <a:r>
              <a:rPr sz="2600" spc="-15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pois</a:t>
            </a:r>
            <a:r>
              <a:rPr sz="2600" spc="-30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ele</a:t>
            </a:r>
            <a:r>
              <a:rPr sz="2600" spc="-25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não</a:t>
            </a:r>
            <a:r>
              <a:rPr sz="2600" spc="-45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interage</a:t>
            </a:r>
            <a:r>
              <a:rPr sz="2600" spc="-25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com</a:t>
            </a:r>
            <a:r>
              <a:rPr sz="2600" spc="-15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o</a:t>
            </a:r>
            <a:r>
              <a:rPr sz="2600" spc="-20" dirty="0">
                <a:latin typeface="BirkaLTPro-Regular"/>
                <a:cs typeface="Verdana"/>
              </a:rPr>
              <a:t> </a:t>
            </a:r>
            <a:r>
              <a:rPr sz="2600" spc="-10" dirty="0">
                <a:latin typeface="BirkaLTPro-Regular"/>
                <a:cs typeface="Verdana"/>
              </a:rPr>
              <a:t>sistema!</a:t>
            </a:r>
            <a:endParaRPr sz="2600" dirty="0">
              <a:latin typeface="BirkaLTPro-Regular"/>
              <a:cs typeface="Verdana"/>
            </a:endParaRPr>
          </a:p>
        </p:txBody>
      </p:sp>
      <p:sp>
        <p:nvSpPr>
          <p:cNvPr id="4" name="object 5">
            <a:extLst>
              <a:ext uri="{FF2B5EF4-FFF2-40B4-BE49-F238E27FC236}">
                <a16:creationId xmlns:a16="http://schemas.microsoft.com/office/drawing/2014/main" id="{559BD2C7-C336-661B-A432-453B14B79DFF}"/>
              </a:ext>
            </a:extLst>
          </p:cNvPr>
          <p:cNvSpPr/>
          <p:nvPr/>
        </p:nvSpPr>
        <p:spPr>
          <a:xfrm>
            <a:off x="3542671" y="3053345"/>
            <a:ext cx="3816350" cy="868680"/>
          </a:xfrm>
          <a:custGeom>
            <a:avLst/>
            <a:gdLst/>
            <a:ahLst/>
            <a:cxnLst/>
            <a:rect l="l" t="t" r="r" b="b"/>
            <a:pathLst>
              <a:path w="3816350" h="868679">
                <a:moveTo>
                  <a:pt x="472452" y="137159"/>
                </a:moveTo>
                <a:lnTo>
                  <a:pt x="464844" y="93634"/>
                </a:lnTo>
                <a:lnTo>
                  <a:pt x="443776" y="55961"/>
                </a:lnTo>
                <a:lnTo>
                  <a:pt x="411882" y="26334"/>
                </a:lnTo>
                <a:lnTo>
                  <a:pt x="371795" y="6949"/>
                </a:lnTo>
                <a:lnTo>
                  <a:pt x="326148" y="0"/>
                </a:lnTo>
                <a:lnTo>
                  <a:pt x="279330" y="6949"/>
                </a:lnTo>
                <a:lnTo>
                  <a:pt x="239097" y="26334"/>
                </a:lnTo>
                <a:lnTo>
                  <a:pt x="207641" y="55961"/>
                </a:lnTo>
                <a:lnTo>
                  <a:pt x="187159" y="93634"/>
                </a:lnTo>
                <a:lnTo>
                  <a:pt x="179844" y="137159"/>
                </a:lnTo>
                <a:lnTo>
                  <a:pt x="187159" y="179515"/>
                </a:lnTo>
                <a:lnTo>
                  <a:pt x="207641" y="217041"/>
                </a:lnTo>
                <a:lnTo>
                  <a:pt x="239097" y="247107"/>
                </a:lnTo>
                <a:lnTo>
                  <a:pt x="279330" y="267077"/>
                </a:lnTo>
                <a:lnTo>
                  <a:pt x="326148" y="274319"/>
                </a:lnTo>
                <a:lnTo>
                  <a:pt x="371795" y="267077"/>
                </a:lnTo>
                <a:lnTo>
                  <a:pt x="411882" y="247107"/>
                </a:lnTo>
                <a:lnTo>
                  <a:pt x="443776" y="217041"/>
                </a:lnTo>
                <a:lnTo>
                  <a:pt x="464844" y="179515"/>
                </a:lnTo>
                <a:lnTo>
                  <a:pt x="472452" y="137159"/>
                </a:lnTo>
                <a:close/>
              </a:path>
              <a:path w="3816350" h="868679">
                <a:moveTo>
                  <a:pt x="310908" y="262127"/>
                </a:moveTo>
                <a:lnTo>
                  <a:pt x="310908" y="509015"/>
                </a:lnTo>
              </a:path>
              <a:path w="3816350" h="868679">
                <a:moveTo>
                  <a:pt x="97548" y="326135"/>
                </a:moveTo>
                <a:lnTo>
                  <a:pt x="527316" y="326135"/>
                </a:lnTo>
              </a:path>
              <a:path w="3816350" h="868679">
                <a:moveTo>
                  <a:pt x="0" y="819911"/>
                </a:moveTo>
                <a:lnTo>
                  <a:pt x="310908" y="509015"/>
                </a:lnTo>
              </a:path>
              <a:path w="3816350" h="868679">
                <a:moveTo>
                  <a:pt x="310908" y="509015"/>
                </a:moveTo>
                <a:lnTo>
                  <a:pt x="609612" y="819911"/>
                </a:lnTo>
              </a:path>
              <a:path w="3816350" h="868679">
                <a:moveTo>
                  <a:pt x="3663708" y="195071"/>
                </a:moveTo>
                <a:lnTo>
                  <a:pt x="3656100" y="148254"/>
                </a:lnTo>
                <a:lnTo>
                  <a:pt x="3635032" y="108021"/>
                </a:lnTo>
                <a:lnTo>
                  <a:pt x="3603138" y="76565"/>
                </a:lnTo>
                <a:lnTo>
                  <a:pt x="3563050" y="56083"/>
                </a:lnTo>
                <a:lnTo>
                  <a:pt x="3517404" y="48767"/>
                </a:lnTo>
                <a:lnTo>
                  <a:pt x="3470586" y="56083"/>
                </a:lnTo>
                <a:lnTo>
                  <a:pt x="3430353" y="76565"/>
                </a:lnTo>
                <a:lnTo>
                  <a:pt x="3398897" y="108021"/>
                </a:lnTo>
                <a:lnTo>
                  <a:pt x="3378415" y="148254"/>
                </a:lnTo>
                <a:lnTo>
                  <a:pt x="3371100" y="195071"/>
                </a:lnTo>
                <a:lnTo>
                  <a:pt x="3378415" y="240718"/>
                </a:lnTo>
                <a:lnTo>
                  <a:pt x="3398897" y="280806"/>
                </a:lnTo>
                <a:lnTo>
                  <a:pt x="3430353" y="312700"/>
                </a:lnTo>
                <a:lnTo>
                  <a:pt x="3470586" y="333768"/>
                </a:lnTo>
                <a:lnTo>
                  <a:pt x="3517404" y="341375"/>
                </a:lnTo>
                <a:lnTo>
                  <a:pt x="3563050" y="333768"/>
                </a:lnTo>
                <a:lnTo>
                  <a:pt x="3603138" y="312700"/>
                </a:lnTo>
                <a:lnTo>
                  <a:pt x="3635032" y="280806"/>
                </a:lnTo>
                <a:lnTo>
                  <a:pt x="3656100" y="240718"/>
                </a:lnTo>
                <a:lnTo>
                  <a:pt x="3663708" y="195071"/>
                </a:lnTo>
                <a:close/>
              </a:path>
              <a:path w="3816350" h="868679">
                <a:moveTo>
                  <a:pt x="3502164" y="310895"/>
                </a:moveTo>
                <a:lnTo>
                  <a:pt x="3502164" y="573023"/>
                </a:lnTo>
              </a:path>
              <a:path w="3816350" h="868679">
                <a:moveTo>
                  <a:pt x="3288804" y="393191"/>
                </a:moveTo>
                <a:lnTo>
                  <a:pt x="3733812" y="393191"/>
                </a:lnTo>
              </a:path>
              <a:path w="3816350" h="868679">
                <a:moveTo>
                  <a:pt x="3206508" y="868679"/>
                </a:moveTo>
                <a:lnTo>
                  <a:pt x="3502164" y="573023"/>
                </a:lnTo>
              </a:path>
              <a:path w="3816350" h="868679">
                <a:moveTo>
                  <a:pt x="3502164" y="573023"/>
                </a:moveTo>
                <a:lnTo>
                  <a:pt x="3816108" y="868679"/>
                </a:lnTo>
              </a:path>
            </a:pathLst>
          </a:custGeom>
          <a:ln w="3175">
            <a:solidFill>
              <a:srgbClr val="3F7F7F"/>
            </a:solidFill>
          </a:ln>
        </p:spPr>
        <p:txBody>
          <a:bodyPr wrap="square" lIns="0" tIns="0" rIns="0" bIns="0" rtlCol="0"/>
          <a:lstStyle/>
          <a:p>
            <a:endParaRPr sz="2600">
              <a:latin typeface="BirkaLTPro-Regular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79F47117-38C8-6C98-18EF-EC3065820D2A}"/>
              </a:ext>
            </a:extLst>
          </p:cNvPr>
          <p:cNvSpPr txBox="1"/>
          <p:nvPr/>
        </p:nvSpPr>
        <p:spPr>
          <a:xfrm>
            <a:off x="3380620" y="3948346"/>
            <a:ext cx="1347021" cy="414856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600" spc="-25" dirty="0">
                <a:latin typeface="BirkaLTPro-Regular"/>
                <a:cs typeface="Arial"/>
              </a:rPr>
              <a:t>Gerente</a:t>
            </a:r>
            <a:endParaRPr sz="2600" dirty="0">
              <a:latin typeface="BirkaLTPro-Regular"/>
              <a:cs typeface="Arial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CEC0A085-95D4-39BB-D65A-93A54D06DA09}"/>
              </a:ext>
            </a:extLst>
          </p:cNvPr>
          <p:cNvSpPr txBox="1"/>
          <p:nvPr/>
        </p:nvSpPr>
        <p:spPr>
          <a:xfrm>
            <a:off x="2596561" y="4365415"/>
            <a:ext cx="5267960" cy="2418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30"/>
              </a:lnSpc>
              <a:tabLst>
                <a:tab pos="3187700" algn="l"/>
              </a:tabLst>
            </a:pPr>
            <a:r>
              <a:rPr sz="2600" dirty="0">
                <a:latin typeface="BirkaLTPro-Regular"/>
                <a:cs typeface="Arial"/>
              </a:rPr>
              <a:t>(from</a:t>
            </a:r>
            <a:r>
              <a:rPr sz="2600" spc="65" dirty="0">
                <a:latin typeface="BirkaLTPro-Regular"/>
                <a:cs typeface="Arial"/>
              </a:rPr>
              <a:t> </a:t>
            </a:r>
            <a:r>
              <a:rPr sz="2600" dirty="0">
                <a:latin typeface="BirkaLTPro-Regular"/>
                <a:cs typeface="Arial"/>
              </a:rPr>
              <a:t>Use Case</a:t>
            </a:r>
            <a:r>
              <a:rPr sz="2600" spc="30" dirty="0">
                <a:latin typeface="BirkaLTPro-Regular"/>
                <a:cs typeface="Arial"/>
              </a:rPr>
              <a:t> </a:t>
            </a:r>
            <a:r>
              <a:rPr sz="2600" spc="-20" dirty="0">
                <a:latin typeface="BirkaLTPro-Regular"/>
                <a:cs typeface="Arial"/>
              </a:rPr>
              <a:t>View)</a:t>
            </a:r>
            <a:r>
              <a:rPr sz="2600" dirty="0">
                <a:latin typeface="BirkaLTPro-Regular"/>
                <a:cs typeface="Arial"/>
              </a:rPr>
              <a:t>	</a:t>
            </a:r>
            <a:r>
              <a:rPr sz="2600" baseline="-13468" dirty="0">
                <a:latin typeface="BirkaLTPro-Regular"/>
                <a:cs typeface="Arial"/>
              </a:rPr>
              <a:t>(from</a:t>
            </a:r>
            <a:r>
              <a:rPr sz="2600" spc="52" baseline="-13468" dirty="0">
                <a:latin typeface="BirkaLTPro-Regular"/>
                <a:cs typeface="Arial"/>
              </a:rPr>
              <a:t> </a:t>
            </a:r>
            <a:r>
              <a:rPr sz="2600" baseline="-13468" dirty="0">
                <a:latin typeface="BirkaLTPro-Regular"/>
                <a:cs typeface="Arial"/>
              </a:rPr>
              <a:t>Use</a:t>
            </a:r>
            <a:r>
              <a:rPr sz="2600" spc="127" baseline="-13468" dirty="0">
                <a:latin typeface="BirkaLTPro-Regular"/>
                <a:cs typeface="Arial"/>
              </a:rPr>
              <a:t> </a:t>
            </a:r>
            <a:r>
              <a:rPr sz="2600" baseline="-13468" dirty="0">
                <a:latin typeface="BirkaLTPro-Regular"/>
                <a:cs typeface="Arial"/>
              </a:rPr>
              <a:t>Case</a:t>
            </a:r>
            <a:r>
              <a:rPr sz="2600" spc="-37" baseline="-13468" dirty="0">
                <a:latin typeface="BirkaLTPro-Regular"/>
                <a:cs typeface="Arial"/>
              </a:rPr>
              <a:t> </a:t>
            </a:r>
            <a:r>
              <a:rPr sz="2600" spc="-15" baseline="-13468" dirty="0">
                <a:latin typeface="BirkaLTPro-Regular"/>
                <a:cs typeface="Arial"/>
              </a:rPr>
              <a:t>View)</a:t>
            </a:r>
            <a:endParaRPr sz="2600" baseline="-13468">
              <a:latin typeface="BirkaLTPro-Regular"/>
              <a:cs typeface="Arial"/>
            </a:endParaRP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52293601-716C-9D47-D3A3-242714854D40}"/>
              </a:ext>
            </a:extLst>
          </p:cNvPr>
          <p:cNvSpPr/>
          <p:nvPr/>
        </p:nvSpPr>
        <p:spPr>
          <a:xfrm>
            <a:off x="2069255" y="4289573"/>
            <a:ext cx="6910070" cy="719455"/>
          </a:xfrm>
          <a:custGeom>
            <a:avLst/>
            <a:gdLst/>
            <a:ahLst/>
            <a:cxnLst/>
            <a:rect l="l" t="t" r="r" b="b"/>
            <a:pathLst>
              <a:path w="6910070" h="719454">
                <a:moveTo>
                  <a:pt x="6909815" y="719327"/>
                </a:moveTo>
                <a:lnTo>
                  <a:pt x="6909815" y="0"/>
                </a:lnTo>
                <a:lnTo>
                  <a:pt x="0" y="0"/>
                </a:lnTo>
                <a:lnTo>
                  <a:pt x="0" y="719327"/>
                </a:lnTo>
                <a:lnTo>
                  <a:pt x="6909815" y="71932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600">
              <a:latin typeface="BirkaLTPro-Regular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31F432C3-A155-1D05-A176-72049D7C4B03}"/>
              </a:ext>
            </a:extLst>
          </p:cNvPr>
          <p:cNvSpPr txBox="1"/>
          <p:nvPr/>
        </p:nvSpPr>
        <p:spPr>
          <a:xfrm>
            <a:off x="6456055" y="3997114"/>
            <a:ext cx="1559536" cy="414856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600" spc="-20" dirty="0">
                <a:latin typeface="BirkaLTPro-Regular"/>
                <a:cs typeface="Arial"/>
              </a:rPr>
              <a:t>Atendente</a:t>
            </a:r>
            <a:endParaRPr sz="2600" dirty="0">
              <a:latin typeface="BirkaLTPro-Regular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682248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683580-1FBA-CF02-C1D0-485204DEC7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4E97D839-260D-BADA-3C95-E695E49EC50E}"/>
              </a:ext>
            </a:extLst>
          </p:cNvPr>
          <p:cNvSpPr txBox="1"/>
          <p:nvPr/>
        </p:nvSpPr>
        <p:spPr>
          <a:xfrm>
            <a:off x="327198" y="389493"/>
            <a:ext cx="7552206" cy="5057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07000"/>
              </a:lnSpc>
              <a:spcAft>
                <a:spcPts val="800"/>
              </a:spcAft>
              <a:tabLst>
                <a:tab pos="914400" algn="l"/>
              </a:tabLst>
            </a:pPr>
            <a:r>
              <a:rPr lang="pt-BR" sz="2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Diagrama de Caso de Uso (Use Case)</a:t>
            </a:r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60A7D4CC-6549-13E3-57CE-6CF5087771BB}"/>
              </a:ext>
            </a:extLst>
          </p:cNvPr>
          <p:cNvSpPr txBox="1"/>
          <p:nvPr/>
        </p:nvSpPr>
        <p:spPr>
          <a:xfrm>
            <a:off x="1495724" y="1219718"/>
            <a:ext cx="10381747" cy="377436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1030"/>
              </a:spcBef>
              <a:buClr>
                <a:srgbClr val="009999"/>
              </a:buClr>
              <a:buChar char="•"/>
              <a:tabLst>
                <a:tab pos="356870" algn="l"/>
              </a:tabLst>
            </a:pPr>
            <a:r>
              <a:rPr lang="pt-BR" sz="2600" dirty="0">
                <a:latin typeface="BirkaLTPro-Regular"/>
                <a:cs typeface="Verdana"/>
              </a:rPr>
              <a:t>Caso</a:t>
            </a:r>
            <a:r>
              <a:rPr lang="pt-BR" sz="2600" spc="-45" dirty="0">
                <a:latin typeface="BirkaLTPro-Regular"/>
                <a:cs typeface="Verdana"/>
              </a:rPr>
              <a:t> </a:t>
            </a:r>
            <a:r>
              <a:rPr lang="pt-BR" sz="2600" dirty="0">
                <a:latin typeface="BirkaLTPro-Regular"/>
                <a:cs typeface="Verdana"/>
              </a:rPr>
              <a:t>de</a:t>
            </a:r>
            <a:r>
              <a:rPr lang="pt-BR" sz="2600" spc="-40" dirty="0">
                <a:latin typeface="BirkaLTPro-Regular"/>
                <a:cs typeface="Verdana"/>
              </a:rPr>
              <a:t> </a:t>
            </a:r>
            <a:r>
              <a:rPr lang="pt-BR" sz="2600" spc="-25" dirty="0">
                <a:latin typeface="BirkaLTPro-Regular"/>
                <a:cs typeface="Verdana"/>
              </a:rPr>
              <a:t>Uso</a:t>
            </a:r>
            <a:endParaRPr lang="pt-BR" sz="2600" dirty="0">
              <a:latin typeface="BirkaLTPro-Regular"/>
              <a:cs typeface="Verdana"/>
            </a:endParaRPr>
          </a:p>
          <a:p>
            <a:pPr marL="756285" marR="542925" lvl="1" indent="-287020">
              <a:lnSpc>
                <a:spcPct val="121100"/>
              </a:lnSpc>
              <a:spcBef>
                <a:spcPts val="395"/>
              </a:spcBef>
              <a:buClr>
                <a:srgbClr val="009999"/>
              </a:buClr>
              <a:buChar char="–"/>
              <a:tabLst>
                <a:tab pos="756285" algn="l"/>
              </a:tabLst>
            </a:pPr>
            <a:r>
              <a:rPr lang="pt-BR" sz="2600" dirty="0">
                <a:latin typeface="BirkaLTPro-Regular"/>
                <a:cs typeface="Verdana"/>
              </a:rPr>
              <a:t>Representa</a:t>
            </a:r>
            <a:r>
              <a:rPr lang="pt-BR" sz="2600" spc="-50" dirty="0">
                <a:latin typeface="BirkaLTPro-Regular"/>
                <a:cs typeface="Verdana"/>
              </a:rPr>
              <a:t> </a:t>
            </a:r>
            <a:r>
              <a:rPr lang="pt-BR" sz="2600" dirty="0">
                <a:latin typeface="BirkaLTPro-Regular"/>
                <a:cs typeface="Verdana"/>
              </a:rPr>
              <a:t>uma</a:t>
            </a:r>
            <a:r>
              <a:rPr lang="pt-BR" sz="2600" spc="-45" dirty="0">
                <a:latin typeface="BirkaLTPro-Regular"/>
                <a:cs typeface="Verdana"/>
              </a:rPr>
              <a:t> </a:t>
            </a:r>
            <a:r>
              <a:rPr lang="pt-BR" sz="2600" dirty="0">
                <a:latin typeface="BirkaLTPro-Regular"/>
                <a:cs typeface="Verdana"/>
              </a:rPr>
              <a:t>funcionalidade</a:t>
            </a:r>
            <a:r>
              <a:rPr lang="pt-BR" sz="2600" spc="-35" dirty="0">
                <a:latin typeface="BirkaLTPro-Regular"/>
                <a:cs typeface="Verdana"/>
              </a:rPr>
              <a:t> </a:t>
            </a:r>
            <a:r>
              <a:rPr lang="pt-BR" sz="2600" dirty="0">
                <a:latin typeface="BirkaLTPro-Regular"/>
                <a:cs typeface="Verdana"/>
              </a:rPr>
              <a:t>do</a:t>
            </a:r>
            <a:r>
              <a:rPr lang="pt-BR" sz="2600" spc="-40" dirty="0">
                <a:latin typeface="BirkaLTPro-Regular"/>
                <a:cs typeface="Verdana"/>
              </a:rPr>
              <a:t> </a:t>
            </a:r>
            <a:r>
              <a:rPr lang="pt-BR" sz="2600" spc="-10" dirty="0">
                <a:latin typeface="BirkaLTPro-Regular"/>
                <a:cs typeface="Verdana"/>
              </a:rPr>
              <a:t>sistema </a:t>
            </a:r>
            <a:r>
              <a:rPr lang="pt-BR" sz="2600" dirty="0">
                <a:latin typeface="BirkaLTPro-Regular"/>
                <a:cs typeface="Verdana"/>
              </a:rPr>
              <a:t>(um</a:t>
            </a:r>
            <a:r>
              <a:rPr lang="pt-BR" sz="2600" spc="-40" dirty="0">
                <a:latin typeface="BirkaLTPro-Regular"/>
                <a:cs typeface="Verdana"/>
              </a:rPr>
              <a:t> </a:t>
            </a:r>
            <a:r>
              <a:rPr lang="pt-BR" sz="2600" dirty="0">
                <a:latin typeface="BirkaLTPro-Regular"/>
                <a:cs typeface="Verdana"/>
              </a:rPr>
              <a:t>requisito</a:t>
            </a:r>
            <a:r>
              <a:rPr lang="pt-BR" sz="2600" spc="-30" dirty="0">
                <a:latin typeface="BirkaLTPro-Regular"/>
                <a:cs typeface="Verdana"/>
              </a:rPr>
              <a:t> </a:t>
            </a:r>
            <a:r>
              <a:rPr lang="pt-BR" sz="2600" spc="-10" dirty="0">
                <a:latin typeface="BirkaLTPro-Regular"/>
                <a:cs typeface="Verdana"/>
              </a:rPr>
              <a:t>funcional)</a:t>
            </a:r>
            <a:endParaRPr lang="pt-BR" sz="2600" dirty="0">
              <a:latin typeface="BirkaLTPro-Regular"/>
              <a:cs typeface="Verdana"/>
            </a:endParaRPr>
          </a:p>
          <a:p>
            <a:pPr marL="469265" marR="5080" lvl="1" indent="287020">
              <a:lnSpc>
                <a:spcPct val="281100"/>
              </a:lnSpc>
              <a:buClr>
                <a:srgbClr val="009999"/>
              </a:buClr>
              <a:buChar char="–"/>
              <a:tabLst>
                <a:tab pos="756285" algn="l"/>
              </a:tabLst>
            </a:pPr>
            <a:r>
              <a:rPr lang="pt-BR" sz="2600" dirty="0">
                <a:latin typeface="BirkaLTPro-Regular"/>
                <a:cs typeface="Verdana"/>
              </a:rPr>
              <a:t>É</a:t>
            </a:r>
            <a:r>
              <a:rPr lang="pt-BR" sz="2600" spc="-30" dirty="0">
                <a:latin typeface="BirkaLTPro-Regular"/>
                <a:cs typeface="Verdana"/>
              </a:rPr>
              <a:t> </a:t>
            </a:r>
            <a:r>
              <a:rPr lang="pt-BR" sz="2600" dirty="0">
                <a:latin typeface="BirkaLTPro-Regular"/>
                <a:cs typeface="Verdana"/>
              </a:rPr>
              <a:t>iniciado</a:t>
            </a:r>
            <a:r>
              <a:rPr lang="pt-BR" sz="2600" spc="-10" dirty="0">
                <a:latin typeface="BirkaLTPro-Regular"/>
                <a:cs typeface="Verdana"/>
              </a:rPr>
              <a:t> </a:t>
            </a:r>
            <a:r>
              <a:rPr lang="pt-BR" sz="2600" dirty="0">
                <a:latin typeface="BirkaLTPro-Regular"/>
                <a:cs typeface="Verdana"/>
              </a:rPr>
              <a:t>por</a:t>
            </a:r>
            <a:r>
              <a:rPr lang="pt-BR" sz="2600" spc="-20" dirty="0">
                <a:latin typeface="BirkaLTPro-Regular"/>
                <a:cs typeface="Verdana"/>
              </a:rPr>
              <a:t> </a:t>
            </a:r>
            <a:r>
              <a:rPr lang="pt-BR" sz="2600" dirty="0">
                <a:latin typeface="BirkaLTPro-Regular"/>
                <a:cs typeface="Verdana"/>
              </a:rPr>
              <a:t>um</a:t>
            </a:r>
            <a:r>
              <a:rPr lang="pt-BR" sz="2600" spc="-20" dirty="0">
                <a:latin typeface="BirkaLTPro-Regular"/>
                <a:cs typeface="Verdana"/>
              </a:rPr>
              <a:t> </a:t>
            </a:r>
            <a:r>
              <a:rPr lang="pt-BR" sz="2600" dirty="0">
                <a:latin typeface="BirkaLTPro-Regular"/>
                <a:cs typeface="Verdana"/>
              </a:rPr>
              <a:t>ator</a:t>
            </a:r>
            <a:r>
              <a:rPr lang="pt-BR" sz="2600" spc="-20" dirty="0">
                <a:latin typeface="BirkaLTPro-Regular"/>
                <a:cs typeface="Verdana"/>
              </a:rPr>
              <a:t> </a:t>
            </a:r>
            <a:r>
              <a:rPr lang="pt-BR" sz="2600" dirty="0">
                <a:latin typeface="BirkaLTPro-Regular"/>
                <a:cs typeface="Verdana"/>
              </a:rPr>
              <a:t>ou</a:t>
            </a:r>
            <a:r>
              <a:rPr lang="pt-BR" sz="2600" spc="-30" dirty="0">
                <a:latin typeface="BirkaLTPro-Regular"/>
                <a:cs typeface="Verdana"/>
              </a:rPr>
              <a:t> </a:t>
            </a:r>
            <a:r>
              <a:rPr lang="pt-BR" sz="2600" dirty="0">
                <a:latin typeface="BirkaLTPro-Regular"/>
                <a:cs typeface="Verdana"/>
              </a:rPr>
              <a:t>por</a:t>
            </a:r>
            <a:r>
              <a:rPr lang="pt-BR" sz="2600" spc="-20" dirty="0">
                <a:latin typeface="BirkaLTPro-Regular"/>
                <a:cs typeface="Verdana"/>
              </a:rPr>
              <a:t> </a:t>
            </a:r>
            <a:r>
              <a:rPr lang="pt-BR" sz="2600" dirty="0">
                <a:latin typeface="BirkaLTPro-Regular"/>
                <a:cs typeface="Verdana"/>
              </a:rPr>
              <a:t>outro</a:t>
            </a:r>
            <a:r>
              <a:rPr lang="pt-BR" sz="2600" spc="-10" dirty="0">
                <a:latin typeface="BirkaLTPro-Regular"/>
                <a:cs typeface="Verdana"/>
              </a:rPr>
              <a:t> </a:t>
            </a:r>
            <a:r>
              <a:rPr lang="pt-BR" sz="2600" dirty="0">
                <a:latin typeface="BirkaLTPro-Regular"/>
                <a:cs typeface="Verdana"/>
              </a:rPr>
              <a:t>caso</a:t>
            </a:r>
            <a:r>
              <a:rPr lang="pt-BR" sz="2600" spc="-10" dirty="0">
                <a:latin typeface="BirkaLTPro-Regular"/>
                <a:cs typeface="Verdana"/>
              </a:rPr>
              <a:t> </a:t>
            </a:r>
            <a:r>
              <a:rPr lang="pt-BR" sz="2600" dirty="0">
                <a:latin typeface="BirkaLTPro-Regular"/>
                <a:cs typeface="Verdana"/>
              </a:rPr>
              <a:t>de</a:t>
            </a:r>
            <a:r>
              <a:rPr lang="pt-BR" sz="2600" spc="-5" dirty="0">
                <a:latin typeface="BirkaLTPro-Regular"/>
                <a:cs typeface="Verdana"/>
              </a:rPr>
              <a:t> </a:t>
            </a:r>
            <a:r>
              <a:rPr lang="pt-BR" sz="2600" spc="-25" dirty="0">
                <a:latin typeface="BirkaLTPro-Regular"/>
                <a:cs typeface="Verdana"/>
              </a:rPr>
              <a:t>uso. </a:t>
            </a:r>
            <a:r>
              <a:rPr lang="pt-BR" sz="2600" spc="-10" dirty="0">
                <a:latin typeface="BirkaLTPro-Regular"/>
                <a:cs typeface="Verdana"/>
              </a:rPr>
              <a:t>Dicas:</a:t>
            </a:r>
            <a:endParaRPr lang="pt-BR" sz="2600" dirty="0">
              <a:latin typeface="BirkaLTPro-Regular"/>
              <a:cs typeface="Verdana"/>
            </a:endParaRPr>
          </a:p>
          <a:p>
            <a:pPr marL="1154430" lvl="2" indent="-227965">
              <a:lnSpc>
                <a:spcPct val="100000"/>
              </a:lnSpc>
              <a:spcBef>
                <a:spcPts val="800"/>
              </a:spcBef>
              <a:buClr>
                <a:srgbClr val="009999"/>
              </a:buClr>
              <a:buFont typeface="Artifakt Element Book"/>
              <a:buChar char="✓"/>
              <a:tabLst>
                <a:tab pos="1154430" algn="l"/>
              </a:tabLst>
            </a:pPr>
            <a:r>
              <a:rPr lang="pt-BR" sz="2600" dirty="0">
                <a:latin typeface="BirkaLTPro-Regular"/>
                <a:cs typeface="Verdana"/>
              </a:rPr>
              <a:t> Nomeie</a:t>
            </a:r>
            <a:r>
              <a:rPr lang="pt-BR" sz="2600" spc="-25" dirty="0">
                <a:latin typeface="BirkaLTPro-Regular"/>
                <a:cs typeface="Verdana"/>
              </a:rPr>
              <a:t> </a:t>
            </a:r>
            <a:r>
              <a:rPr lang="pt-BR" sz="2600" dirty="0">
                <a:latin typeface="BirkaLTPro-Regular"/>
                <a:cs typeface="Verdana"/>
              </a:rPr>
              <a:t>os</a:t>
            </a:r>
            <a:r>
              <a:rPr lang="pt-BR" sz="2600" spc="-25" dirty="0">
                <a:latin typeface="BirkaLTPro-Regular"/>
                <a:cs typeface="Verdana"/>
              </a:rPr>
              <a:t> </a:t>
            </a:r>
            <a:r>
              <a:rPr lang="pt-BR" sz="2600" dirty="0">
                <a:latin typeface="BirkaLTPro-Regular"/>
                <a:cs typeface="Verdana"/>
              </a:rPr>
              <a:t>casos</a:t>
            </a:r>
            <a:r>
              <a:rPr lang="pt-BR" sz="2600" spc="-20" dirty="0">
                <a:latin typeface="BirkaLTPro-Regular"/>
                <a:cs typeface="Verdana"/>
              </a:rPr>
              <a:t> </a:t>
            </a:r>
            <a:r>
              <a:rPr lang="pt-BR" sz="2600" dirty="0">
                <a:latin typeface="BirkaLTPro-Regular"/>
                <a:cs typeface="Verdana"/>
              </a:rPr>
              <a:t>de</a:t>
            </a:r>
            <a:r>
              <a:rPr lang="pt-BR" sz="2600" spc="-25" dirty="0">
                <a:latin typeface="BirkaLTPro-Regular"/>
                <a:cs typeface="Verdana"/>
              </a:rPr>
              <a:t> </a:t>
            </a:r>
            <a:r>
              <a:rPr lang="pt-BR" sz="2600" dirty="0">
                <a:latin typeface="BirkaLTPro-Regular"/>
                <a:cs typeface="Verdana"/>
              </a:rPr>
              <a:t>uso</a:t>
            </a:r>
            <a:r>
              <a:rPr lang="pt-BR" sz="2600" spc="-20" dirty="0">
                <a:latin typeface="BirkaLTPro-Regular"/>
                <a:cs typeface="Verdana"/>
              </a:rPr>
              <a:t> </a:t>
            </a:r>
            <a:r>
              <a:rPr lang="pt-BR" sz="2600" dirty="0">
                <a:latin typeface="BirkaLTPro-Regular"/>
                <a:cs typeface="Verdana"/>
              </a:rPr>
              <a:t>iniciando</a:t>
            </a:r>
            <a:r>
              <a:rPr lang="pt-BR" sz="2600" spc="10" dirty="0">
                <a:latin typeface="BirkaLTPro-Regular"/>
                <a:cs typeface="Verdana"/>
              </a:rPr>
              <a:t> </a:t>
            </a:r>
            <a:r>
              <a:rPr lang="pt-BR" sz="2600" dirty="0">
                <a:latin typeface="BirkaLTPro-Regular"/>
                <a:cs typeface="Verdana"/>
              </a:rPr>
              <a:t>por</a:t>
            </a:r>
            <a:r>
              <a:rPr lang="pt-BR" sz="2600" spc="-15" dirty="0">
                <a:latin typeface="BirkaLTPro-Regular"/>
                <a:cs typeface="Verdana"/>
              </a:rPr>
              <a:t> </a:t>
            </a:r>
            <a:r>
              <a:rPr lang="pt-BR" sz="2600" dirty="0">
                <a:latin typeface="BirkaLTPro-Regular"/>
                <a:cs typeface="Verdana"/>
              </a:rPr>
              <a:t>um</a:t>
            </a:r>
            <a:r>
              <a:rPr lang="pt-BR" sz="2600" spc="-5" dirty="0">
                <a:latin typeface="BirkaLTPro-Regular"/>
                <a:cs typeface="Verdana"/>
              </a:rPr>
              <a:t> </a:t>
            </a:r>
            <a:r>
              <a:rPr lang="pt-BR" sz="2600" spc="-10" dirty="0">
                <a:latin typeface="BirkaLTPro-Regular"/>
                <a:cs typeface="Verdana"/>
              </a:rPr>
              <a:t>verbo</a:t>
            </a:r>
            <a:endParaRPr lang="pt-BR" sz="2600" dirty="0">
              <a:latin typeface="BirkaLTPro-Regular"/>
              <a:cs typeface="Verdana"/>
            </a:endParaRPr>
          </a:p>
          <a:p>
            <a:pPr>
              <a:lnSpc>
                <a:spcPct val="100000"/>
              </a:lnSpc>
            </a:pPr>
            <a:endParaRPr lang="pt-BR" sz="2600" dirty="0">
              <a:latin typeface="BirkaLTPro-Regular"/>
              <a:cs typeface="Verdan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lang="pt-BR" sz="2600" dirty="0">
              <a:latin typeface="BirkaLTPro-Regular"/>
              <a:cs typeface="Verdana"/>
            </a:endParaRPr>
          </a:p>
          <a:p>
            <a:pPr marL="469265">
              <a:lnSpc>
                <a:spcPct val="100000"/>
              </a:lnSpc>
              <a:spcBef>
                <a:spcPts val="5"/>
              </a:spcBef>
            </a:pPr>
            <a:r>
              <a:rPr lang="pt-BR" sz="2600" spc="-10" dirty="0">
                <a:latin typeface="BirkaLTPro-Regular"/>
                <a:cs typeface="Verdana"/>
              </a:rPr>
              <a:t>Notação:</a:t>
            </a:r>
            <a:endParaRPr lang="pt-BR" sz="2600" dirty="0">
              <a:latin typeface="BirkaLTPro-Regular"/>
              <a:cs typeface="Verdana"/>
            </a:endParaRPr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EE770530-82A2-ACEF-9A0A-5D3A2A341A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0080" y="4994085"/>
            <a:ext cx="2947520" cy="1038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22980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10FC49-6E0B-29BD-E940-544039028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57E6E0BA-5357-D069-17CC-EB3798CE76C5}"/>
              </a:ext>
            </a:extLst>
          </p:cNvPr>
          <p:cNvSpPr txBox="1"/>
          <p:nvPr/>
        </p:nvSpPr>
        <p:spPr>
          <a:xfrm>
            <a:off x="327198" y="389493"/>
            <a:ext cx="7552206" cy="5057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07000"/>
              </a:lnSpc>
              <a:spcAft>
                <a:spcPts val="800"/>
              </a:spcAft>
              <a:tabLst>
                <a:tab pos="914400" algn="l"/>
              </a:tabLst>
            </a:pPr>
            <a:r>
              <a:rPr lang="pt-BR" sz="2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Diagrama de Caso de Uso (Use Case)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A311776A-0B2D-AC07-AEBE-45D1A9059A8B}"/>
              </a:ext>
            </a:extLst>
          </p:cNvPr>
          <p:cNvSpPr txBox="1"/>
          <p:nvPr/>
        </p:nvSpPr>
        <p:spPr>
          <a:xfrm>
            <a:off x="1145529" y="1005709"/>
            <a:ext cx="10498480" cy="51332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90"/>
              </a:spcBef>
            </a:pPr>
            <a:r>
              <a:rPr sz="2600" dirty="0">
                <a:solidFill>
                  <a:srgbClr val="009999"/>
                </a:solidFill>
                <a:latin typeface="BirkaLTPro-Regular"/>
                <a:cs typeface="Verdana"/>
              </a:rPr>
              <a:t>Exemplo:</a:t>
            </a:r>
            <a:r>
              <a:rPr sz="2600" spc="-45" dirty="0">
                <a:solidFill>
                  <a:srgbClr val="009999"/>
                </a:solidFill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Loja</a:t>
            </a:r>
            <a:r>
              <a:rPr sz="2600" spc="-45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de</a:t>
            </a:r>
            <a:r>
              <a:rPr sz="2600" spc="-60" dirty="0">
                <a:latin typeface="BirkaLTPro-Regular"/>
                <a:cs typeface="Verdana"/>
              </a:rPr>
              <a:t> </a:t>
            </a:r>
            <a:r>
              <a:rPr sz="2600" spc="-25" dirty="0">
                <a:latin typeface="BirkaLTPro-Regular"/>
                <a:cs typeface="Verdana"/>
              </a:rPr>
              <a:t>CDs</a:t>
            </a:r>
            <a:endParaRPr sz="2600" dirty="0">
              <a:latin typeface="BirkaLTPro-Regular"/>
              <a:cs typeface="Verdana"/>
            </a:endParaRPr>
          </a:p>
          <a:p>
            <a:pPr algn="just">
              <a:lnSpc>
                <a:spcPct val="100000"/>
              </a:lnSpc>
              <a:spcBef>
                <a:spcPts val="1465"/>
              </a:spcBef>
            </a:pPr>
            <a:endParaRPr sz="2600" dirty="0">
              <a:latin typeface="BirkaLTPro-Regular"/>
              <a:cs typeface="Verdana"/>
            </a:endParaRPr>
          </a:p>
          <a:p>
            <a:pPr marL="469265" algn="just">
              <a:lnSpc>
                <a:spcPct val="100000"/>
              </a:lnSpc>
            </a:pPr>
            <a:r>
              <a:rPr sz="2600" dirty="0">
                <a:latin typeface="BirkaLTPro-Regular"/>
                <a:cs typeface="Verdana"/>
              </a:rPr>
              <a:t>Identificando</a:t>
            </a:r>
            <a:r>
              <a:rPr sz="2600" spc="-30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os</a:t>
            </a:r>
            <a:r>
              <a:rPr sz="2600" spc="-40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casos</a:t>
            </a:r>
            <a:r>
              <a:rPr sz="2600" spc="-40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de</a:t>
            </a:r>
            <a:r>
              <a:rPr sz="2600" spc="-10" dirty="0">
                <a:latin typeface="BirkaLTPro-Regular"/>
                <a:cs typeface="Verdana"/>
              </a:rPr>
              <a:t> </a:t>
            </a:r>
            <a:r>
              <a:rPr sz="2600" spc="-25" dirty="0" err="1">
                <a:latin typeface="BirkaLTPro-Regular"/>
                <a:cs typeface="Verdana"/>
              </a:rPr>
              <a:t>uso</a:t>
            </a:r>
            <a:endParaRPr lang="pt-BR" sz="2600" spc="-25" dirty="0">
              <a:latin typeface="BirkaLTPro-Regular"/>
              <a:cs typeface="Verdana"/>
            </a:endParaRPr>
          </a:p>
          <a:p>
            <a:pPr marL="469265" algn="just">
              <a:lnSpc>
                <a:spcPct val="100000"/>
              </a:lnSpc>
            </a:pPr>
            <a:endParaRPr sz="2600" dirty="0">
              <a:latin typeface="BirkaLTPro-Regular"/>
              <a:cs typeface="Verdana"/>
            </a:endParaRPr>
          </a:p>
          <a:p>
            <a:pPr marL="756285" marR="5080" indent="-287020" algn="just">
              <a:lnSpc>
                <a:spcPct val="120200"/>
              </a:lnSpc>
              <a:tabLst>
                <a:tab pos="756285" algn="l"/>
              </a:tabLst>
            </a:pPr>
            <a:r>
              <a:rPr sz="2600" spc="-50" dirty="0">
                <a:solidFill>
                  <a:srgbClr val="009999"/>
                </a:solidFill>
                <a:latin typeface="BirkaLTPro-Regular"/>
                <a:cs typeface="Verdana"/>
              </a:rPr>
              <a:t>–</a:t>
            </a:r>
            <a:r>
              <a:rPr sz="2600" dirty="0">
                <a:solidFill>
                  <a:srgbClr val="009999"/>
                </a:solidFill>
                <a:latin typeface="BirkaLTPro-Regular"/>
                <a:cs typeface="Verdana"/>
              </a:rPr>
              <a:t>	</a:t>
            </a:r>
            <a:r>
              <a:rPr sz="2600" dirty="0">
                <a:latin typeface="BirkaLTPro-Regular"/>
                <a:cs typeface="Verdana"/>
              </a:rPr>
              <a:t>Uma</a:t>
            </a:r>
            <a:r>
              <a:rPr sz="2600" spc="-55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loja</a:t>
            </a:r>
            <a:r>
              <a:rPr sz="2600" spc="-30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de</a:t>
            </a:r>
            <a:r>
              <a:rPr sz="2600" spc="-25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CDs</a:t>
            </a:r>
            <a:r>
              <a:rPr sz="2600" spc="-25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possui</a:t>
            </a:r>
            <a:r>
              <a:rPr sz="2600" spc="-20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discos</a:t>
            </a:r>
            <a:r>
              <a:rPr sz="2600" spc="-30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para</a:t>
            </a:r>
            <a:r>
              <a:rPr sz="2600" spc="-55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venda.</a:t>
            </a:r>
            <a:r>
              <a:rPr sz="2600" spc="-30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Um</a:t>
            </a:r>
            <a:r>
              <a:rPr sz="2600" spc="-40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cliente</a:t>
            </a:r>
            <a:r>
              <a:rPr sz="2600" spc="-25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pode</a:t>
            </a:r>
            <a:r>
              <a:rPr sz="2600" spc="-25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comprar</a:t>
            </a:r>
            <a:r>
              <a:rPr sz="2600" spc="-50" dirty="0">
                <a:latin typeface="BirkaLTPro-Regular"/>
                <a:cs typeface="Verdana"/>
              </a:rPr>
              <a:t> </a:t>
            </a:r>
            <a:r>
              <a:rPr sz="2600" spc="-25" dirty="0">
                <a:latin typeface="BirkaLTPro-Regular"/>
                <a:cs typeface="Verdana"/>
              </a:rPr>
              <a:t>uma </a:t>
            </a:r>
            <a:r>
              <a:rPr sz="2600" dirty="0">
                <a:latin typeface="BirkaLTPro-Regular"/>
                <a:cs typeface="Verdana"/>
              </a:rPr>
              <a:t>quantidade</a:t>
            </a:r>
            <a:r>
              <a:rPr sz="2600" spc="-40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ilimitada</a:t>
            </a:r>
            <a:r>
              <a:rPr sz="2600" spc="-20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de</a:t>
            </a:r>
            <a:r>
              <a:rPr sz="2600" spc="-15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discos</a:t>
            </a:r>
            <a:r>
              <a:rPr sz="2600" spc="-45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para</a:t>
            </a:r>
            <a:r>
              <a:rPr sz="2600" spc="-45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isto</a:t>
            </a:r>
            <a:r>
              <a:rPr sz="2600" spc="-55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ele</a:t>
            </a:r>
            <a:r>
              <a:rPr sz="2600" spc="-15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deve</a:t>
            </a:r>
            <a:r>
              <a:rPr sz="2600" spc="-15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se</a:t>
            </a:r>
            <a:r>
              <a:rPr sz="2600" spc="-40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dirigir</a:t>
            </a:r>
            <a:r>
              <a:rPr sz="2600" spc="-25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à</a:t>
            </a:r>
            <a:r>
              <a:rPr sz="2600" spc="-45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loja.</a:t>
            </a:r>
            <a:r>
              <a:rPr sz="2600" spc="-25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A</a:t>
            </a:r>
            <a:r>
              <a:rPr sz="2600" spc="-25" dirty="0">
                <a:latin typeface="BirkaLTPro-Regular"/>
                <a:cs typeface="Verdana"/>
              </a:rPr>
              <a:t> </a:t>
            </a:r>
            <a:r>
              <a:rPr sz="2600" spc="-20" dirty="0">
                <a:latin typeface="BirkaLTPro-Regular"/>
                <a:cs typeface="Verdana"/>
              </a:rPr>
              <a:t>loja </a:t>
            </a:r>
            <a:r>
              <a:rPr sz="2600" dirty="0">
                <a:latin typeface="BirkaLTPro-Regular"/>
                <a:cs typeface="Verdana"/>
              </a:rPr>
              <a:t>possui</a:t>
            </a:r>
            <a:r>
              <a:rPr sz="2600" spc="-15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um</a:t>
            </a:r>
            <a:r>
              <a:rPr sz="2600" spc="-60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atendente</a:t>
            </a:r>
            <a:r>
              <a:rPr sz="2600" spc="-20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cuja</a:t>
            </a:r>
            <a:r>
              <a:rPr sz="2600" spc="-45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função</a:t>
            </a:r>
            <a:r>
              <a:rPr sz="2600" spc="-35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é</a:t>
            </a:r>
            <a:r>
              <a:rPr sz="2600" spc="-40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atender</a:t>
            </a:r>
            <a:r>
              <a:rPr sz="2600" spc="-30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os</a:t>
            </a:r>
            <a:r>
              <a:rPr sz="2600" spc="-50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clientes</a:t>
            </a:r>
            <a:r>
              <a:rPr sz="2600" spc="-45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durante</a:t>
            </a:r>
            <a:r>
              <a:rPr sz="2600" spc="-45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a</a:t>
            </a:r>
            <a:r>
              <a:rPr sz="2600" spc="-25" dirty="0">
                <a:latin typeface="BirkaLTPro-Regular"/>
                <a:cs typeface="Verdana"/>
              </a:rPr>
              <a:t> </a:t>
            </a:r>
            <a:r>
              <a:rPr sz="2600" dirty="0">
                <a:solidFill>
                  <a:srgbClr val="FF0000"/>
                </a:solidFill>
                <a:latin typeface="BirkaLTPro-Regular"/>
                <a:cs typeface="Verdana"/>
              </a:rPr>
              <a:t>venda</a:t>
            </a:r>
            <a:r>
              <a:rPr sz="2600" spc="-25" dirty="0">
                <a:solidFill>
                  <a:srgbClr val="FF0000"/>
                </a:solidFill>
                <a:latin typeface="BirkaLTPro-Regular"/>
                <a:cs typeface="Verdana"/>
              </a:rPr>
              <a:t> dos </a:t>
            </a:r>
            <a:r>
              <a:rPr sz="2600" dirty="0">
                <a:solidFill>
                  <a:srgbClr val="FF0000"/>
                </a:solidFill>
                <a:latin typeface="BirkaLTPro-Regular"/>
                <a:cs typeface="Verdana"/>
              </a:rPr>
              <a:t>discos</a:t>
            </a:r>
            <a:r>
              <a:rPr sz="2600" dirty="0">
                <a:latin typeface="BirkaLTPro-Regular"/>
                <a:cs typeface="Verdana"/>
              </a:rPr>
              <a:t>.</a:t>
            </a:r>
            <a:r>
              <a:rPr sz="2600" spc="-50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A</a:t>
            </a:r>
            <a:r>
              <a:rPr sz="2600" spc="-50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loja</a:t>
            </a:r>
            <a:r>
              <a:rPr sz="2600" spc="-25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também</a:t>
            </a:r>
            <a:r>
              <a:rPr sz="2600" spc="-30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possui</a:t>
            </a:r>
            <a:r>
              <a:rPr sz="2600" spc="-10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um</a:t>
            </a:r>
            <a:r>
              <a:rPr sz="2600" spc="-35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gerente</a:t>
            </a:r>
            <a:r>
              <a:rPr sz="2600" spc="-15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cuja</a:t>
            </a:r>
            <a:r>
              <a:rPr sz="2600" spc="-45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função</a:t>
            </a:r>
            <a:r>
              <a:rPr sz="2600" spc="-55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é</a:t>
            </a:r>
            <a:r>
              <a:rPr sz="2600" spc="-55" dirty="0">
                <a:latin typeface="BirkaLTPro-Regular"/>
                <a:cs typeface="Verdana"/>
              </a:rPr>
              <a:t> </a:t>
            </a:r>
            <a:r>
              <a:rPr sz="2600" dirty="0">
                <a:solidFill>
                  <a:srgbClr val="FF0000"/>
                </a:solidFill>
                <a:latin typeface="BirkaLTPro-Regular"/>
                <a:cs typeface="Verdana"/>
              </a:rPr>
              <a:t>administrar</a:t>
            </a:r>
            <a:r>
              <a:rPr sz="2600" spc="-25" dirty="0">
                <a:solidFill>
                  <a:srgbClr val="FF0000"/>
                </a:solidFill>
                <a:latin typeface="BirkaLTPro-Regular"/>
                <a:cs typeface="Verdana"/>
              </a:rPr>
              <a:t> </a:t>
            </a:r>
            <a:r>
              <a:rPr sz="2600" spc="-50" dirty="0">
                <a:solidFill>
                  <a:srgbClr val="FF0000"/>
                </a:solidFill>
                <a:latin typeface="BirkaLTPro-Regular"/>
                <a:cs typeface="Verdana"/>
              </a:rPr>
              <a:t>o </a:t>
            </a:r>
            <a:r>
              <a:rPr sz="2600" dirty="0">
                <a:solidFill>
                  <a:srgbClr val="FF0000"/>
                </a:solidFill>
                <a:latin typeface="BirkaLTPro-Regular"/>
                <a:cs typeface="Verdana"/>
              </a:rPr>
              <a:t>estoque</a:t>
            </a:r>
            <a:r>
              <a:rPr sz="2600" spc="-15" dirty="0">
                <a:solidFill>
                  <a:srgbClr val="FF0000"/>
                </a:solidFill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para</a:t>
            </a:r>
            <a:r>
              <a:rPr sz="2600" spc="-20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que</a:t>
            </a:r>
            <a:r>
              <a:rPr sz="2600" spc="-40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não</a:t>
            </a:r>
            <a:r>
              <a:rPr sz="2600" spc="-25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faltem</a:t>
            </a:r>
            <a:r>
              <a:rPr sz="2600" spc="-30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discos.</a:t>
            </a:r>
            <a:r>
              <a:rPr sz="2600" spc="-25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Além</a:t>
            </a:r>
            <a:r>
              <a:rPr sz="2600" spc="-25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disso</a:t>
            </a:r>
            <a:r>
              <a:rPr sz="2600" spc="-55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é</a:t>
            </a:r>
            <a:r>
              <a:rPr sz="2600" spc="-35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ele</a:t>
            </a:r>
            <a:r>
              <a:rPr sz="2600" spc="-15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quem</a:t>
            </a:r>
            <a:r>
              <a:rPr sz="2600" spc="-30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dá</a:t>
            </a:r>
            <a:r>
              <a:rPr sz="2600" spc="-30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folga</a:t>
            </a:r>
            <a:r>
              <a:rPr sz="2600" spc="-45" dirty="0">
                <a:latin typeface="BirkaLTPro-Regular"/>
                <a:cs typeface="Verdana"/>
              </a:rPr>
              <a:t> </a:t>
            </a:r>
            <a:r>
              <a:rPr sz="2600" spc="-25" dirty="0">
                <a:latin typeface="BirkaLTPro-Regular"/>
                <a:cs typeface="Verdana"/>
              </a:rPr>
              <a:t>ao </a:t>
            </a:r>
            <a:r>
              <a:rPr sz="2600" dirty="0">
                <a:latin typeface="BirkaLTPro-Regular"/>
                <a:cs typeface="Verdana"/>
              </a:rPr>
              <a:t>atendente,</a:t>
            </a:r>
            <a:r>
              <a:rPr sz="2600" spc="-55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ou</a:t>
            </a:r>
            <a:r>
              <a:rPr sz="2600" spc="-30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seja,</a:t>
            </a:r>
            <a:r>
              <a:rPr sz="2600" spc="-50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ele</a:t>
            </a:r>
            <a:r>
              <a:rPr sz="2600" spc="-45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também</a:t>
            </a:r>
            <a:r>
              <a:rPr sz="2600" spc="-55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atende</a:t>
            </a:r>
            <a:r>
              <a:rPr sz="2600" spc="-20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os</a:t>
            </a:r>
            <a:r>
              <a:rPr sz="2600" spc="-25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clientes</a:t>
            </a:r>
            <a:r>
              <a:rPr sz="2600" spc="-25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durante</a:t>
            </a:r>
            <a:r>
              <a:rPr sz="2600" spc="-40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a</a:t>
            </a:r>
            <a:r>
              <a:rPr sz="2600" spc="-30" dirty="0">
                <a:latin typeface="BirkaLTPro-Regular"/>
                <a:cs typeface="Verdana"/>
              </a:rPr>
              <a:t> </a:t>
            </a:r>
            <a:r>
              <a:rPr sz="2600" dirty="0">
                <a:solidFill>
                  <a:srgbClr val="FF0000"/>
                </a:solidFill>
                <a:latin typeface="BirkaLTPro-Regular"/>
                <a:cs typeface="Verdana"/>
              </a:rPr>
              <a:t>venda</a:t>
            </a:r>
            <a:r>
              <a:rPr sz="2600" spc="-25" dirty="0">
                <a:solidFill>
                  <a:srgbClr val="FF0000"/>
                </a:solidFill>
                <a:latin typeface="BirkaLTPro-Regular"/>
                <a:cs typeface="Verdana"/>
              </a:rPr>
              <a:t> dos </a:t>
            </a:r>
            <a:r>
              <a:rPr sz="2600" spc="-10" dirty="0">
                <a:solidFill>
                  <a:srgbClr val="FF0000"/>
                </a:solidFill>
                <a:latin typeface="BirkaLTPro-Regular"/>
                <a:cs typeface="Verdana"/>
              </a:rPr>
              <a:t>discos</a:t>
            </a:r>
            <a:r>
              <a:rPr sz="2600" spc="-10" dirty="0">
                <a:latin typeface="BirkaLTPro-Regular"/>
                <a:cs typeface="Verdana"/>
              </a:rPr>
              <a:t>.</a:t>
            </a:r>
            <a:endParaRPr sz="2600" dirty="0">
              <a:latin typeface="BirkaLTPro-Regular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84983576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32FE3E-7966-1F7E-2DC6-30CC817A9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E14B5E92-382D-6670-5839-3DEA3C251706}"/>
              </a:ext>
            </a:extLst>
          </p:cNvPr>
          <p:cNvSpPr txBox="1"/>
          <p:nvPr/>
        </p:nvSpPr>
        <p:spPr>
          <a:xfrm>
            <a:off x="327198" y="389493"/>
            <a:ext cx="7552206" cy="5057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07000"/>
              </a:lnSpc>
              <a:spcAft>
                <a:spcPts val="800"/>
              </a:spcAft>
              <a:tabLst>
                <a:tab pos="914400" algn="l"/>
              </a:tabLst>
            </a:pPr>
            <a:r>
              <a:rPr lang="pt-BR" sz="2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Diagrama de Caso de Uso (Use Case)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71988" y="1278083"/>
            <a:ext cx="8105476" cy="10985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dirty="0">
                <a:solidFill>
                  <a:srgbClr val="009999"/>
                </a:solidFill>
                <a:latin typeface="Verdana"/>
                <a:cs typeface="Verdana"/>
              </a:rPr>
              <a:t>Exemplo:</a:t>
            </a:r>
            <a:r>
              <a:rPr sz="2000" spc="-45" dirty="0">
                <a:solidFill>
                  <a:srgbClr val="009999"/>
                </a:solidFill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Loja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de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CDs</a:t>
            </a:r>
            <a:endParaRPr sz="20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465"/>
              </a:spcBef>
            </a:pPr>
            <a:endParaRPr sz="2000" dirty="0">
              <a:latin typeface="Verdana"/>
              <a:cs typeface="Verdana"/>
            </a:endParaRPr>
          </a:p>
          <a:p>
            <a:pPr marL="469265">
              <a:lnSpc>
                <a:spcPct val="100000"/>
              </a:lnSpc>
            </a:pPr>
            <a:r>
              <a:rPr sz="1800" dirty="0">
                <a:latin typeface="Verdana"/>
                <a:cs typeface="Verdana"/>
              </a:rPr>
              <a:t>Identificando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os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casos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de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uso</a:t>
            </a:r>
            <a:endParaRPr sz="1800" dirty="0">
              <a:latin typeface="Verdana"/>
              <a:cs typeface="Verdana"/>
            </a:endParaRPr>
          </a:p>
        </p:txBody>
      </p:sp>
      <p:grpSp>
        <p:nvGrpSpPr>
          <p:cNvPr id="2" name="object 4"/>
          <p:cNvGrpSpPr/>
          <p:nvPr/>
        </p:nvGrpSpPr>
        <p:grpSpPr>
          <a:xfrm>
            <a:off x="3569111" y="4971191"/>
            <a:ext cx="2740660" cy="506095"/>
            <a:chOff x="3442652" y="5301932"/>
            <a:chExt cx="2740660" cy="506095"/>
          </a:xfrm>
        </p:grpSpPr>
        <p:sp>
          <p:nvSpPr>
            <p:cNvPr id="6" name="object 5"/>
            <p:cNvSpPr/>
            <p:nvPr/>
          </p:nvSpPr>
          <p:spPr>
            <a:xfrm>
              <a:off x="3444239" y="5303519"/>
              <a:ext cx="2737485" cy="502920"/>
            </a:xfrm>
            <a:custGeom>
              <a:avLst/>
              <a:gdLst/>
              <a:ahLst/>
              <a:cxnLst/>
              <a:rect l="l" t="t" r="r" b="b"/>
              <a:pathLst>
                <a:path w="2737485" h="502920">
                  <a:moveTo>
                    <a:pt x="2737103" y="252983"/>
                  </a:moveTo>
                  <a:lnTo>
                    <a:pt x="2719193" y="211829"/>
                  </a:lnTo>
                  <a:lnTo>
                    <a:pt x="2688223" y="185561"/>
                  </a:lnTo>
                  <a:lnTo>
                    <a:pt x="2643001" y="160403"/>
                  </a:lnTo>
                  <a:lnTo>
                    <a:pt x="2584362" y="136507"/>
                  </a:lnTo>
                  <a:lnTo>
                    <a:pt x="2513141" y="114026"/>
                  </a:lnTo>
                  <a:lnTo>
                    <a:pt x="2473073" y="103363"/>
                  </a:lnTo>
                  <a:lnTo>
                    <a:pt x="2430173" y="93111"/>
                  </a:lnTo>
                  <a:lnTo>
                    <a:pt x="2384544" y="83288"/>
                  </a:lnTo>
                  <a:lnTo>
                    <a:pt x="2336291" y="73913"/>
                  </a:lnTo>
                  <a:lnTo>
                    <a:pt x="2285519" y="65006"/>
                  </a:lnTo>
                  <a:lnTo>
                    <a:pt x="2232331" y="56586"/>
                  </a:lnTo>
                  <a:lnTo>
                    <a:pt x="2176832" y="48670"/>
                  </a:lnTo>
                  <a:lnTo>
                    <a:pt x="2119127" y="41279"/>
                  </a:lnTo>
                  <a:lnTo>
                    <a:pt x="2059319" y="34431"/>
                  </a:lnTo>
                  <a:lnTo>
                    <a:pt x="1997512" y="28145"/>
                  </a:lnTo>
                  <a:lnTo>
                    <a:pt x="1933812" y="22440"/>
                  </a:lnTo>
                  <a:lnTo>
                    <a:pt x="1868323" y="17335"/>
                  </a:lnTo>
                  <a:lnTo>
                    <a:pt x="1801148" y="12850"/>
                  </a:lnTo>
                  <a:lnTo>
                    <a:pt x="1732392" y="9002"/>
                  </a:lnTo>
                  <a:lnTo>
                    <a:pt x="1662160" y="5812"/>
                  </a:lnTo>
                  <a:lnTo>
                    <a:pt x="1590556" y="3297"/>
                  </a:lnTo>
                  <a:lnTo>
                    <a:pt x="1517683" y="1478"/>
                  </a:lnTo>
                  <a:lnTo>
                    <a:pt x="1443647" y="372"/>
                  </a:lnTo>
                  <a:lnTo>
                    <a:pt x="1368551" y="0"/>
                  </a:lnTo>
                  <a:lnTo>
                    <a:pt x="1293456" y="372"/>
                  </a:lnTo>
                  <a:lnTo>
                    <a:pt x="1219420" y="1478"/>
                  </a:lnTo>
                  <a:lnTo>
                    <a:pt x="1146547" y="3297"/>
                  </a:lnTo>
                  <a:lnTo>
                    <a:pt x="1074943" y="5812"/>
                  </a:lnTo>
                  <a:lnTo>
                    <a:pt x="1004711" y="9002"/>
                  </a:lnTo>
                  <a:lnTo>
                    <a:pt x="935955" y="12850"/>
                  </a:lnTo>
                  <a:lnTo>
                    <a:pt x="868780" y="17335"/>
                  </a:lnTo>
                  <a:lnTo>
                    <a:pt x="803291" y="22440"/>
                  </a:lnTo>
                  <a:lnTo>
                    <a:pt x="739591" y="28145"/>
                  </a:lnTo>
                  <a:lnTo>
                    <a:pt x="677784" y="34431"/>
                  </a:lnTo>
                  <a:lnTo>
                    <a:pt x="617976" y="41279"/>
                  </a:lnTo>
                  <a:lnTo>
                    <a:pt x="560271" y="48670"/>
                  </a:lnTo>
                  <a:lnTo>
                    <a:pt x="504772" y="56586"/>
                  </a:lnTo>
                  <a:lnTo>
                    <a:pt x="451584" y="65006"/>
                  </a:lnTo>
                  <a:lnTo>
                    <a:pt x="400811" y="73913"/>
                  </a:lnTo>
                  <a:lnTo>
                    <a:pt x="352559" y="83288"/>
                  </a:lnTo>
                  <a:lnTo>
                    <a:pt x="306930" y="93111"/>
                  </a:lnTo>
                  <a:lnTo>
                    <a:pt x="264029" y="103363"/>
                  </a:lnTo>
                  <a:lnTo>
                    <a:pt x="223962" y="114026"/>
                  </a:lnTo>
                  <a:lnTo>
                    <a:pt x="186831" y="125080"/>
                  </a:lnTo>
                  <a:lnTo>
                    <a:pt x="121797" y="148288"/>
                  </a:lnTo>
                  <a:lnTo>
                    <a:pt x="69762" y="172833"/>
                  </a:lnTo>
                  <a:lnTo>
                    <a:pt x="31561" y="198566"/>
                  </a:lnTo>
                  <a:lnTo>
                    <a:pt x="2024" y="239057"/>
                  </a:lnTo>
                  <a:lnTo>
                    <a:pt x="0" y="252983"/>
                  </a:lnTo>
                  <a:lnTo>
                    <a:pt x="2024" y="266615"/>
                  </a:lnTo>
                  <a:lnTo>
                    <a:pt x="31561" y="306337"/>
                  </a:lnTo>
                  <a:lnTo>
                    <a:pt x="69762" y="331646"/>
                  </a:lnTo>
                  <a:lnTo>
                    <a:pt x="121797" y="355833"/>
                  </a:lnTo>
                  <a:lnTo>
                    <a:pt x="186831" y="378742"/>
                  </a:lnTo>
                  <a:lnTo>
                    <a:pt x="223962" y="389667"/>
                  </a:lnTo>
                  <a:lnTo>
                    <a:pt x="264029" y="400214"/>
                  </a:lnTo>
                  <a:lnTo>
                    <a:pt x="306930" y="410363"/>
                  </a:lnTo>
                  <a:lnTo>
                    <a:pt x="352559" y="420093"/>
                  </a:lnTo>
                  <a:lnTo>
                    <a:pt x="400811" y="429386"/>
                  </a:lnTo>
                  <a:lnTo>
                    <a:pt x="451584" y="438222"/>
                  </a:lnTo>
                  <a:lnTo>
                    <a:pt x="504772" y="446581"/>
                  </a:lnTo>
                  <a:lnTo>
                    <a:pt x="560271" y="454444"/>
                  </a:lnTo>
                  <a:lnTo>
                    <a:pt x="617976" y="461791"/>
                  </a:lnTo>
                  <a:lnTo>
                    <a:pt x="677784" y="468601"/>
                  </a:lnTo>
                  <a:lnTo>
                    <a:pt x="739591" y="474857"/>
                  </a:lnTo>
                  <a:lnTo>
                    <a:pt x="803291" y="480537"/>
                  </a:lnTo>
                  <a:lnTo>
                    <a:pt x="868780" y="485622"/>
                  </a:lnTo>
                  <a:lnTo>
                    <a:pt x="935955" y="490094"/>
                  </a:lnTo>
                  <a:lnTo>
                    <a:pt x="1004711" y="493931"/>
                  </a:lnTo>
                  <a:lnTo>
                    <a:pt x="1074943" y="497114"/>
                  </a:lnTo>
                  <a:lnTo>
                    <a:pt x="1146547" y="499625"/>
                  </a:lnTo>
                  <a:lnTo>
                    <a:pt x="1219420" y="501442"/>
                  </a:lnTo>
                  <a:lnTo>
                    <a:pt x="1293456" y="502547"/>
                  </a:lnTo>
                  <a:lnTo>
                    <a:pt x="1368551" y="502919"/>
                  </a:lnTo>
                  <a:lnTo>
                    <a:pt x="1443647" y="502547"/>
                  </a:lnTo>
                  <a:lnTo>
                    <a:pt x="1517683" y="501442"/>
                  </a:lnTo>
                  <a:lnTo>
                    <a:pt x="1590556" y="499625"/>
                  </a:lnTo>
                  <a:lnTo>
                    <a:pt x="1662160" y="497114"/>
                  </a:lnTo>
                  <a:lnTo>
                    <a:pt x="1732392" y="493931"/>
                  </a:lnTo>
                  <a:lnTo>
                    <a:pt x="1801148" y="490094"/>
                  </a:lnTo>
                  <a:lnTo>
                    <a:pt x="1868323" y="485622"/>
                  </a:lnTo>
                  <a:lnTo>
                    <a:pt x="1933812" y="480537"/>
                  </a:lnTo>
                  <a:lnTo>
                    <a:pt x="1997512" y="474857"/>
                  </a:lnTo>
                  <a:lnTo>
                    <a:pt x="2059319" y="468601"/>
                  </a:lnTo>
                  <a:lnTo>
                    <a:pt x="2119127" y="461791"/>
                  </a:lnTo>
                  <a:lnTo>
                    <a:pt x="2176832" y="454444"/>
                  </a:lnTo>
                  <a:lnTo>
                    <a:pt x="2232331" y="446581"/>
                  </a:lnTo>
                  <a:lnTo>
                    <a:pt x="2285519" y="438222"/>
                  </a:lnTo>
                  <a:lnTo>
                    <a:pt x="2336291" y="429386"/>
                  </a:lnTo>
                  <a:lnTo>
                    <a:pt x="2384544" y="420093"/>
                  </a:lnTo>
                  <a:lnTo>
                    <a:pt x="2430173" y="410363"/>
                  </a:lnTo>
                  <a:lnTo>
                    <a:pt x="2473073" y="400214"/>
                  </a:lnTo>
                  <a:lnTo>
                    <a:pt x="2513141" y="389667"/>
                  </a:lnTo>
                  <a:lnTo>
                    <a:pt x="2550272" y="378742"/>
                  </a:lnTo>
                  <a:lnTo>
                    <a:pt x="2615306" y="355833"/>
                  </a:lnTo>
                  <a:lnTo>
                    <a:pt x="2667341" y="331646"/>
                  </a:lnTo>
                  <a:lnTo>
                    <a:pt x="2705542" y="306337"/>
                  </a:lnTo>
                  <a:lnTo>
                    <a:pt x="2735079" y="266615"/>
                  </a:lnTo>
                  <a:lnTo>
                    <a:pt x="2737103" y="252983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6"/>
            <p:cNvSpPr/>
            <p:nvPr/>
          </p:nvSpPr>
          <p:spPr>
            <a:xfrm>
              <a:off x="3444239" y="5303519"/>
              <a:ext cx="2737485" cy="502920"/>
            </a:xfrm>
            <a:custGeom>
              <a:avLst/>
              <a:gdLst/>
              <a:ahLst/>
              <a:cxnLst/>
              <a:rect l="l" t="t" r="r" b="b"/>
              <a:pathLst>
                <a:path w="2737485" h="502920">
                  <a:moveTo>
                    <a:pt x="1368551" y="0"/>
                  </a:moveTo>
                  <a:lnTo>
                    <a:pt x="1293456" y="372"/>
                  </a:lnTo>
                  <a:lnTo>
                    <a:pt x="1219420" y="1478"/>
                  </a:lnTo>
                  <a:lnTo>
                    <a:pt x="1146547" y="3297"/>
                  </a:lnTo>
                  <a:lnTo>
                    <a:pt x="1074943" y="5812"/>
                  </a:lnTo>
                  <a:lnTo>
                    <a:pt x="1004711" y="9002"/>
                  </a:lnTo>
                  <a:lnTo>
                    <a:pt x="935955" y="12850"/>
                  </a:lnTo>
                  <a:lnTo>
                    <a:pt x="868780" y="17335"/>
                  </a:lnTo>
                  <a:lnTo>
                    <a:pt x="803291" y="22440"/>
                  </a:lnTo>
                  <a:lnTo>
                    <a:pt x="739591" y="28145"/>
                  </a:lnTo>
                  <a:lnTo>
                    <a:pt x="677784" y="34431"/>
                  </a:lnTo>
                  <a:lnTo>
                    <a:pt x="617976" y="41279"/>
                  </a:lnTo>
                  <a:lnTo>
                    <a:pt x="560271" y="48670"/>
                  </a:lnTo>
                  <a:lnTo>
                    <a:pt x="504772" y="56586"/>
                  </a:lnTo>
                  <a:lnTo>
                    <a:pt x="451584" y="65006"/>
                  </a:lnTo>
                  <a:lnTo>
                    <a:pt x="400811" y="73913"/>
                  </a:lnTo>
                  <a:lnTo>
                    <a:pt x="352559" y="83288"/>
                  </a:lnTo>
                  <a:lnTo>
                    <a:pt x="306930" y="93111"/>
                  </a:lnTo>
                  <a:lnTo>
                    <a:pt x="264029" y="103363"/>
                  </a:lnTo>
                  <a:lnTo>
                    <a:pt x="223962" y="114026"/>
                  </a:lnTo>
                  <a:lnTo>
                    <a:pt x="186831" y="125080"/>
                  </a:lnTo>
                  <a:lnTo>
                    <a:pt x="121797" y="148288"/>
                  </a:lnTo>
                  <a:lnTo>
                    <a:pt x="69762" y="172833"/>
                  </a:lnTo>
                  <a:lnTo>
                    <a:pt x="31561" y="198566"/>
                  </a:lnTo>
                  <a:lnTo>
                    <a:pt x="2024" y="239057"/>
                  </a:lnTo>
                  <a:lnTo>
                    <a:pt x="0" y="252983"/>
                  </a:lnTo>
                  <a:lnTo>
                    <a:pt x="2024" y="266615"/>
                  </a:lnTo>
                  <a:lnTo>
                    <a:pt x="31561" y="306337"/>
                  </a:lnTo>
                  <a:lnTo>
                    <a:pt x="69762" y="331646"/>
                  </a:lnTo>
                  <a:lnTo>
                    <a:pt x="121797" y="355833"/>
                  </a:lnTo>
                  <a:lnTo>
                    <a:pt x="186831" y="378742"/>
                  </a:lnTo>
                  <a:lnTo>
                    <a:pt x="223962" y="389667"/>
                  </a:lnTo>
                  <a:lnTo>
                    <a:pt x="264029" y="400214"/>
                  </a:lnTo>
                  <a:lnTo>
                    <a:pt x="306930" y="410363"/>
                  </a:lnTo>
                  <a:lnTo>
                    <a:pt x="352559" y="420093"/>
                  </a:lnTo>
                  <a:lnTo>
                    <a:pt x="400811" y="429386"/>
                  </a:lnTo>
                  <a:lnTo>
                    <a:pt x="451584" y="438222"/>
                  </a:lnTo>
                  <a:lnTo>
                    <a:pt x="504772" y="446581"/>
                  </a:lnTo>
                  <a:lnTo>
                    <a:pt x="560271" y="454444"/>
                  </a:lnTo>
                  <a:lnTo>
                    <a:pt x="617976" y="461791"/>
                  </a:lnTo>
                  <a:lnTo>
                    <a:pt x="677784" y="468601"/>
                  </a:lnTo>
                  <a:lnTo>
                    <a:pt x="739591" y="474857"/>
                  </a:lnTo>
                  <a:lnTo>
                    <a:pt x="803291" y="480537"/>
                  </a:lnTo>
                  <a:lnTo>
                    <a:pt x="868780" y="485622"/>
                  </a:lnTo>
                  <a:lnTo>
                    <a:pt x="935955" y="490094"/>
                  </a:lnTo>
                  <a:lnTo>
                    <a:pt x="1004711" y="493931"/>
                  </a:lnTo>
                  <a:lnTo>
                    <a:pt x="1074943" y="497114"/>
                  </a:lnTo>
                  <a:lnTo>
                    <a:pt x="1146547" y="499625"/>
                  </a:lnTo>
                  <a:lnTo>
                    <a:pt x="1219420" y="501442"/>
                  </a:lnTo>
                  <a:lnTo>
                    <a:pt x="1293456" y="502547"/>
                  </a:lnTo>
                  <a:lnTo>
                    <a:pt x="1368551" y="502919"/>
                  </a:lnTo>
                  <a:lnTo>
                    <a:pt x="1443647" y="502547"/>
                  </a:lnTo>
                  <a:lnTo>
                    <a:pt x="1517683" y="501442"/>
                  </a:lnTo>
                  <a:lnTo>
                    <a:pt x="1590556" y="499625"/>
                  </a:lnTo>
                  <a:lnTo>
                    <a:pt x="1662160" y="497114"/>
                  </a:lnTo>
                  <a:lnTo>
                    <a:pt x="1732392" y="493931"/>
                  </a:lnTo>
                  <a:lnTo>
                    <a:pt x="1801148" y="490094"/>
                  </a:lnTo>
                  <a:lnTo>
                    <a:pt x="1868323" y="485622"/>
                  </a:lnTo>
                  <a:lnTo>
                    <a:pt x="1933812" y="480537"/>
                  </a:lnTo>
                  <a:lnTo>
                    <a:pt x="1997512" y="474857"/>
                  </a:lnTo>
                  <a:lnTo>
                    <a:pt x="2059319" y="468601"/>
                  </a:lnTo>
                  <a:lnTo>
                    <a:pt x="2119127" y="461791"/>
                  </a:lnTo>
                  <a:lnTo>
                    <a:pt x="2176832" y="454444"/>
                  </a:lnTo>
                  <a:lnTo>
                    <a:pt x="2232331" y="446581"/>
                  </a:lnTo>
                  <a:lnTo>
                    <a:pt x="2285519" y="438222"/>
                  </a:lnTo>
                  <a:lnTo>
                    <a:pt x="2336291" y="429386"/>
                  </a:lnTo>
                  <a:lnTo>
                    <a:pt x="2384544" y="420093"/>
                  </a:lnTo>
                  <a:lnTo>
                    <a:pt x="2430173" y="410363"/>
                  </a:lnTo>
                  <a:lnTo>
                    <a:pt x="2473073" y="400214"/>
                  </a:lnTo>
                  <a:lnTo>
                    <a:pt x="2513141" y="389667"/>
                  </a:lnTo>
                  <a:lnTo>
                    <a:pt x="2550272" y="378742"/>
                  </a:lnTo>
                  <a:lnTo>
                    <a:pt x="2615306" y="355833"/>
                  </a:lnTo>
                  <a:lnTo>
                    <a:pt x="2667341" y="331646"/>
                  </a:lnTo>
                  <a:lnTo>
                    <a:pt x="2705542" y="306337"/>
                  </a:lnTo>
                  <a:lnTo>
                    <a:pt x="2735079" y="266615"/>
                  </a:lnTo>
                  <a:lnTo>
                    <a:pt x="2737103" y="252983"/>
                  </a:lnTo>
                  <a:lnTo>
                    <a:pt x="2735079" y="239057"/>
                  </a:lnTo>
                  <a:lnTo>
                    <a:pt x="2705542" y="198566"/>
                  </a:lnTo>
                  <a:lnTo>
                    <a:pt x="2667341" y="172833"/>
                  </a:lnTo>
                  <a:lnTo>
                    <a:pt x="2615306" y="148288"/>
                  </a:lnTo>
                  <a:lnTo>
                    <a:pt x="2550272" y="125080"/>
                  </a:lnTo>
                  <a:lnTo>
                    <a:pt x="2513141" y="114026"/>
                  </a:lnTo>
                  <a:lnTo>
                    <a:pt x="2473073" y="103363"/>
                  </a:lnTo>
                  <a:lnTo>
                    <a:pt x="2430173" y="93111"/>
                  </a:lnTo>
                  <a:lnTo>
                    <a:pt x="2384544" y="83288"/>
                  </a:lnTo>
                  <a:lnTo>
                    <a:pt x="2336291" y="73913"/>
                  </a:lnTo>
                  <a:lnTo>
                    <a:pt x="2285519" y="65006"/>
                  </a:lnTo>
                  <a:lnTo>
                    <a:pt x="2232331" y="56586"/>
                  </a:lnTo>
                  <a:lnTo>
                    <a:pt x="2176832" y="48670"/>
                  </a:lnTo>
                  <a:lnTo>
                    <a:pt x="2119127" y="41279"/>
                  </a:lnTo>
                  <a:lnTo>
                    <a:pt x="2059319" y="34431"/>
                  </a:lnTo>
                  <a:lnTo>
                    <a:pt x="1997512" y="28145"/>
                  </a:lnTo>
                  <a:lnTo>
                    <a:pt x="1933812" y="22440"/>
                  </a:lnTo>
                  <a:lnTo>
                    <a:pt x="1868323" y="17335"/>
                  </a:lnTo>
                  <a:lnTo>
                    <a:pt x="1801148" y="12850"/>
                  </a:lnTo>
                  <a:lnTo>
                    <a:pt x="1732392" y="9002"/>
                  </a:lnTo>
                  <a:lnTo>
                    <a:pt x="1662160" y="5812"/>
                  </a:lnTo>
                  <a:lnTo>
                    <a:pt x="1590556" y="3297"/>
                  </a:lnTo>
                  <a:lnTo>
                    <a:pt x="1517683" y="1478"/>
                  </a:lnTo>
                  <a:lnTo>
                    <a:pt x="1443647" y="372"/>
                  </a:lnTo>
                  <a:lnTo>
                    <a:pt x="1368551" y="0"/>
                  </a:lnTo>
                  <a:close/>
                </a:path>
              </a:pathLst>
            </a:custGeom>
            <a:ln w="3175">
              <a:solidFill>
                <a:srgbClr val="3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7"/>
          <p:cNvSpPr txBox="1"/>
          <p:nvPr/>
        </p:nvSpPr>
        <p:spPr>
          <a:xfrm>
            <a:off x="3917653" y="5048462"/>
            <a:ext cx="194754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dirty="0">
                <a:latin typeface="Arial"/>
                <a:cs typeface="Arial"/>
              </a:rPr>
              <a:t>Administrar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estoque</a:t>
            </a:r>
            <a:endParaRPr sz="1700">
              <a:latin typeface="Arial"/>
              <a:cs typeface="Arial"/>
            </a:endParaRPr>
          </a:p>
        </p:txBody>
      </p:sp>
      <p:grpSp>
        <p:nvGrpSpPr>
          <p:cNvPr id="9" name="object 8"/>
          <p:cNvGrpSpPr/>
          <p:nvPr/>
        </p:nvGrpSpPr>
        <p:grpSpPr>
          <a:xfrm>
            <a:off x="3569174" y="3337526"/>
            <a:ext cx="2740660" cy="506095"/>
            <a:chOff x="3442715" y="3668267"/>
            <a:chExt cx="2740660" cy="506095"/>
          </a:xfrm>
        </p:grpSpPr>
        <p:sp>
          <p:nvSpPr>
            <p:cNvPr id="10" name="object 9"/>
            <p:cNvSpPr/>
            <p:nvPr/>
          </p:nvSpPr>
          <p:spPr>
            <a:xfrm>
              <a:off x="3444239" y="3669791"/>
              <a:ext cx="2737485" cy="502920"/>
            </a:xfrm>
            <a:custGeom>
              <a:avLst/>
              <a:gdLst/>
              <a:ahLst/>
              <a:cxnLst/>
              <a:rect l="l" t="t" r="r" b="b"/>
              <a:pathLst>
                <a:path w="2737485" h="502920">
                  <a:moveTo>
                    <a:pt x="2737103" y="252983"/>
                  </a:moveTo>
                  <a:lnTo>
                    <a:pt x="2719193" y="211829"/>
                  </a:lnTo>
                  <a:lnTo>
                    <a:pt x="2688223" y="185561"/>
                  </a:lnTo>
                  <a:lnTo>
                    <a:pt x="2643001" y="160403"/>
                  </a:lnTo>
                  <a:lnTo>
                    <a:pt x="2584362" y="136507"/>
                  </a:lnTo>
                  <a:lnTo>
                    <a:pt x="2513141" y="114026"/>
                  </a:lnTo>
                  <a:lnTo>
                    <a:pt x="2473073" y="103363"/>
                  </a:lnTo>
                  <a:lnTo>
                    <a:pt x="2430173" y="93111"/>
                  </a:lnTo>
                  <a:lnTo>
                    <a:pt x="2384544" y="83288"/>
                  </a:lnTo>
                  <a:lnTo>
                    <a:pt x="2336291" y="73913"/>
                  </a:lnTo>
                  <a:lnTo>
                    <a:pt x="2285519" y="65006"/>
                  </a:lnTo>
                  <a:lnTo>
                    <a:pt x="2232331" y="56586"/>
                  </a:lnTo>
                  <a:lnTo>
                    <a:pt x="2176832" y="48670"/>
                  </a:lnTo>
                  <a:lnTo>
                    <a:pt x="2119127" y="41279"/>
                  </a:lnTo>
                  <a:lnTo>
                    <a:pt x="2059319" y="34431"/>
                  </a:lnTo>
                  <a:lnTo>
                    <a:pt x="1997512" y="28145"/>
                  </a:lnTo>
                  <a:lnTo>
                    <a:pt x="1933812" y="22440"/>
                  </a:lnTo>
                  <a:lnTo>
                    <a:pt x="1868323" y="17335"/>
                  </a:lnTo>
                  <a:lnTo>
                    <a:pt x="1801148" y="12850"/>
                  </a:lnTo>
                  <a:lnTo>
                    <a:pt x="1732392" y="9002"/>
                  </a:lnTo>
                  <a:lnTo>
                    <a:pt x="1662160" y="5812"/>
                  </a:lnTo>
                  <a:lnTo>
                    <a:pt x="1590556" y="3297"/>
                  </a:lnTo>
                  <a:lnTo>
                    <a:pt x="1517683" y="1478"/>
                  </a:lnTo>
                  <a:lnTo>
                    <a:pt x="1443647" y="372"/>
                  </a:lnTo>
                  <a:lnTo>
                    <a:pt x="1368551" y="0"/>
                  </a:lnTo>
                  <a:lnTo>
                    <a:pt x="1293456" y="372"/>
                  </a:lnTo>
                  <a:lnTo>
                    <a:pt x="1219420" y="1478"/>
                  </a:lnTo>
                  <a:lnTo>
                    <a:pt x="1146547" y="3297"/>
                  </a:lnTo>
                  <a:lnTo>
                    <a:pt x="1074943" y="5812"/>
                  </a:lnTo>
                  <a:lnTo>
                    <a:pt x="1004711" y="9002"/>
                  </a:lnTo>
                  <a:lnTo>
                    <a:pt x="935955" y="12850"/>
                  </a:lnTo>
                  <a:lnTo>
                    <a:pt x="868780" y="17335"/>
                  </a:lnTo>
                  <a:lnTo>
                    <a:pt x="803291" y="22440"/>
                  </a:lnTo>
                  <a:lnTo>
                    <a:pt x="739591" y="28145"/>
                  </a:lnTo>
                  <a:lnTo>
                    <a:pt x="677784" y="34431"/>
                  </a:lnTo>
                  <a:lnTo>
                    <a:pt x="617976" y="41279"/>
                  </a:lnTo>
                  <a:lnTo>
                    <a:pt x="560271" y="48670"/>
                  </a:lnTo>
                  <a:lnTo>
                    <a:pt x="504772" y="56586"/>
                  </a:lnTo>
                  <a:lnTo>
                    <a:pt x="451584" y="65006"/>
                  </a:lnTo>
                  <a:lnTo>
                    <a:pt x="400811" y="73913"/>
                  </a:lnTo>
                  <a:lnTo>
                    <a:pt x="352559" y="83288"/>
                  </a:lnTo>
                  <a:lnTo>
                    <a:pt x="306930" y="93111"/>
                  </a:lnTo>
                  <a:lnTo>
                    <a:pt x="264029" y="103363"/>
                  </a:lnTo>
                  <a:lnTo>
                    <a:pt x="223962" y="114026"/>
                  </a:lnTo>
                  <a:lnTo>
                    <a:pt x="186831" y="125080"/>
                  </a:lnTo>
                  <a:lnTo>
                    <a:pt x="121797" y="148288"/>
                  </a:lnTo>
                  <a:lnTo>
                    <a:pt x="69762" y="172833"/>
                  </a:lnTo>
                  <a:lnTo>
                    <a:pt x="31561" y="198566"/>
                  </a:lnTo>
                  <a:lnTo>
                    <a:pt x="2024" y="239057"/>
                  </a:lnTo>
                  <a:lnTo>
                    <a:pt x="0" y="252983"/>
                  </a:lnTo>
                  <a:lnTo>
                    <a:pt x="2024" y="266615"/>
                  </a:lnTo>
                  <a:lnTo>
                    <a:pt x="31561" y="306337"/>
                  </a:lnTo>
                  <a:lnTo>
                    <a:pt x="69762" y="331646"/>
                  </a:lnTo>
                  <a:lnTo>
                    <a:pt x="121797" y="355833"/>
                  </a:lnTo>
                  <a:lnTo>
                    <a:pt x="186831" y="378742"/>
                  </a:lnTo>
                  <a:lnTo>
                    <a:pt x="223962" y="389667"/>
                  </a:lnTo>
                  <a:lnTo>
                    <a:pt x="264029" y="400214"/>
                  </a:lnTo>
                  <a:lnTo>
                    <a:pt x="306930" y="410363"/>
                  </a:lnTo>
                  <a:lnTo>
                    <a:pt x="352559" y="420093"/>
                  </a:lnTo>
                  <a:lnTo>
                    <a:pt x="400811" y="429386"/>
                  </a:lnTo>
                  <a:lnTo>
                    <a:pt x="451584" y="438222"/>
                  </a:lnTo>
                  <a:lnTo>
                    <a:pt x="504772" y="446581"/>
                  </a:lnTo>
                  <a:lnTo>
                    <a:pt x="560271" y="454444"/>
                  </a:lnTo>
                  <a:lnTo>
                    <a:pt x="617976" y="461791"/>
                  </a:lnTo>
                  <a:lnTo>
                    <a:pt x="677784" y="468601"/>
                  </a:lnTo>
                  <a:lnTo>
                    <a:pt x="739591" y="474857"/>
                  </a:lnTo>
                  <a:lnTo>
                    <a:pt x="803291" y="480537"/>
                  </a:lnTo>
                  <a:lnTo>
                    <a:pt x="868780" y="485622"/>
                  </a:lnTo>
                  <a:lnTo>
                    <a:pt x="935955" y="490094"/>
                  </a:lnTo>
                  <a:lnTo>
                    <a:pt x="1004711" y="493931"/>
                  </a:lnTo>
                  <a:lnTo>
                    <a:pt x="1074943" y="497114"/>
                  </a:lnTo>
                  <a:lnTo>
                    <a:pt x="1146547" y="499625"/>
                  </a:lnTo>
                  <a:lnTo>
                    <a:pt x="1219420" y="501442"/>
                  </a:lnTo>
                  <a:lnTo>
                    <a:pt x="1293456" y="502547"/>
                  </a:lnTo>
                  <a:lnTo>
                    <a:pt x="1368551" y="502919"/>
                  </a:lnTo>
                  <a:lnTo>
                    <a:pt x="1443647" y="502547"/>
                  </a:lnTo>
                  <a:lnTo>
                    <a:pt x="1517683" y="501442"/>
                  </a:lnTo>
                  <a:lnTo>
                    <a:pt x="1590556" y="499625"/>
                  </a:lnTo>
                  <a:lnTo>
                    <a:pt x="1662160" y="497114"/>
                  </a:lnTo>
                  <a:lnTo>
                    <a:pt x="1732392" y="493931"/>
                  </a:lnTo>
                  <a:lnTo>
                    <a:pt x="1801148" y="490094"/>
                  </a:lnTo>
                  <a:lnTo>
                    <a:pt x="1868323" y="485622"/>
                  </a:lnTo>
                  <a:lnTo>
                    <a:pt x="1933812" y="480537"/>
                  </a:lnTo>
                  <a:lnTo>
                    <a:pt x="1997512" y="474857"/>
                  </a:lnTo>
                  <a:lnTo>
                    <a:pt x="2059319" y="468601"/>
                  </a:lnTo>
                  <a:lnTo>
                    <a:pt x="2119127" y="461791"/>
                  </a:lnTo>
                  <a:lnTo>
                    <a:pt x="2176832" y="454444"/>
                  </a:lnTo>
                  <a:lnTo>
                    <a:pt x="2232331" y="446581"/>
                  </a:lnTo>
                  <a:lnTo>
                    <a:pt x="2285519" y="438222"/>
                  </a:lnTo>
                  <a:lnTo>
                    <a:pt x="2336291" y="429386"/>
                  </a:lnTo>
                  <a:lnTo>
                    <a:pt x="2384544" y="420093"/>
                  </a:lnTo>
                  <a:lnTo>
                    <a:pt x="2430173" y="410363"/>
                  </a:lnTo>
                  <a:lnTo>
                    <a:pt x="2473073" y="400214"/>
                  </a:lnTo>
                  <a:lnTo>
                    <a:pt x="2513141" y="389667"/>
                  </a:lnTo>
                  <a:lnTo>
                    <a:pt x="2550272" y="378742"/>
                  </a:lnTo>
                  <a:lnTo>
                    <a:pt x="2615306" y="355833"/>
                  </a:lnTo>
                  <a:lnTo>
                    <a:pt x="2667341" y="331646"/>
                  </a:lnTo>
                  <a:lnTo>
                    <a:pt x="2705542" y="306337"/>
                  </a:lnTo>
                  <a:lnTo>
                    <a:pt x="2735079" y="266615"/>
                  </a:lnTo>
                  <a:lnTo>
                    <a:pt x="2737103" y="252983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0"/>
            <p:cNvSpPr/>
            <p:nvPr/>
          </p:nvSpPr>
          <p:spPr>
            <a:xfrm>
              <a:off x="3444239" y="3669791"/>
              <a:ext cx="2737485" cy="502920"/>
            </a:xfrm>
            <a:custGeom>
              <a:avLst/>
              <a:gdLst/>
              <a:ahLst/>
              <a:cxnLst/>
              <a:rect l="l" t="t" r="r" b="b"/>
              <a:pathLst>
                <a:path w="2737485" h="502920">
                  <a:moveTo>
                    <a:pt x="1368551" y="0"/>
                  </a:moveTo>
                  <a:lnTo>
                    <a:pt x="1293456" y="372"/>
                  </a:lnTo>
                  <a:lnTo>
                    <a:pt x="1219420" y="1478"/>
                  </a:lnTo>
                  <a:lnTo>
                    <a:pt x="1146547" y="3297"/>
                  </a:lnTo>
                  <a:lnTo>
                    <a:pt x="1074943" y="5812"/>
                  </a:lnTo>
                  <a:lnTo>
                    <a:pt x="1004711" y="9002"/>
                  </a:lnTo>
                  <a:lnTo>
                    <a:pt x="935955" y="12850"/>
                  </a:lnTo>
                  <a:lnTo>
                    <a:pt x="868780" y="17335"/>
                  </a:lnTo>
                  <a:lnTo>
                    <a:pt x="803291" y="22440"/>
                  </a:lnTo>
                  <a:lnTo>
                    <a:pt x="739591" y="28145"/>
                  </a:lnTo>
                  <a:lnTo>
                    <a:pt x="677784" y="34431"/>
                  </a:lnTo>
                  <a:lnTo>
                    <a:pt x="617976" y="41279"/>
                  </a:lnTo>
                  <a:lnTo>
                    <a:pt x="560271" y="48670"/>
                  </a:lnTo>
                  <a:lnTo>
                    <a:pt x="504772" y="56586"/>
                  </a:lnTo>
                  <a:lnTo>
                    <a:pt x="451584" y="65006"/>
                  </a:lnTo>
                  <a:lnTo>
                    <a:pt x="400811" y="73913"/>
                  </a:lnTo>
                  <a:lnTo>
                    <a:pt x="352559" y="83288"/>
                  </a:lnTo>
                  <a:lnTo>
                    <a:pt x="306930" y="93111"/>
                  </a:lnTo>
                  <a:lnTo>
                    <a:pt x="264029" y="103363"/>
                  </a:lnTo>
                  <a:lnTo>
                    <a:pt x="223962" y="114026"/>
                  </a:lnTo>
                  <a:lnTo>
                    <a:pt x="186831" y="125080"/>
                  </a:lnTo>
                  <a:lnTo>
                    <a:pt x="121797" y="148288"/>
                  </a:lnTo>
                  <a:lnTo>
                    <a:pt x="69762" y="172833"/>
                  </a:lnTo>
                  <a:lnTo>
                    <a:pt x="31561" y="198566"/>
                  </a:lnTo>
                  <a:lnTo>
                    <a:pt x="2024" y="239057"/>
                  </a:lnTo>
                  <a:lnTo>
                    <a:pt x="0" y="252983"/>
                  </a:lnTo>
                  <a:lnTo>
                    <a:pt x="2024" y="266615"/>
                  </a:lnTo>
                  <a:lnTo>
                    <a:pt x="31561" y="306337"/>
                  </a:lnTo>
                  <a:lnTo>
                    <a:pt x="69762" y="331646"/>
                  </a:lnTo>
                  <a:lnTo>
                    <a:pt x="121797" y="355833"/>
                  </a:lnTo>
                  <a:lnTo>
                    <a:pt x="186831" y="378742"/>
                  </a:lnTo>
                  <a:lnTo>
                    <a:pt x="223962" y="389667"/>
                  </a:lnTo>
                  <a:lnTo>
                    <a:pt x="264029" y="400214"/>
                  </a:lnTo>
                  <a:lnTo>
                    <a:pt x="306930" y="410363"/>
                  </a:lnTo>
                  <a:lnTo>
                    <a:pt x="352559" y="420093"/>
                  </a:lnTo>
                  <a:lnTo>
                    <a:pt x="400811" y="429386"/>
                  </a:lnTo>
                  <a:lnTo>
                    <a:pt x="451584" y="438222"/>
                  </a:lnTo>
                  <a:lnTo>
                    <a:pt x="504772" y="446581"/>
                  </a:lnTo>
                  <a:lnTo>
                    <a:pt x="560271" y="454444"/>
                  </a:lnTo>
                  <a:lnTo>
                    <a:pt x="617976" y="461791"/>
                  </a:lnTo>
                  <a:lnTo>
                    <a:pt x="677784" y="468601"/>
                  </a:lnTo>
                  <a:lnTo>
                    <a:pt x="739591" y="474857"/>
                  </a:lnTo>
                  <a:lnTo>
                    <a:pt x="803291" y="480537"/>
                  </a:lnTo>
                  <a:lnTo>
                    <a:pt x="868780" y="485622"/>
                  </a:lnTo>
                  <a:lnTo>
                    <a:pt x="935955" y="490094"/>
                  </a:lnTo>
                  <a:lnTo>
                    <a:pt x="1004711" y="493931"/>
                  </a:lnTo>
                  <a:lnTo>
                    <a:pt x="1074943" y="497114"/>
                  </a:lnTo>
                  <a:lnTo>
                    <a:pt x="1146547" y="499625"/>
                  </a:lnTo>
                  <a:lnTo>
                    <a:pt x="1219420" y="501442"/>
                  </a:lnTo>
                  <a:lnTo>
                    <a:pt x="1293456" y="502547"/>
                  </a:lnTo>
                  <a:lnTo>
                    <a:pt x="1368551" y="502919"/>
                  </a:lnTo>
                  <a:lnTo>
                    <a:pt x="1443647" y="502547"/>
                  </a:lnTo>
                  <a:lnTo>
                    <a:pt x="1517683" y="501442"/>
                  </a:lnTo>
                  <a:lnTo>
                    <a:pt x="1590556" y="499625"/>
                  </a:lnTo>
                  <a:lnTo>
                    <a:pt x="1662160" y="497114"/>
                  </a:lnTo>
                  <a:lnTo>
                    <a:pt x="1732392" y="493931"/>
                  </a:lnTo>
                  <a:lnTo>
                    <a:pt x="1801148" y="490094"/>
                  </a:lnTo>
                  <a:lnTo>
                    <a:pt x="1868323" y="485622"/>
                  </a:lnTo>
                  <a:lnTo>
                    <a:pt x="1933812" y="480537"/>
                  </a:lnTo>
                  <a:lnTo>
                    <a:pt x="1997512" y="474857"/>
                  </a:lnTo>
                  <a:lnTo>
                    <a:pt x="2059319" y="468601"/>
                  </a:lnTo>
                  <a:lnTo>
                    <a:pt x="2119127" y="461791"/>
                  </a:lnTo>
                  <a:lnTo>
                    <a:pt x="2176832" y="454444"/>
                  </a:lnTo>
                  <a:lnTo>
                    <a:pt x="2232331" y="446581"/>
                  </a:lnTo>
                  <a:lnTo>
                    <a:pt x="2285519" y="438222"/>
                  </a:lnTo>
                  <a:lnTo>
                    <a:pt x="2336291" y="429386"/>
                  </a:lnTo>
                  <a:lnTo>
                    <a:pt x="2384544" y="420093"/>
                  </a:lnTo>
                  <a:lnTo>
                    <a:pt x="2430173" y="410363"/>
                  </a:lnTo>
                  <a:lnTo>
                    <a:pt x="2473073" y="400214"/>
                  </a:lnTo>
                  <a:lnTo>
                    <a:pt x="2513141" y="389667"/>
                  </a:lnTo>
                  <a:lnTo>
                    <a:pt x="2550272" y="378742"/>
                  </a:lnTo>
                  <a:lnTo>
                    <a:pt x="2615306" y="355833"/>
                  </a:lnTo>
                  <a:lnTo>
                    <a:pt x="2667341" y="331646"/>
                  </a:lnTo>
                  <a:lnTo>
                    <a:pt x="2705542" y="306337"/>
                  </a:lnTo>
                  <a:lnTo>
                    <a:pt x="2735079" y="266615"/>
                  </a:lnTo>
                  <a:lnTo>
                    <a:pt x="2737103" y="252983"/>
                  </a:lnTo>
                  <a:lnTo>
                    <a:pt x="2735079" y="239057"/>
                  </a:lnTo>
                  <a:lnTo>
                    <a:pt x="2705542" y="198566"/>
                  </a:lnTo>
                  <a:lnTo>
                    <a:pt x="2667341" y="172833"/>
                  </a:lnTo>
                  <a:lnTo>
                    <a:pt x="2615306" y="148288"/>
                  </a:lnTo>
                  <a:lnTo>
                    <a:pt x="2550272" y="125080"/>
                  </a:lnTo>
                  <a:lnTo>
                    <a:pt x="2513141" y="114026"/>
                  </a:lnTo>
                  <a:lnTo>
                    <a:pt x="2473073" y="103363"/>
                  </a:lnTo>
                  <a:lnTo>
                    <a:pt x="2430173" y="93111"/>
                  </a:lnTo>
                  <a:lnTo>
                    <a:pt x="2384544" y="83288"/>
                  </a:lnTo>
                  <a:lnTo>
                    <a:pt x="2336291" y="73913"/>
                  </a:lnTo>
                  <a:lnTo>
                    <a:pt x="2285519" y="65006"/>
                  </a:lnTo>
                  <a:lnTo>
                    <a:pt x="2232331" y="56586"/>
                  </a:lnTo>
                  <a:lnTo>
                    <a:pt x="2176832" y="48670"/>
                  </a:lnTo>
                  <a:lnTo>
                    <a:pt x="2119127" y="41279"/>
                  </a:lnTo>
                  <a:lnTo>
                    <a:pt x="2059319" y="34431"/>
                  </a:lnTo>
                  <a:lnTo>
                    <a:pt x="1997512" y="28145"/>
                  </a:lnTo>
                  <a:lnTo>
                    <a:pt x="1933812" y="22440"/>
                  </a:lnTo>
                  <a:lnTo>
                    <a:pt x="1868323" y="17335"/>
                  </a:lnTo>
                  <a:lnTo>
                    <a:pt x="1801148" y="12850"/>
                  </a:lnTo>
                  <a:lnTo>
                    <a:pt x="1732392" y="9002"/>
                  </a:lnTo>
                  <a:lnTo>
                    <a:pt x="1662160" y="5812"/>
                  </a:lnTo>
                  <a:lnTo>
                    <a:pt x="1590556" y="3297"/>
                  </a:lnTo>
                  <a:lnTo>
                    <a:pt x="1517683" y="1478"/>
                  </a:lnTo>
                  <a:lnTo>
                    <a:pt x="1443647" y="372"/>
                  </a:lnTo>
                  <a:lnTo>
                    <a:pt x="1368551" y="0"/>
                  </a:lnTo>
                  <a:close/>
                </a:path>
              </a:pathLst>
            </a:custGeom>
            <a:ln w="3175">
              <a:solidFill>
                <a:srgbClr val="3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1"/>
          <p:cNvSpPr txBox="1"/>
          <p:nvPr/>
        </p:nvSpPr>
        <p:spPr>
          <a:xfrm>
            <a:off x="4350469" y="3420829"/>
            <a:ext cx="120396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dirty="0">
                <a:latin typeface="Arial"/>
                <a:cs typeface="Arial"/>
              </a:rPr>
              <a:t>Vender</a:t>
            </a:r>
            <a:r>
              <a:rPr sz="1700" spc="-55" dirty="0">
                <a:latin typeface="Arial"/>
                <a:cs typeface="Arial"/>
              </a:rPr>
              <a:t> </a:t>
            </a:r>
            <a:r>
              <a:rPr sz="1700" spc="-25" dirty="0">
                <a:latin typeface="Arial"/>
                <a:cs typeface="Arial"/>
              </a:rPr>
              <a:t>CDs</a:t>
            </a:r>
            <a:endParaRPr sz="17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949803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44F955-8F59-AE25-D391-F3091CD4C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912215BE-4625-4592-7331-B388B2AF482C}"/>
              </a:ext>
            </a:extLst>
          </p:cNvPr>
          <p:cNvSpPr txBox="1"/>
          <p:nvPr/>
        </p:nvSpPr>
        <p:spPr>
          <a:xfrm>
            <a:off x="327198" y="389493"/>
            <a:ext cx="7552206" cy="5057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07000"/>
              </a:lnSpc>
              <a:spcAft>
                <a:spcPts val="800"/>
              </a:spcAft>
              <a:tabLst>
                <a:tab pos="914400" algn="l"/>
              </a:tabLst>
            </a:pPr>
            <a:r>
              <a:rPr lang="pt-BR" sz="2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Diagrama de Caso de Uso (Use Case)</a:t>
            </a:r>
          </a:p>
        </p:txBody>
      </p:sp>
      <p:sp>
        <p:nvSpPr>
          <p:cNvPr id="4" name="object 3"/>
          <p:cNvSpPr txBox="1"/>
          <p:nvPr/>
        </p:nvSpPr>
        <p:spPr>
          <a:xfrm>
            <a:off x="1126074" y="1091428"/>
            <a:ext cx="10761126" cy="4567276"/>
          </a:xfrm>
          <a:prstGeom prst="rect">
            <a:avLst/>
          </a:prstGeom>
        </p:spPr>
        <p:txBody>
          <a:bodyPr vert="horz" wrap="square" lIns="0" tIns="130175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1025"/>
              </a:spcBef>
              <a:buClr>
                <a:srgbClr val="009999"/>
              </a:buClr>
              <a:buChar char="•"/>
              <a:tabLst>
                <a:tab pos="356870" algn="l"/>
              </a:tabLst>
            </a:pPr>
            <a:r>
              <a:rPr sz="2600" dirty="0">
                <a:latin typeface="BirkaLTPro-Regular"/>
                <a:cs typeface="Verdana"/>
              </a:rPr>
              <a:t>Relacionamento</a:t>
            </a:r>
            <a:r>
              <a:rPr sz="2600" spc="-95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de</a:t>
            </a:r>
            <a:r>
              <a:rPr sz="2600" spc="-95" dirty="0">
                <a:latin typeface="BirkaLTPro-Regular"/>
                <a:cs typeface="Verdana"/>
              </a:rPr>
              <a:t> </a:t>
            </a:r>
            <a:r>
              <a:rPr sz="2600" spc="-10" dirty="0">
                <a:latin typeface="BirkaLTPro-Regular"/>
                <a:cs typeface="Verdana"/>
              </a:rPr>
              <a:t>associação</a:t>
            </a:r>
            <a:endParaRPr sz="2600" dirty="0">
              <a:latin typeface="BirkaLTPro-Regular"/>
              <a:cs typeface="Verdana"/>
            </a:endParaRPr>
          </a:p>
          <a:p>
            <a:pPr marL="756285" marR="497840" lvl="1" indent="-287020">
              <a:lnSpc>
                <a:spcPct val="121300"/>
              </a:lnSpc>
              <a:spcBef>
                <a:spcPts val="350"/>
              </a:spcBef>
              <a:buClr>
                <a:srgbClr val="009999"/>
              </a:buClr>
              <a:buChar char="–"/>
              <a:tabLst>
                <a:tab pos="756285" algn="l"/>
              </a:tabLst>
            </a:pPr>
            <a:r>
              <a:rPr sz="2600" dirty="0">
                <a:latin typeface="BirkaLTPro-Regular"/>
                <a:cs typeface="Verdana"/>
              </a:rPr>
              <a:t>Indica</a:t>
            </a:r>
            <a:r>
              <a:rPr sz="2600" spc="-40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que</a:t>
            </a:r>
            <a:r>
              <a:rPr sz="2600" spc="-15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há</a:t>
            </a:r>
            <a:r>
              <a:rPr sz="2600" spc="-40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uma</a:t>
            </a:r>
            <a:r>
              <a:rPr sz="2600" spc="-25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interação</a:t>
            </a:r>
            <a:r>
              <a:rPr sz="2600" spc="-30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(comunicação)</a:t>
            </a:r>
            <a:r>
              <a:rPr sz="2600" spc="-25" dirty="0">
                <a:latin typeface="BirkaLTPro-Regular"/>
                <a:cs typeface="Verdana"/>
              </a:rPr>
              <a:t> </a:t>
            </a:r>
            <a:r>
              <a:rPr sz="2600" spc="-10" dirty="0">
                <a:latin typeface="BirkaLTPro-Regular"/>
                <a:cs typeface="Verdana"/>
              </a:rPr>
              <a:t>entre </a:t>
            </a:r>
            <a:r>
              <a:rPr sz="2600" dirty="0">
                <a:latin typeface="BirkaLTPro-Regular"/>
                <a:cs typeface="Verdana"/>
              </a:rPr>
              <a:t>um caso</a:t>
            </a:r>
            <a:r>
              <a:rPr sz="2600" spc="-10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de</a:t>
            </a:r>
            <a:r>
              <a:rPr sz="2600" spc="-15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uso</a:t>
            </a:r>
            <a:r>
              <a:rPr sz="2600" spc="-10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e</a:t>
            </a:r>
            <a:r>
              <a:rPr sz="2600" spc="10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um</a:t>
            </a:r>
            <a:r>
              <a:rPr sz="2600" spc="-20" dirty="0">
                <a:latin typeface="BirkaLTPro-Regular"/>
                <a:cs typeface="Verdana"/>
              </a:rPr>
              <a:t> ator</a:t>
            </a:r>
            <a:endParaRPr sz="2600" dirty="0">
              <a:latin typeface="BirkaLTPro-Regular"/>
              <a:cs typeface="Verdana"/>
            </a:endParaRPr>
          </a:p>
          <a:p>
            <a:pPr marL="756285" lvl="1" indent="-287020">
              <a:lnSpc>
                <a:spcPct val="100000"/>
              </a:lnSpc>
              <a:spcBef>
                <a:spcPts val="770"/>
              </a:spcBef>
              <a:buClr>
                <a:srgbClr val="009999"/>
              </a:buClr>
              <a:buChar char="–"/>
              <a:tabLst>
                <a:tab pos="756285" algn="l"/>
              </a:tabLst>
            </a:pPr>
            <a:r>
              <a:rPr sz="2600" dirty="0">
                <a:latin typeface="BirkaLTPro-Regular"/>
                <a:cs typeface="Verdana"/>
              </a:rPr>
              <a:t>Um</a:t>
            </a:r>
            <a:r>
              <a:rPr sz="2600" spc="-10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ator</a:t>
            </a:r>
            <a:r>
              <a:rPr sz="2600" spc="-15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pode</a:t>
            </a:r>
            <a:r>
              <a:rPr sz="2600" spc="-30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se</a:t>
            </a:r>
            <a:r>
              <a:rPr sz="2600" spc="-25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comunicar</a:t>
            </a:r>
            <a:r>
              <a:rPr sz="2600" spc="-20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com</a:t>
            </a:r>
            <a:r>
              <a:rPr sz="2600" spc="-5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vários</a:t>
            </a:r>
            <a:r>
              <a:rPr sz="2600" spc="-5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casos</a:t>
            </a:r>
            <a:r>
              <a:rPr sz="2600" spc="-25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de</a:t>
            </a:r>
            <a:r>
              <a:rPr sz="2600" spc="-25" dirty="0">
                <a:latin typeface="BirkaLTPro-Regular"/>
                <a:cs typeface="Verdana"/>
              </a:rPr>
              <a:t> uso</a:t>
            </a:r>
            <a:endParaRPr sz="2600" dirty="0">
              <a:latin typeface="BirkaLTPro-Regular"/>
              <a:cs typeface="Verdana"/>
            </a:endParaRPr>
          </a:p>
          <a:p>
            <a:pPr>
              <a:lnSpc>
                <a:spcPct val="100000"/>
              </a:lnSpc>
              <a:spcBef>
                <a:spcPts val="1620"/>
              </a:spcBef>
            </a:pPr>
            <a:endParaRPr sz="2600" dirty="0">
              <a:latin typeface="BirkaLTPro-Regular"/>
              <a:cs typeface="Verdana"/>
            </a:endParaRPr>
          </a:p>
          <a:p>
            <a:pPr marL="469265">
              <a:lnSpc>
                <a:spcPct val="100000"/>
              </a:lnSpc>
            </a:pPr>
            <a:r>
              <a:rPr sz="2600" spc="-10" dirty="0">
                <a:latin typeface="BirkaLTPro-Regular"/>
                <a:cs typeface="Verdana"/>
              </a:rPr>
              <a:t>Dica:</a:t>
            </a:r>
            <a:endParaRPr sz="2600" dirty="0">
              <a:latin typeface="BirkaLTPro-Regular"/>
              <a:cs typeface="Verdana"/>
            </a:endParaRPr>
          </a:p>
          <a:p>
            <a:pPr marL="926465">
              <a:lnSpc>
                <a:spcPct val="100000"/>
              </a:lnSpc>
              <a:spcBef>
                <a:spcPts val="800"/>
              </a:spcBef>
            </a:pPr>
            <a:r>
              <a:rPr sz="2600" b="0" spc="170" dirty="0">
                <a:solidFill>
                  <a:srgbClr val="FF0000"/>
                </a:solidFill>
                <a:latin typeface="BirkaLTPro-Regular"/>
                <a:cs typeface="Artifakt Element Book"/>
              </a:rPr>
              <a:t>x</a:t>
            </a:r>
            <a:r>
              <a:rPr sz="2600" b="0" spc="315" dirty="0">
                <a:latin typeface="BirkaLTPro-Regular"/>
                <a:cs typeface="Artifakt Element Book"/>
              </a:rPr>
              <a:t> </a:t>
            </a:r>
            <a:r>
              <a:rPr sz="2600" dirty="0">
                <a:latin typeface="BirkaLTPro-Regular"/>
                <a:cs typeface="Verdana"/>
              </a:rPr>
              <a:t>Associações</a:t>
            </a:r>
            <a:r>
              <a:rPr sz="2600" spc="-10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NÃO</a:t>
            </a:r>
            <a:r>
              <a:rPr sz="2600" spc="-30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representam</a:t>
            </a:r>
            <a:r>
              <a:rPr sz="2600" spc="-15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fluxo</a:t>
            </a:r>
            <a:r>
              <a:rPr sz="2600" spc="-30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de</a:t>
            </a:r>
            <a:r>
              <a:rPr sz="2600" spc="-10" dirty="0">
                <a:latin typeface="BirkaLTPro-Regular"/>
                <a:cs typeface="Verdana"/>
              </a:rPr>
              <a:t> informação</a:t>
            </a:r>
            <a:endParaRPr sz="2600" dirty="0">
              <a:latin typeface="BirkaLTPro-Regular"/>
              <a:cs typeface="Verdana"/>
            </a:endParaRPr>
          </a:p>
          <a:p>
            <a:pPr>
              <a:lnSpc>
                <a:spcPct val="100000"/>
              </a:lnSpc>
              <a:spcBef>
                <a:spcPts val="1625"/>
              </a:spcBef>
            </a:pPr>
            <a:endParaRPr sz="2600" dirty="0">
              <a:latin typeface="BirkaLTPro-Regular"/>
              <a:cs typeface="Verdana"/>
            </a:endParaRPr>
          </a:p>
          <a:p>
            <a:pPr marL="469265">
              <a:lnSpc>
                <a:spcPct val="100000"/>
              </a:lnSpc>
            </a:pPr>
            <a:r>
              <a:rPr sz="2600" spc="-10" dirty="0">
                <a:latin typeface="BirkaLTPro-Regular"/>
                <a:cs typeface="Verdana"/>
              </a:rPr>
              <a:t>Notação:</a:t>
            </a:r>
            <a:endParaRPr sz="2600" dirty="0">
              <a:latin typeface="BirkaLTPro-Regular"/>
              <a:cs typeface="Verdana"/>
            </a:endParaRPr>
          </a:p>
        </p:txBody>
      </p:sp>
      <p:sp>
        <p:nvSpPr>
          <p:cNvPr id="13" name="object 4"/>
          <p:cNvSpPr/>
          <p:nvPr/>
        </p:nvSpPr>
        <p:spPr>
          <a:xfrm>
            <a:off x="3890609" y="4925830"/>
            <a:ext cx="494030" cy="664845"/>
          </a:xfrm>
          <a:custGeom>
            <a:avLst/>
            <a:gdLst/>
            <a:ahLst/>
            <a:cxnLst/>
            <a:rect l="l" t="t" r="r" b="b"/>
            <a:pathLst>
              <a:path w="494029" h="664845">
                <a:moveTo>
                  <a:pt x="384047" y="118871"/>
                </a:moveTo>
                <a:lnTo>
                  <a:pt x="373951" y="72008"/>
                </a:lnTo>
                <a:lnTo>
                  <a:pt x="346709" y="34289"/>
                </a:lnTo>
                <a:lnTo>
                  <a:pt x="306895" y="9143"/>
                </a:lnTo>
                <a:lnTo>
                  <a:pt x="259079" y="0"/>
                </a:lnTo>
                <a:lnTo>
                  <a:pt x="209978" y="9143"/>
                </a:lnTo>
                <a:lnTo>
                  <a:pt x="170306" y="34289"/>
                </a:lnTo>
                <a:lnTo>
                  <a:pt x="143779" y="72008"/>
                </a:lnTo>
                <a:lnTo>
                  <a:pt x="134111" y="118871"/>
                </a:lnTo>
                <a:lnTo>
                  <a:pt x="143779" y="164449"/>
                </a:lnTo>
                <a:lnTo>
                  <a:pt x="170306" y="202310"/>
                </a:lnTo>
                <a:lnTo>
                  <a:pt x="209978" y="228171"/>
                </a:lnTo>
                <a:lnTo>
                  <a:pt x="259079" y="237743"/>
                </a:lnTo>
                <a:lnTo>
                  <a:pt x="306895" y="228171"/>
                </a:lnTo>
                <a:lnTo>
                  <a:pt x="346709" y="202310"/>
                </a:lnTo>
                <a:lnTo>
                  <a:pt x="373951" y="164449"/>
                </a:lnTo>
                <a:lnTo>
                  <a:pt x="384047" y="118871"/>
                </a:lnTo>
                <a:close/>
              </a:path>
              <a:path w="494029" h="664845">
                <a:moveTo>
                  <a:pt x="252983" y="225551"/>
                </a:moveTo>
                <a:lnTo>
                  <a:pt x="252983" y="426719"/>
                </a:lnTo>
              </a:path>
              <a:path w="494029" h="664845">
                <a:moveTo>
                  <a:pt x="67055" y="280415"/>
                </a:moveTo>
                <a:lnTo>
                  <a:pt x="426719" y="280415"/>
                </a:lnTo>
              </a:path>
              <a:path w="494029" h="664845">
                <a:moveTo>
                  <a:pt x="0" y="664463"/>
                </a:moveTo>
                <a:lnTo>
                  <a:pt x="252983" y="426719"/>
                </a:lnTo>
              </a:path>
              <a:path w="494029" h="664845">
                <a:moveTo>
                  <a:pt x="252983" y="426719"/>
                </a:moveTo>
                <a:lnTo>
                  <a:pt x="493775" y="664463"/>
                </a:lnTo>
              </a:path>
            </a:pathLst>
          </a:custGeom>
          <a:ln w="3175">
            <a:solidFill>
              <a:srgbClr val="3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5"/>
          <p:cNvSpPr txBox="1"/>
          <p:nvPr/>
        </p:nvSpPr>
        <p:spPr>
          <a:xfrm>
            <a:off x="3929716" y="5663205"/>
            <a:ext cx="416559" cy="2813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650" spc="-20" dirty="0">
                <a:latin typeface="Arial"/>
                <a:cs typeface="Arial"/>
              </a:rPr>
              <a:t>Ator</a:t>
            </a:r>
            <a:endParaRPr sz="1650">
              <a:latin typeface="Arial"/>
              <a:cs typeface="Arial"/>
            </a:endParaRPr>
          </a:p>
        </p:txBody>
      </p:sp>
      <p:grpSp>
        <p:nvGrpSpPr>
          <p:cNvPr id="15" name="object 6"/>
          <p:cNvGrpSpPr/>
          <p:nvPr/>
        </p:nvGrpSpPr>
        <p:grpSpPr>
          <a:xfrm>
            <a:off x="6473726" y="5018731"/>
            <a:ext cx="932815" cy="490855"/>
            <a:chOff x="5841428" y="5417756"/>
            <a:chExt cx="932815" cy="490855"/>
          </a:xfrm>
        </p:grpSpPr>
        <p:sp>
          <p:nvSpPr>
            <p:cNvPr id="16" name="object 7"/>
            <p:cNvSpPr/>
            <p:nvPr/>
          </p:nvSpPr>
          <p:spPr>
            <a:xfrm>
              <a:off x="5843015" y="5419344"/>
              <a:ext cx="929640" cy="487680"/>
            </a:xfrm>
            <a:custGeom>
              <a:avLst/>
              <a:gdLst/>
              <a:ahLst/>
              <a:cxnLst/>
              <a:rect l="l" t="t" r="r" b="b"/>
              <a:pathLst>
                <a:path w="929640" h="487679">
                  <a:moveTo>
                    <a:pt x="929639" y="243839"/>
                  </a:moveTo>
                  <a:lnTo>
                    <a:pt x="912875" y="178152"/>
                  </a:lnTo>
                  <a:lnTo>
                    <a:pt x="865631" y="119662"/>
                  </a:lnTo>
                  <a:lnTo>
                    <a:pt x="832008" y="93777"/>
                  </a:lnTo>
                  <a:lnTo>
                    <a:pt x="792479" y="70484"/>
                  </a:lnTo>
                  <a:lnTo>
                    <a:pt x="747617" y="50050"/>
                  </a:lnTo>
                  <a:lnTo>
                    <a:pt x="697991" y="32737"/>
                  </a:lnTo>
                  <a:lnTo>
                    <a:pt x="644175" y="18811"/>
                  </a:lnTo>
                  <a:lnTo>
                    <a:pt x="586739" y="8537"/>
                  </a:lnTo>
                  <a:lnTo>
                    <a:pt x="526256" y="2178"/>
                  </a:lnTo>
                  <a:lnTo>
                    <a:pt x="463295" y="0"/>
                  </a:lnTo>
                  <a:lnTo>
                    <a:pt x="400395" y="2178"/>
                  </a:lnTo>
                  <a:lnTo>
                    <a:pt x="340077" y="8537"/>
                  </a:lnTo>
                  <a:lnTo>
                    <a:pt x="282892" y="18811"/>
                  </a:lnTo>
                  <a:lnTo>
                    <a:pt x="229390" y="32737"/>
                  </a:lnTo>
                  <a:lnTo>
                    <a:pt x="180121" y="50050"/>
                  </a:lnTo>
                  <a:lnTo>
                    <a:pt x="135635" y="70484"/>
                  </a:lnTo>
                  <a:lnTo>
                    <a:pt x="96484" y="93777"/>
                  </a:lnTo>
                  <a:lnTo>
                    <a:pt x="63217" y="119662"/>
                  </a:lnTo>
                  <a:lnTo>
                    <a:pt x="36385" y="147875"/>
                  </a:lnTo>
                  <a:lnTo>
                    <a:pt x="4226" y="210229"/>
                  </a:lnTo>
                  <a:lnTo>
                    <a:pt x="0" y="243839"/>
                  </a:lnTo>
                  <a:lnTo>
                    <a:pt x="4226" y="276810"/>
                  </a:lnTo>
                  <a:lnTo>
                    <a:pt x="36385" y="338518"/>
                  </a:lnTo>
                  <a:lnTo>
                    <a:pt x="63217" y="366663"/>
                  </a:lnTo>
                  <a:lnTo>
                    <a:pt x="96484" y="392606"/>
                  </a:lnTo>
                  <a:lnTo>
                    <a:pt x="135635" y="416051"/>
                  </a:lnTo>
                  <a:lnTo>
                    <a:pt x="180121" y="436703"/>
                  </a:lnTo>
                  <a:lnTo>
                    <a:pt x="229390" y="454264"/>
                  </a:lnTo>
                  <a:lnTo>
                    <a:pt x="282892" y="468439"/>
                  </a:lnTo>
                  <a:lnTo>
                    <a:pt x="340077" y="478931"/>
                  </a:lnTo>
                  <a:lnTo>
                    <a:pt x="400395" y="485443"/>
                  </a:lnTo>
                  <a:lnTo>
                    <a:pt x="463295" y="487679"/>
                  </a:lnTo>
                  <a:lnTo>
                    <a:pt x="526256" y="485443"/>
                  </a:lnTo>
                  <a:lnTo>
                    <a:pt x="586739" y="478931"/>
                  </a:lnTo>
                  <a:lnTo>
                    <a:pt x="644175" y="468439"/>
                  </a:lnTo>
                  <a:lnTo>
                    <a:pt x="697991" y="454264"/>
                  </a:lnTo>
                  <a:lnTo>
                    <a:pt x="747617" y="436703"/>
                  </a:lnTo>
                  <a:lnTo>
                    <a:pt x="792479" y="416051"/>
                  </a:lnTo>
                  <a:lnTo>
                    <a:pt x="832008" y="392606"/>
                  </a:lnTo>
                  <a:lnTo>
                    <a:pt x="865631" y="366663"/>
                  </a:lnTo>
                  <a:lnTo>
                    <a:pt x="892778" y="338518"/>
                  </a:lnTo>
                  <a:lnTo>
                    <a:pt x="925353" y="276810"/>
                  </a:lnTo>
                  <a:lnTo>
                    <a:pt x="929639" y="243839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8"/>
            <p:cNvSpPr/>
            <p:nvPr/>
          </p:nvSpPr>
          <p:spPr>
            <a:xfrm>
              <a:off x="5843015" y="5419344"/>
              <a:ext cx="929640" cy="487680"/>
            </a:xfrm>
            <a:custGeom>
              <a:avLst/>
              <a:gdLst/>
              <a:ahLst/>
              <a:cxnLst/>
              <a:rect l="l" t="t" r="r" b="b"/>
              <a:pathLst>
                <a:path w="929640" h="487679">
                  <a:moveTo>
                    <a:pt x="929639" y="243839"/>
                  </a:moveTo>
                  <a:lnTo>
                    <a:pt x="912875" y="178152"/>
                  </a:lnTo>
                  <a:lnTo>
                    <a:pt x="865631" y="119662"/>
                  </a:lnTo>
                  <a:lnTo>
                    <a:pt x="832008" y="93777"/>
                  </a:lnTo>
                  <a:lnTo>
                    <a:pt x="792479" y="70484"/>
                  </a:lnTo>
                  <a:lnTo>
                    <a:pt x="747617" y="50050"/>
                  </a:lnTo>
                  <a:lnTo>
                    <a:pt x="697991" y="32737"/>
                  </a:lnTo>
                  <a:lnTo>
                    <a:pt x="644175" y="18811"/>
                  </a:lnTo>
                  <a:lnTo>
                    <a:pt x="586739" y="8537"/>
                  </a:lnTo>
                  <a:lnTo>
                    <a:pt x="526256" y="2178"/>
                  </a:lnTo>
                  <a:lnTo>
                    <a:pt x="463295" y="0"/>
                  </a:lnTo>
                  <a:lnTo>
                    <a:pt x="400395" y="2178"/>
                  </a:lnTo>
                  <a:lnTo>
                    <a:pt x="340077" y="8537"/>
                  </a:lnTo>
                  <a:lnTo>
                    <a:pt x="282892" y="18811"/>
                  </a:lnTo>
                  <a:lnTo>
                    <a:pt x="229390" y="32737"/>
                  </a:lnTo>
                  <a:lnTo>
                    <a:pt x="180121" y="50050"/>
                  </a:lnTo>
                  <a:lnTo>
                    <a:pt x="135635" y="70484"/>
                  </a:lnTo>
                  <a:lnTo>
                    <a:pt x="96484" y="93777"/>
                  </a:lnTo>
                  <a:lnTo>
                    <a:pt x="63217" y="119662"/>
                  </a:lnTo>
                  <a:lnTo>
                    <a:pt x="36385" y="147875"/>
                  </a:lnTo>
                  <a:lnTo>
                    <a:pt x="4226" y="210229"/>
                  </a:lnTo>
                  <a:lnTo>
                    <a:pt x="0" y="243839"/>
                  </a:lnTo>
                  <a:lnTo>
                    <a:pt x="4226" y="276810"/>
                  </a:lnTo>
                  <a:lnTo>
                    <a:pt x="36385" y="338518"/>
                  </a:lnTo>
                  <a:lnTo>
                    <a:pt x="63217" y="366663"/>
                  </a:lnTo>
                  <a:lnTo>
                    <a:pt x="96484" y="392606"/>
                  </a:lnTo>
                  <a:lnTo>
                    <a:pt x="135635" y="416051"/>
                  </a:lnTo>
                  <a:lnTo>
                    <a:pt x="180121" y="436703"/>
                  </a:lnTo>
                  <a:lnTo>
                    <a:pt x="229390" y="454264"/>
                  </a:lnTo>
                  <a:lnTo>
                    <a:pt x="282892" y="468439"/>
                  </a:lnTo>
                  <a:lnTo>
                    <a:pt x="340077" y="478931"/>
                  </a:lnTo>
                  <a:lnTo>
                    <a:pt x="400395" y="485443"/>
                  </a:lnTo>
                  <a:lnTo>
                    <a:pt x="463295" y="487679"/>
                  </a:lnTo>
                  <a:lnTo>
                    <a:pt x="526256" y="485443"/>
                  </a:lnTo>
                  <a:lnTo>
                    <a:pt x="586739" y="478931"/>
                  </a:lnTo>
                  <a:lnTo>
                    <a:pt x="644175" y="468439"/>
                  </a:lnTo>
                  <a:lnTo>
                    <a:pt x="697991" y="454264"/>
                  </a:lnTo>
                  <a:lnTo>
                    <a:pt x="747617" y="436703"/>
                  </a:lnTo>
                  <a:lnTo>
                    <a:pt x="792479" y="416051"/>
                  </a:lnTo>
                  <a:lnTo>
                    <a:pt x="832008" y="392606"/>
                  </a:lnTo>
                  <a:lnTo>
                    <a:pt x="865631" y="366663"/>
                  </a:lnTo>
                  <a:lnTo>
                    <a:pt x="892778" y="338518"/>
                  </a:lnTo>
                  <a:lnTo>
                    <a:pt x="925353" y="276810"/>
                  </a:lnTo>
                  <a:lnTo>
                    <a:pt x="929639" y="243839"/>
                  </a:lnTo>
                  <a:close/>
                </a:path>
              </a:pathLst>
            </a:custGeom>
            <a:ln w="3175">
              <a:solidFill>
                <a:srgbClr val="3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9"/>
          <p:cNvSpPr txBox="1"/>
          <p:nvPr/>
        </p:nvSpPr>
        <p:spPr>
          <a:xfrm>
            <a:off x="6304109" y="5571765"/>
            <a:ext cx="1250315" cy="2813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650" dirty="0">
                <a:latin typeface="Arial"/>
                <a:cs typeface="Arial"/>
              </a:rPr>
              <a:t>Caso</a:t>
            </a:r>
            <a:r>
              <a:rPr sz="1650" spc="40" dirty="0">
                <a:latin typeface="Arial"/>
                <a:cs typeface="Arial"/>
              </a:rPr>
              <a:t> </a:t>
            </a:r>
            <a:r>
              <a:rPr sz="1650" dirty="0">
                <a:latin typeface="Arial"/>
                <a:cs typeface="Arial"/>
              </a:rPr>
              <a:t>de</a:t>
            </a:r>
            <a:r>
              <a:rPr sz="1650" spc="75" dirty="0">
                <a:latin typeface="Arial"/>
                <a:cs typeface="Arial"/>
              </a:rPr>
              <a:t> </a:t>
            </a:r>
            <a:r>
              <a:rPr sz="1650" spc="-25" dirty="0">
                <a:latin typeface="Arial"/>
                <a:cs typeface="Arial"/>
              </a:rPr>
              <a:t>Uso</a:t>
            </a:r>
            <a:endParaRPr sz="1650">
              <a:latin typeface="Arial"/>
              <a:cs typeface="Arial"/>
            </a:endParaRPr>
          </a:p>
        </p:txBody>
      </p:sp>
      <p:sp>
        <p:nvSpPr>
          <p:cNvPr id="19" name="object 10"/>
          <p:cNvSpPr txBox="1"/>
          <p:nvPr/>
        </p:nvSpPr>
        <p:spPr>
          <a:xfrm>
            <a:off x="3305383" y="5996396"/>
            <a:ext cx="4293870" cy="2736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r">
              <a:lnSpc>
                <a:spcPts val="755"/>
              </a:lnSpc>
            </a:pPr>
            <a:r>
              <a:rPr sz="1050" dirty="0">
                <a:latin typeface="Arial"/>
                <a:cs typeface="Arial"/>
              </a:rPr>
              <a:t>(from</a:t>
            </a:r>
            <a:r>
              <a:rPr sz="1050" spc="20" dirty="0">
                <a:latin typeface="Arial"/>
                <a:cs typeface="Arial"/>
              </a:rPr>
              <a:t> </a:t>
            </a:r>
            <a:r>
              <a:rPr sz="1050" spc="-20" dirty="0">
                <a:latin typeface="Arial"/>
                <a:cs typeface="Arial"/>
              </a:rPr>
              <a:t>Use</a:t>
            </a:r>
            <a:r>
              <a:rPr sz="1050" spc="-1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Case</a:t>
            </a:r>
            <a:r>
              <a:rPr sz="1050" spc="-15" dirty="0">
                <a:latin typeface="Arial"/>
                <a:cs typeface="Arial"/>
              </a:rPr>
              <a:t> </a:t>
            </a:r>
            <a:r>
              <a:rPr sz="1050" spc="-20" dirty="0">
                <a:latin typeface="Arial"/>
                <a:cs typeface="Arial"/>
              </a:rPr>
              <a:t>View)</a:t>
            </a:r>
            <a:endParaRPr sz="1050">
              <a:latin typeface="Arial"/>
              <a:cs typeface="Arial"/>
            </a:endParaRPr>
          </a:p>
          <a:p>
            <a:pPr>
              <a:lnSpc>
                <a:spcPts val="1355"/>
              </a:lnSpc>
            </a:pPr>
            <a:r>
              <a:rPr sz="1350" spc="-10" dirty="0">
                <a:latin typeface="Arial"/>
                <a:cs typeface="Arial"/>
              </a:rPr>
              <a:t>(from</a:t>
            </a:r>
            <a:r>
              <a:rPr sz="1350" spc="35" dirty="0">
                <a:latin typeface="Arial"/>
                <a:cs typeface="Arial"/>
              </a:rPr>
              <a:t> </a:t>
            </a:r>
            <a:r>
              <a:rPr sz="1350" dirty="0">
                <a:latin typeface="Arial"/>
                <a:cs typeface="Arial"/>
              </a:rPr>
              <a:t>Use</a:t>
            </a:r>
            <a:r>
              <a:rPr sz="1350" spc="-20" dirty="0">
                <a:latin typeface="Arial"/>
                <a:cs typeface="Arial"/>
              </a:rPr>
              <a:t> </a:t>
            </a:r>
            <a:r>
              <a:rPr sz="1350" dirty="0">
                <a:latin typeface="Arial"/>
                <a:cs typeface="Arial"/>
              </a:rPr>
              <a:t>Case</a:t>
            </a:r>
            <a:r>
              <a:rPr sz="1350" spc="-15" dirty="0">
                <a:latin typeface="Arial"/>
                <a:cs typeface="Arial"/>
              </a:rPr>
              <a:t> </a:t>
            </a:r>
            <a:r>
              <a:rPr sz="1350" spc="-20" dirty="0">
                <a:latin typeface="Arial"/>
                <a:cs typeface="Arial"/>
              </a:rPr>
              <a:t>View)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20" name="object 11"/>
          <p:cNvGrpSpPr/>
          <p:nvPr/>
        </p:nvGrpSpPr>
        <p:grpSpPr>
          <a:xfrm>
            <a:off x="2345780" y="5258253"/>
            <a:ext cx="5907405" cy="1106678"/>
            <a:chOff x="2365235" y="5657087"/>
            <a:chExt cx="5907405" cy="1106678"/>
          </a:xfrm>
        </p:grpSpPr>
        <p:sp>
          <p:nvSpPr>
            <p:cNvPr id="21" name="object 12"/>
            <p:cNvSpPr/>
            <p:nvPr/>
          </p:nvSpPr>
          <p:spPr>
            <a:xfrm>
              <a:off x="4342232" y="5657087"/>
              <a:ext cx="2066925" cy="0"/>
            </a:xfrm>
            <a:custGeom>
              <a:avLst/>
              <a:gdLst/>
              <a:ahLst/>
              <a:cxnLst/>
              <a:rect l="l" t="t" r="r" b="b"/>
              <a:pathLst>
                <a:path w="2066925">
                  <a:moveTo>
                    <a:pt x="1024127" y="0"/>
                  </a:moveTo>
                  <a:lnTo>
                    <a:pt x="2066543" y="0"/>
                  </a:lnTo>
                </a:path>
                <a:path w="2066925">
                  <a:moveTo>
                    <a:pt x="1024127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3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13"/>
            <p:cNvSpPr/>
            <p:nvPr/>
          </p:nvSpPr>
          <p:spPr>
            <a:xfrm>
              <a:off x="2365235" y="6330695"/>
              <a:ext cx="5907405" cy="433070"/>
            </a:xfrm>
            <a:custGeom>
              <a:avLst/>
              <a:gdLst/>
              <a:ahLst/>
              <a:cxnLst/>
              <a:rect l="l" t="t" r="r" b="b"/>
              <a:pathLst>
                <a:path w="5907405" h="433070">
                  <a:moveTo>
                    <a:pt x="5907023" y="432815"/>
                  </a:moveTo>
                  <a:lnTo>
                    <a:pt x="5907023" y="0"/>
                  </a:lnTo>
                  <a:lnTo>
                    <a:pt x="0" y="0"/>
                  </a:lnTo>
                  <a:lnTo>
                    <a:pt x="0" y="432815"/>
                  </a:lnTo>
                  <a:lnTo>
                    <a:pt x="5907023" y="43281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14"/>
          <p:cNvSpPr txBox="1"/>
          <p:nvPr/>
        </p:nvSpPr>
        <p:spPr>
          <a:xfrm>
            <a:off x="4877644" y="5358404"/>
            <a:ext cx="875665" cy="2813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650" spc="-10" dirty="0">
                <a:latin typeface="Arial"/>
                <a:cs typeface="Arial"/>
              </a:rPr>
              <a:t>interação</a:t>
            </a:r>
            <a:endParaRPr sz="16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9041667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201D73-FF65-FEA2-C412-42DCAD046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F9A79E62-8D4C-84E9-11F2-8A1866AF16E9}"/>
              </a:ext>
            </a:extLst>
          </p:cNvPr>
          <p:cNvSpPr txBox="1"/>
          <p:nvPr/>
        </p:nvSpPr>
        <p:spPr>
          <a:xfrm>
            <a:off x="327198" y="389493"/>
            <a:ext cx="7552206" cy="5057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07000"/>
              </a:lnSpc>
              <a:spcAft>
                <a:spcPts val="800"/>
              </a:spcAft>
              <a:tabLst>
                <a:tab pos="914400" algn="l"/>
              </a:tabLst>
            </a:pPr>
            <a:r>
              <a:rPr lang="pt-BR" sz="2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Diagrama de Caso de Uso (Use Case)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E0D254A2-B5AC-BA51-ECFC-A77B6A5C0F04}"/>
              </a:ext>
            </a:extLst>
          </p:cNvPr>
          <p:cNvSpPr txBox="1"/>
          <p:nvPr/>
        </p:nvSpPr>
        <p:spPr>
          <a:xfrm>
            <a:off x="1126074" y="1091428"/>
            <a:ext cx="10761126" cy="4567276"/>
          </a:xfrm>
          <a:prstGeom prst="rect">
            <a:avLst/>
          </a:prstGeom>
        </p:spPr>
        <p:txBody>
          <a:bodyPr vert="horz" wrap="square" lIns="0" tIns="130175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1025"/>
              </a:spcBef>
              <a:buClr>
                <a:srgbClr val="009999"/>
              </a:buClr>
              <a:buChar char="•"/>
              <a:tabLst>
                <a:tab pos="356870" algn="l"/>
              </a:tabLst>
            </a:pPr>
            <a:r>
              <a:rPr sz="2600" dirty="0">
                <a:latin typeface="BirkaLTPro-Regular"/>
                <a:cs typeface="Verdana"/>
              </a:rPr>
              <a:t>Relacionamento</a:t>
            </a:r>
            <a:r>
              <a:rPr sz="2600" spc="-95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de</a:t>
            </a:r>
            <a:r>
              <a:rPr sz="2600" spc="-95" dirty="0">
                <a:latin typeface="BirkaLTPro-Regular"/>
                <a:cs typeface="Verdana"/>
              </a:rPr>
              <a:t> </a:t>
            </a:r>
            <a:r>
              <a:rPr sz="2600" spc="-10" dirty="0">
                <a:latin typeface="BirkaLTPro-Regular"/>
                <a:cs typeface="Verdana"/>
              </a:rPr>
              <a:t>associação</a:t>
            </a:r>
            <a:endParaRPr sz="2600" dirty="0">
              <a:latin typeface="BirkaLTPro-Regular"/>
              <a:cs typeface="Verdana"/>
            </a:endParaRPr>
          </a:p>
          <a:p>
            <a:pPr marL="756285" marR="497840" lvl="1" indent="-287020">
              <a:lnSpc>
                <a:spcPct val="121300"/>
              </a:lnSpc>
              <a:spcBef>
                <a:spcPts val="350"/>
              </a:spcBef>
              <a:buClr>
                <a:srgbClr val="009999"/>
              </a:buClr>
              <a:buChar char="–"/>
              <a:tabLst>
                <a:tab pos="756285" algn="l"/>
              </a:tabLst>
            </a:pPr>
            <a:r>
              <a:rPr sz="2600" dirty="0">
                <a:latin typeface="BirkaLTPro-Regular"/>
                <a:cs typeface="Verdana"/>
              </a:rPr>
              <a:t>Indica</a:t>
            </a:r>
            <a:r>
              <a:rPr sz="2600" spc="-40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que</a:t>
            </a:r>
            <a:r>
              <a:rPr sz="2600" spc="-15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há</a:t>
            </a:r>
            <a:r>
              <a:rPr sz="2600" spc="-40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uma</a:t>
            </a:r>
            <a:r>
              <a:rPr sz="2600" spc="-25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interação</a:t>
            </a:r>
            <a:r>
              <a:rPr sz="2600" spc="-30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(comunicação)</a:t>
            </a:r>
            <a:r>
              <a:rPr sz="2600" spc="-25" dirty="0">
                <a:latin typeface="BirkaLTPro-Regular"/>
                <a:cs typeface="Verdana"/>
              </a:rPr>
              <a:t> </a:t>
            </a:r>
            <a:r>
              <a:rPr sz="2600" spc="-10" dirty="0">
                <a:latin typeface="BirkaLTPro-Regular"/>
                <a:cs typeface="Verdana"/>
              </a:rPr>
              <a:t>entre </a:t>
            </a:r>
            <a:r>
              <a:rPr sz="2600" dirty="0">
                <a:latin typeface="BirkaLTPro-Regular"/>
                <a:cs typeface="Verdana"/>
              </a:rPr>
              <a:t>um caso</a:t>
            </a:r>
            <a:r>
              <a:rPr sz="2600" spc="-10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de</a:t>
            </a:r>
            <a:r>
              <a:rPr sz="2600" spc="-15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uso</a:t>
            </a:r>
            <a:r>
              <a:rPr sz="2600" spc="-10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e</a:t>
            </a:r>
            <a:r>
              <a:rPr sz="2600" spc="10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um</a:t>
            </a:r>
            <a:r>
              <a:rPr sz="2600" spc="-20" dirty="0">
                <a:latin typeface="BirkaLTPro-Regular"/>
                <a:cs typeface="Verdana"/>
              </a:rPr>
              <a:t> ator</a:t>
            </a:r>
            <a:endParaRPr sz="2600" dirty="0">
              <a:latin typeface="BirkaLTPro-Regular"/>
              <a:cs typeface="Verdana"/>
            </a:endParaRPr>
          </a:p>
          <a:p>
            <a:pPr marL="756285" lvl="1" indent="-287020">
              <a:lnSpc>
                <a:spcPct val="100000"/>
              </a:lnSpc>
              <a:spcBef>
                <a:spcPts val="770"/>
              </a:spcBef>
              <a:buClr>
                <a:srgbClr val="009999"/>
              </a:buClr>
              <a:buChar char="–"/>
              <a:tabLst>
                <a:tab pos="756285" algn="l"/>
              </a:tabLst>
            </a:pPr>
            <a:r>
              <a:rPr sz="2600" dirty="0">
                <a:latin typeface="BirkaLTPro-Regular"/>
                <a:cs typeface="Verdana"/>
              </a:rPr>
              <a:t>Um</a:t>
            </a:r>
            <a:r>
              <a:rPr sz="2600" spc="-10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ator</a:t>
            </a:r>
            <a:r>
              <a:rPr sz="2600" spc="-15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pode</a:t>
            </a:r>
            <a:r>
              <a:rPr sz="2600" spc="-30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se</a:t>
            </a:r>
            <a:r>
              <a:rPr sz="2600" spc="-25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comunicar</a:t>
            </a:r>
            <a:r>
              <a:rPr sz="2600" spc="-20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com</a:t>
            </a:r>
            <a:r>
              <a:rPr sz="2600" spc="-5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vários</a:t>
            </a:r>
            <a:r>
              <a:rPr sz="2600" spc="-5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casos</a:t>
            </a:r>
            <a:r>
              <a:rPr sz="2600" spc="-25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de</a:t>
            </a:r>
            <a:r>
              <a:rPr sz="2600" spc="-25" dirty="0">
                <a:latin typeface="BirkaLTPro-Regular"/>
                <a:cs typeface="Verdana"/>
              </a:rPr>
              <a:t> uso</a:t>
            </a:r>
            <a:endParaRPr sz="2600" dirty="0">
              <a:latin typeface="BirkaLTPro-Regular"/>
              <a:cs typeface="Verdana"/>
            </a:endParaRPr>
          </a:p>
          <a:p>
            <a:pPr>
              <a:lnSpc>
                <a:spcPct val="100000"/>
              </a:lnSpc>
              <a:spcBef>
                <a:spcPts val="1620"/>
              </a:spcBef>
            </a:pPr>
            <a:endParaRPr sz="2600" dirty="0">
              <a:latin typeface="BirkaLTPro-Regular"/>
              <a:cs typeface="Verdana"/>
            </a:endParaRPr>
          </a:p>
          <a:p>
            <a:pPr marL="469265">
              <a:lnSpc>
                <a:spcPct val="100000"/>
              </a:lnSpc>
            </a:pPr>
            <a:r>
              <a:rPr sz="2600" spc="-10" dirty="0">
                <a:latin typeface="BirkaLTPro-Regular"/>
                <a:cs typeface="Verdana"/>
              </a:rPr>
              <a:t>Dica:</a:t>
            </a:r>
            <a:endParaRPr sz="2600" dirty="0">
              <a:latin typeface="BirkaLTPro-Regular"/>
              <a:cs typeface="Verdana"/>
            </a:endParaRPr>
          </a:p>
          <a:p>
            <a:pPr marL="926465">
              <a:lnSpc>
                <a:spcPct val="100000"/>
              </a:lnSpc>
              <a:spcBef>
                <a:spcPts val="800"/>
              </a:spcBef>
            </a:pPr>
            <a:r>
              <a:rPr sz="2600" b="0" spc="170" dirty="0">
                <a:solidFill>
                  <a:srgbClr val="FF0000"/>
                </a:solidFill>
                <a:latin typeface="BirkaLTPro-Regular"/>
                <a:cs typeface="Artifakt Element Book"/>
              </a:rPr>
              <a:t>x</a:t>
            </a:r>
            <a:r>
              <a:rPr sz="2600" b="0" spc="315" dirty="0">
                <a:latin typeface="BirkaLTPro-Regular"/>
                <a:cs typeface="Artifakt Element Book"/>
              </a:rPr>
              <a:t> </a:t>
            </a:r>
            <a:r>
              <a:rPr sz="2600" dirty="0">
                <a:latin typeface="BirkaLTPro-Regular"/>
                <a:cs typeface="Verdana"/>
              </a:rPr>
              <a:t>Associações</a:t>
            </a:r>
            <a:r>
              <a:rPr sz="2600" spc="-10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NÃO</a:t>
            </a:r>
            <a:r>
              <a:rPr sz="2600" spc="-30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representam</a:t>
            </a:r>
            <a:r>
              <a:rPr sz="2600" spc="-15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fluxo</a:t>
            </a:r>
            <a:r>
              <a:rPr sz="2600" spc="-30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de</a:t>
            </a:r>
            <a:r>
              <a:rPr sz="2600" spc="-10" dirty="0">
                <a:latin typeface="BirkaLTPro-Regular"/>
                <a:cs typeface="Verdana"/>
              </a:rPr>
              <a:t> informação</a:t>
            </a:r>
            <a:endParaRPr sz="2600" dirty="0">
              <a:latin typeface="BirkaLTPro-Regular"/>
              <a:cs typeface="Verdana"/>
            </a:endParaRPr>
          </a:p>
          <a:p>
            <a:pPr>
              <a:lnSpc>
                <a:spcPct val="100000"/>
              </a:lnSpc>
              <a:spcBef>
                <a:spcPts val="1625"/>
              </a:spcBef>
            </a:pPr>
            <a:endParaRPr sz="2600" dirty="0">
              <a:latin typeface="BirkaLTPro-Regular"/>
              <a:cs typeface="Verdana"/>
            </a:endParaRPr>
          </a:p>
          <a:p>
            <a:pPr marL="469265">
              <a:lnSpc>
                <a:spcPct val="100000"/>
              </a:lnSpc>
            </a:pPr>
            <a:r>
              <a:rPr sz="2600" spc="-10" dirty="0">
                <a:latin typeface="BirkaLTPro-Regular"/>
                <a:cs typeface="Verdana"/>
              </a:rPr>
              <a:t>Notação:</a:t>
            </a:r>
            <a:endParaRPr sz="2600" dirty="0">
              <a:latin typeface="BirkaLTPro-Regular"/>
              <a:cs typeface="Verdana"/>
            </a:endParaRPr>
          </a:p>
        </p:txBody>
      </p:sp>
      <p:sp>
        <p:nvSpPr>
          <p:cNvPr id="13" name="object 4">
            <a:extLst>
              <a:ext uri="{FF2B5EF4-FFF2-40B4-BE49-F238E27FC236}">
                <a16:creationId xmlns:a16="http://schemas.microsoft.com/office/drawing/2014/main" id="{FA362C7D-EEE9-F365-390E-C650468378F9}"/>
              </a:ext>
            </a:extLst>
          </p:cNvPr>
          <p:cNvSpPr/>
          <p:nvPr/>
        </p:nvSpPr>
        <p:spPr>
          <a:xfrm>
            <a:off x="3890609" y="4925830"/>
            <a:ext cx="494030" cy="664845"/>
          </a:xfrm>
          <a:custGeom>
            <a:avLst/>
            <a:gdLst/>
            <a:ahLst/>
            <a:cxnLst/>
            <a:rect l="l" t="t" r="r" b="b"/>
            <a:pathLst>
              <a:path w="494029" h="664845">
                <a:moveTo>
                  <a:pt x="384047" y="118871"/>
                </a:moveTo>
                <a:lnTo>
                  <a:pt x="373951" y="72008"/>
                </a:lnTo>
                <a:lnTo>
                  <a:pt x="346709" y="34289"/>
                </a:lnTo>
                <a:lnTo>
                  <a:pt x="306895" y="9143"/>
                </a:lnTo>
                <a:lnTo>
                  <a:pt x="259079" y="0"/>
                </a:lnTo>
                <a:lnTo>
                  <a:pt x="209978" y="9143"/>
                </a:lnTo>
                <a:lnTo>
                  <a:pt x="170306" y="34289"/>
                </a:lnTo>
                <a:lnTo>
                  <a:pt x="143779" y="72008"/>
                </a:lnTo>
                <a:lnTo>
                  <a:pt x="134111" y="118871"/>
                </a:lnTo>
                <a:lnTo>
                  <a:pt x="143779" y="164449"/>
                </a:lnTo>
                <a:lnTo>
                  <a:pt x="170306" y="202310"/>
                </a:lnTo>
                <a:lnTo>
                  <a:pt x="209978" y="228171"/>
                </a:lnTo>
                <a:lnTo>
                  <a:pt x="259079" y="237743"/>
                </a:lnTo>
                <a:lnTo>
                  <a:pt x="306895" y="228171"/>
                </a:lnTo>
                <a:lnTo>
                  <a:pt x="346709" y="202310"/>
                </a:lnTo>
                <a:lnTo>
                  <a:pt x="373951" y="164449"/>
                </a:lnTo>
                <a:lnTo>
                  <a:pt x="384047" y="118871"/>
                </a:lnTo>
                <a:close/>
              </a:path>
              <a:path w="494029" h="664845">
                <a:moveTo>
                  <a:pt x="252983" y="225551"/>
                </a:moveTo>
                <a:lnTo>
                  <a:pt x="252983" y="426719"/>
                </a:lnTo>
              </a:path>
              <a:path w="494029" h="664845">
                <a:moveTo>
                  <a:pt x="67055" y="280415"/>
                </a:moveTo>
                <a:lnTo>
                  <a:pt x="426719" y="280415"/>
                </a:lnTo>
              </a:path>
              <a:path w="494029" h="664845">
                <a:moveTo>
                  <a:pt x="0" y="664463"/>
                </a:moveTo>
                <a:lnTo>
                  <a:pt x="252983" y="426719"/>
                </a:lnTo>
              </a:path>
              <a:path w="494029" h="664845">
                <a:moveTo>
                  <a:pt x="252983" y="426719"/>
                </a:moveTo>
                <a:lnTo>
                  <a:pt x="493775" y="664463"/>
                </a:lnTo>
              </a:path>
            </a:pathLst>
          </a:custGeom>
          <a:ln w="3175">
            <a:solidFill>
              <a:srgbClr val="3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5">
            <a:extLst>
              <a:ext uri="{FF2B5EF4-FFF2-40B4-BE49-F238E27FC236}">
                <a16:creationId xmlns:a16="http://schemas.microsoft.com/office/drawing/2014/main" id="{7B01F3EE-F9AE-3A8D-E400-27B55BE66531}"/>
              </a:ext>
            </a:extLst>
          </p:cNvPr>
          <p:cNvSpPr txBox="1"/>
          <p:nvPr/>
        </p:nvSpPr>
        <p:spPr>
          <a:xfrm>
            <a:off x="3929716" y="5663205"/>
            <a:ext cx="416559" cy="2813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650" spc="-20" dirty="0">
                <a:latin typeface="Arial"/>
                <a:cs typeface="Arial"/>
              </a:rPr>
              <a:t>Ator</a:t>
            </a:r>
            <a:endParaRPr sz="1650">
              <a:latin typeface="Arial"/>
              <a:cs typeface="Arial"/>
            </a:endParaRPr>
          </a:p>
        </p:txBody>
      </p:sp>
      <p:grpSp>
        <p:nvGrpSpPr>
          <p:cNvPr id="15" name="object 6">
            <a:extLst>
              <a:ext uri="{FF2B5EF4-FFF2-40B4-BE49-F238E27FC236}">
                <a16:creationId xmlns:a16="http://schemas.microsoft.com/office/drawing/2014/main" id="{0511454F-142F-49D9-AFC1-0693B06E9913}"/>
              </a:ext>
            </a:extLst>
          </p:cNvPr>
          <p:cNvGrpSpPr/>
          <p:nvPr/>
        </p:nvGrpSpPr>
        <p:grpSpPr>
          <a:xfrm>
            <a:off x="6473726" y="5018731"/>
            <a:ext cx="932815" cy="490855"/>
            <a:chOff x="5841428" y="5417756"/>
            <a:chExt cx="932815" cy="490855"/>
          </a:xfrm>
        </p:grpSpPr>
        <p:sp>
          <p:nvSpPr>
            <p:cNvPr id="16" name="object 7">
              <a:extLst>
                <a:ext uri="{FF2B5EF4-FFF2-40B4-BE49-F238E27FC236}">
                  <a16:creationId xmlns:a16="http://schemas.microsoft.com/office/drawing/2014/main" id="{C665B0F0-A006-85D6-C349-CE278E4A577E}"/>
                </a:ext>
              </a:extLst>
            </p:cNvPr>
            <p:cNvSpPr/>
            <p:nvPr/>
          </p:nvSpPr>
          <p:spPr>
            <a:xfrm>
              <a:off x="5843015" y="5419344"/>
              <a:ext cx="929640" cy="487680"/>
            </a:xfrm>
            <a:custGeom>
              <a:avLst/>
              <a:gdLst/>
              <a:ahLst/>
              <a:cxnLst/>
              <a:rect l="l" t="t" r="r" b="b"/>
              <a:pathLst>
                <a:path w="929640" h="487679">
                  <a:moveTo>
                    <a:pt x="929639" y="243839"/>
                  </a:moveTo>
                  <a:lnTo>
                    <a:pt x="912875" y="178152"/>
                  </a:lnTo>
                  <a:lnTo>
                    <a:pt x="865631" y="119662"/>
                  </a:lnTo>
                  <a:lnTo>
                    <a:pt x="832008" y="93777"/>
                  </a:lnTo>
                  <a:lnTo>
                    <a:pt x="792479" y="70484"/>
                  </a:lnTo>
                  <a:lnTo>
                    <a:pt x="747617" y="50050"/>
                  </a:lnTo>
                  <a:lnTo>
                    <a:pt x="697991" y="32737"/>
                  </a:lnTo>
                  <a:lnTo>
                    <a:pt x="644175" y="18811"/>
                  </a:lnTo>
                  <a:lnTo>
                    <a:pt x="586739" y="8537"/>
                  </a:lnTo>
                  <a:lnTo>
                    <a:pt x="526256" y="2178"/>
                  </a:lnTo>
                  <a:lnTo>
                    <a:pt x="463295" y="0"/>
                  </a:lnTo>
                  <a:lnTo>
                    <a:pt x="400395" y="2178"/>
                  </a:lnTo>
                  <a:lnTo>
                    <a:pt x="340077" y="8537"/>
                  </a:lnTo>
                  <a:lnTo>
                    <a:pt x="282892" y="18811"/>
                  </a:lnTo>
                  <a:lnTo>
                    <a:pt x="229390" y="32737"/>
                  </a:lnTo>
                  <a:lnTo>
                    <a:pt x="180121" y="50050"/>
                  </a:lnTo>
                  <a:lnTo>
                    <a:pt x="135635" y="70484"/>
                  </a:lnTo>
                  <a:lnTo>
                    <a:pt x="96484" y="93777"/>
                  </a:lnTo>
                  <a:lnTo>
                    <a:pt x="63217" y="119662"/>
                  </a:lnTo>
                  <a:lnTo>
                    <a:pt x="36385" y="147875"/>
                  </a:lnTo>
                  <a:lnTo>
                    <a:pt x="4226" y="210229"/>
                  </a:lnTo>
                  <a:lnTo>
                    <a:pt x="0" y="243839"/>
                  </a:lnTo>
                  <a:lnTo>
                    <a:pt x="4226" y="276810"/>
                  </a:lnTo>
                  <a:lnTo>
                    <a:pt x="36385" y="338518"/>
                  </a:lnTo>
                  <a:lnTo>
                    <a:pt x="63217" y="366663"/>
                  </a:lnTo>
                  <a:lnTo>
                    <a:pt x="96484" y="392606"/>
                  </a:lnTo>
                  <a:lnTo>
                    <a:pt x="135635" y="416051"/>
                  </a:lnTo>
                  <a:lnTo>
                    <a:pt x="180121" y="436703"/>
                  </a:lnTo>
                  <a:lnTo>
                    <a:pt x="229390" y="454264"/>
                  </a:lnTo>
                  <a:lnTo>
                    <a:pt x="282892" y="468439"/>
                  </a:lnTo>
                  <a:lnTo>
                    <a:pt x="340077" y="478931"/>
                  </a:lnTo>
                  <a:lnTo>
                    <a:pt x="400395" y="485443"/>
                  </a:lnTo>
                  <a:lnTo>
                    <a:pt x="463295" y="487679"/>
                  </a:lnTo>
                  <a:lnTo>
                    <a:pt x="526256" y="485443"/>
                  </a:lnTo>
                  <a:lnTo>
                    <a:pt x="586739" y="478931"/>
                  </a:lnTo>
                  <a:lnTo>
                    <a:pt x="644175" y="468439"/>
                  </a:lnTo>
                  <a:lnTo>
                    <a:pt x="697991" y="454264"/>
                  </a:lnTo>
                  <a:lnTo>
                    <a:pt x="747617" y="436703"/>
                  </a:lnTo>
                  <a:lnTo>
                    <a:pt x="792479" y="416051"/>
                  </a:lnTo>
                  <a:lnTo>
                    <a:pt x="832008" y="392606"/>
                  </a:lnTo>
                  <a:lnTo>
                    <a:pt x="865631" y="366663"/>
                  </a:lnTo>
                  <a:lnTo>
                    <a:pt x="892778" y="338518"/>
                  </a:lnTo>
                  <a:lnTo>
                    <a:pt x="925353" y="276810"/>
                  </a:lnTo>
                  <a:lnTo>
                    <a:pt x="929639" y="243839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8">
              <a:extLst>
                <a:ext uri="{FF2B5EF4-FFF2-40B4-BE49-F238E27FC236}">
                  <a16:creationId xmlns:a16="http://schemas.microsoft.com/office/drawing/2014/main" id="{682882C7-F238-8574-E93E-402BF5ABFE05}"/>
                </a:ext>
              </a:extLst>
            </p:cNvPr>
            <p:cNvSpPr/>
            <p:nvPr/>
          </p:nvSpPr>
          <p:spPr>
            <a:xfrm>
              <a:off x="5843015" y="5419344"/>
              <a:ext cx="929640" cy="487680"/>
            </a:xfrm>
            <a:custGeom>
              <a:avLst/>
              <a:gdLst/>
              <a:ahLst/>
              <a:cxnLst/>
              <a:rect l="l" t="t" r="r" b="b"/>
              <a:pathLst>
                <a:path w="929640" h="487679">
                  <a:moveTo>
                    <a:pt x="929639" y="243839"/>
                  </a:moveTo>
                  <a:lnTo>
                    <a:pt x="912875" y="178152"/>
                  </a:lnTo>
                  <a:lnTo>
                    <a:pt x="865631" y="119662"/>
                  </a:lnTo>
                  <a:lnTo>
                    <a:pt x="832008" y="93777"/>
                  </a:lnTo>
                  <a:lnTo>
                    <a:pt x="792479" y="70484"/>
                  </a:lnTo>
                  <a:lnTo>
                    <a:pt x="747617" y="50050"/>
                  </a:lnTo>
                  <a:lnTo>
                    <a:pt x="697991" y="32737"/>
                  </a:lnTo>
                  <a:lnTo>
                    <a:pt x="644175" y="18811"/>
                  </a:lnTo>
                  <a:lnTo>
                    <a:pt x="586739" y="8537"/>
                  </a:lnTo>
                  <a:lnTo>
                    <a:pt x="526256" y="2178"/>
                  </a:lnTo>
                  <a:lnTo>
                    <a:pt x="463295" y="0"/>
                  </a:lnTo>
                  <a:lnTo>
                    <a:pt x="400395" y="2178"/>
                  </a:lnTo>
                  <a:lnTo>
                    <a:pt x="340077" y="8537"/>
                  </a:lnTo>
                  <a:lnTo>
                    <a:pt x="282892" y="18811"/>
                  </a:lnTo>
                  <a:lnTo>
                    <a:pt x="229390" y="32737"/>
                  </a:lnTo>
                  <a:lnTo>
                    <a:pt x="180121" y="50050"/>
                  </a:lnTo>
                  <a:lnTo>
                    <a:pt x="135635" y="70484"/>
                  </a:lnTo>
                  <a:lnTo>
                    <a:pt x="96484" y="93777"/>
                  </a:lnTo>
                  <a:lnTo>
                    <a:pt x="63217" y="119662"/>
                  </a:lnTo>
                  <a:lnTo>
                    <a:pt x="36385" y="147875"/>
                  </a:lnTo>
                  <a:lnTo>
                    <a:pt x="4226" y="210229"/>
                  </a:lnTo>
                  <a:lnTo>
                    <a:pt x="0" y="243839"/>
                  </a:lnTo>
                  <a:lnTo>
                    <a:pt x="4226" y="276810"/>
                  </a:lnTo>
                  <a:lnTo>
                    <a:pt x="36385" y="338518"/>
                  </a:lnTo>
                  <a:lnTo>
                    <a:pt x="63217" y="366663"/>
                  </a:lnTo>
                  <a:lnTo>
                    <a:pt x="96484" y="392606"/>
                  </a:lnTo>
                  <a:lnTo>
                    <a:pt x="135635" y="416051"/>
                  </a:lnTo>
                  <a:lnTo>
                    <a:pt x="180121" y="436703"/>
                  </a:lnTo>
                  <a:lnTo>
                    <a:pt x="229390" y="454264"/>
                  </a:lnTo>
                  <a:lnTo>
                    <a:pt x="282892" y="468439"/>
                  </a:lnTo>
                  <a:lnTo>
                    <a:pt x="340077" y="478931"/>
                  </a:lnTo>
                  <a:lnTo>
                    <a:pt x="400395" y="485443"/>
                  </a:lnTo>
                  <a:lnTo>
                    <a:pt x="463295" y="487679"/>
                  </a:lnTo>
                  <a:lnTo>
                    <a:pt x="526256" y="485443"/>
                  </a:lnTo>
                  <a:lnTo>
                    <a:pt x="586739" y="478931"/>
                  </a:lnTo>
                  <a:lnTo>
                    <a:pt x="644175" y="468439"/>
                  </a:lnTo>
                  <a:lnTo>
                    <a:pt x="697991" y="454264"/>
                  </a:lnTo>
                  <a:lnTo>
                    <a:pt x="747617" y="436703"/>
                  </a:lnTo>
                  <a:lnTo>
                    <a:pt x="792479" y="416051"/>
                  </a:lnTo>
                  <a:lnTo>
                    <a:pt x="832008" y="392606"/>
                  </a:lnTo>
                  <a:lnTo>
                    <a:pt x="865631" y="366663"/>
                  </a:lnTo>
                  <a:lnTo>
                    <a:pt x="892778" y="338518"/>
                  </a:lnTo>
                  <a:lnTo>
                    <a:pt x="925353" y="276810"/>
                  </a:lnTo>
                  <a:lnTo>
                    <a:pt x="929639" y="243839"/>
                  </a:lnTo>
                  <a:close/>
                </a:path>
              </a:pathLst>
            </a:custGeom>
            <a:ln w="3175">
              <a:solidFill>
                <a:srgbClr val="3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9">
            <a:extLst>
              <a:ext uri="{FF2B5EF4-FFF2-40B4-BE49-F238E27FC236}">
                <a16:creationId xmlns:a16="http://schemas.microsoft.com/office/drawing/2014/main" id="{8DD4492D-EDD9-5B64-11E2-287E08B9F041}"/>
              </a:ext>
            </a:extLst>
          </p:cNvPr>
          <p:cNvSpPr txBox="1"/>
          <p:nvPr/>
        </p:nvSpPr>
        <p:spPr>
          <a:xfrm>
            <a:off x="6304109" y="5571765"/>
            <a:ext cx="1250315" cy="2813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650" dirty="0">
                <a:latin typeface="Arial"/>
                <a:cs typeface="Arial"/>
              </a:rPr>
              <a:t>Caso</a:t>
            </a:r>
            <a:r>
              <a:rPr sz="1650" spc="40" dirty="0">
                <a:latin typeface="Arial"/>
                <a:cs typeface="Arial"/>
              </a:rPr>
              <a:t> </a:t>
            </a:r>
            <a:r>
              <a:rPr sz="1650" dirty="0">
                <a:latin typeface="Arial"/>
                <a:cs typeface="Arial"/>
              </a:rPr>
              <a:t>de</a:t>
            </a:r>
            <a:r>
              <a:rPr sz="1650" spc="75" dirty="0">
                <a:latin typeface="Arial"/>
                <a:cs typeface="Arial"/>
              </a:rPr>
              <a:t> </a:t>
            </a:r>
            <a:r>
              <a:rPr sz="1650" spc="-25" dirty="0">
                <a:latin typeface="Arial"/>
                <a:cs typeface="Arial"/>
              </a:rPr>
              <a:t>Uso</a:t>
            </a:r>
            <a:endParaRPr sz="1650">
              <a:latin typeface="Arial"/>
              <a:cs typeface="Arial"/>
            </a:endParaRPr>
          </a:p>
        </p:txBody>
      </p:sp>
      <p:sp>
        <p:nvSpPr>
          <p:cNvPr id="19" name="object 10">
            <a:extLst>
              <a:ext uri="{FF2B5EF4-FFF2-40B4-BE49-F238E27FC236}">
                <a16:creationId xmlns:a16="http://schemas.microsoft.com/office/drawing/2014/main" id="{0FEF2712-9A26-D65F-32CD-66A8FBCC4DDF}"/>
              </a:ext>
            </a:extLst>
          </p:cNvPr>
          <p:cNvSpPr txBox="1"/>
          <p:nvPr/>
        </p:nvSpPr>
        <p:spPr>
          <a:xfrm>
            <a:off x="3305383" y="5996396"/>
            <a:ext cx="4293870" cy="2736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r">
              <a:lnSpc>
                <a:spcPts val="755"/>
              </a:lnSpc>
            </a:pPr>
            <a:r>
              <a:rPr sz="1050" dirty="0">
                <a:latin typeface="Arial"/>
                <a:cs typeface="Arial"/>
              </a:rPr>
              <a:t>(from</a:t>
            </a:r>
            <a:r>
              <a:rPr sz="1050" spc="20" dirty="0">
                <a:latin typeface="Arial"/>
                <a:cs typeface="Arial"/>
              </a:rPr>
              <a:t> </a:t>
            </a:r>
            <a:r>
              <a:rPr sz="1050" spc="-20" dirty="0">
                <a:latin typeface="Arial"/>
                <a:cs typeface="Arial"/>
              </a:rPr>
              <a:t>Use</a:t>
            </a:r>
            <a:r>
              <a:rPr sz="1050" spc="-1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Case</a:t>
            </a:r>
            <a:r>
              <a:rPr sz="1050" spc="-15" dirty="0">
                <a:latin typeface="Arial"/>
                <a:cs typeface="Arial"/>
              </a:rPr>
              <a:t> </a:t>
            </a:r>
            <a:r>
              <a:rPr sz="1050" spc="-20" dirty="0">
                <a:latin typeface="Arial"/>
                <a:cs typeface="Arial"/>
              </a:rPr>
              <a:t>View)</a:t>
            </a:r>
            <a:endParaRPr sz="1050">
              <a:latin typeface="Arial"/>
              <a:cs typeface="Arial"/>
            </a:endParaRPr>
          </a:p>
          <a:p>
            <a:pPr>
              <a:lnSpc>
                <a:spcPts val="1355"/>
              </a:lnSpc>
            </a:pPr>
            <a:r>
              <a:rPr sz="1350" spc="-10" dirty="0">
                <a:latin typeface="Arial"/>
                <a:cs typeface="Arial"/>
              </a:rPr>
              <a:t>(from</a:t>
            </a:r>
            <a:r>
              <a:rPr sz="1350" spc="35" dirty="0">
                <a:latin typeface="Arial"/>
                <a:cs typeface="Arial"/>
              </a:rPr>
              <a:t> </a:t>
            </a:r>
            <a:r>
              <a:rPr sz="1350" dirty="0">
                <a:latin typeface="Arial"/>
                <a:cs typeface="Arial"/>
              </a:rPr>
              <a:t>Use</a:t>
            </a:r>
            <a:r>
              <a:rPr sz="1350" spc="-20" dirty="0">
                <a:latin typeface="Arial"/>
                <a:cs typeface="Arial"/>
              </a:rPr>
              <a:t> </a:t>
            </a:r>
            <a:r>
              <a:rPr sz="1350" dirty="0">
                <a:latin typeface="Arial"/>
                <a:cs typeface="Arial"/>
              </a:rPr>
              <a:t>Case</a:t>
            </a:r>
            <a:r>
              <a:rPr sz="1350" spc="-15" dirty="0">
                <a:latin typeface="Arial"/>
                <a:cs typeface="Arial"/>
              </a:rPr>
              <a:t> </a:t>
            </a:r>
            <a:r>
              <a:rPr sz="1350" spc="-20" dirty="0">
                <a:latin typeface="Arial"/>
                <a:cs typeface="Arial"/>
              </a:rPr>
              <a:t>View)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20" name="object 11">
            <a:extLst>
              <a:ext uri="{FF2B5EF4-FFF2-40B4-BE49-F238E27FC236}">
                <a16:creationId xmlns:a16="http://schemas.microsoft.com/office/drawing/2014/main" id="{2560D9AF-5DAF-CBB5-069C-0CBB096DC85B}"/>
              </a:ext>
            </a:extLst>
          </p:cNvPr>
          <p:cNvGrpSpPr/>
          <p:nvPr/>
        </p:nvGrpSpPr>
        <p:grpSpPr>
          <a:xfrm>
            <a:off x="2345780" y="5258253"/>
            <a:ext cx="5907405" cy="1106678"/>
            <a:chOff x="2365235" y="5657087"/>
            <a:chExt cx="5907405" cy="1106678"/>
          </a:xfrm>
        </p:grpSpPr>
        <p:sp>
          <p:nvSpPr>
            <p:cNvPr id="21" name="object 12">
              <a:extLst>
                <a:ext uri="{FF2B5EF4-FFF2-40B4-BE49-F238E27FC236}">
                  <a16:creationId xmlns:a16="http://schemas.microsoft.com/office/drawing/2014/main" id="{0697D641-33CC-A8A8-06F9-1C1E60C5D146}"/>
                </a:ext>
              </a:extLst>
            </p:cNvPr>
            <p:cNvSpPr/>
            <p:nvPr/>
          </p:nvSpPr>
          <p:spPr>
            <a:xfrm>
              <a:off x="4342232" y="5657087"/>
              <a:ext cx="2066925" cy="0"/>
            </a:xfrm>
            <a:custGeom>
              <a:avLst/>
              <a:gdLst/>
              <a:ahLst/>
              <a:cxnLst/>
              <a:rect l="l" t="t" r="r" b="b"/>
              <a:pathLst>
                <a:path w="2066925">
                  <a:moveTo>
                    <a:pt x="1024127" y="0"/>
                  </a:moveTo>
                  <a:lnTo>
                    <a:pt x="2066543" y="0"/>
                  </a:lnTo>
                </a:path>
                <a:path w="2066925">
                  <a:moveTo>
                    <a:pt x="1024127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3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13">
              <a:extLst>
                <a:ext uri="{FF2B5EF4-FFF2-40B4-BE49-F238E27FC236}">
                  <a16:creationId xmlns:a16="http://schemas.microsoft.com/office/drawing/2014/main" id="{CCF766E9-C509-0008-5649-66D41BDFAB92}"/>
                </a:ext>
              </a:extLst>
            </p:cNvPr>
            <p:cNvSpPr/>
            <p:nvPr/>
          </p:nvSpPr>
          <p:spPr>
            <a:xfrm>
              <a:off x="2365235" y="6330695"/>
              <a:ext cx="5907405" cy="433070"/>
            </a:xfrm>
            <a:custGeom>
              <a:avLst/>
              <a:gdLst/>
              <a:ahLst/>
              <a:cxnLst/>
              <a:rect l="l" t="t" r="r" b="b"/>
              <a:pathLst>
                <a:path w="5907405" h="433070">
                  <a:moveTo>
                    <a:pt x="5907023" y="432815"/>
                  </a:moveTo>
                  <a:lnTo>
                    <a:pt x="5907023" y="0"/>
                  </a:lnTo>
                  <a:lnTo>
                    <a:pt x="0" y="0"/>
                  </a:lnTo>
                  <a:lnTo>
                    <a:pt x="0" y="432815"/>
                  </a:lnTo>
                  <a:lnTo>
                    <a:pt x="5907023" y="43281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14">
            <a:extLst>
              <a:ext uri="{FF2B5EF4-FFF2-40B4-BE49-F238E27FC236}">
                <a16:creationId xmlns:a16="http://schemas.microsoft.com/office/drawing/2014/main" id="{FCBDF454-CA06-DAA4-1396-E41958968CB2}"/>
              </a:ext>
            </a:extLst>
          </p:cNvPr>
          <p:cNvSpPr txBox="1"/>
          <p:nvPr/>
        </p:nvSpPr>
        <p:spPr>
          <a:xfrm>
            <a:off x="4877644" y="5358404"/>
            <a:ext cx="875665" cy="2813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650" spc="-10" dirty="0">
                <a:latin typeface="Arial"/>
                <a:cs typeface="Arial"/>
              </a:rPr>
              <a:t>interação</a:t>
            </a:r>
            <a:endParaRPr sz="16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4610453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E4AACF-F8B3-C8C3-CA9D-EA9B40E92F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7B1457E1-7179-98E3-0DCF-30B156851FBF}"/>
              </a:ext>
            </a:extLst>
          </p:cNvPr>
          <p:cNvSpPr txBox="1"/>
          <p:nvPr/>
        </p:nvSpPr>
        <p:spPr>
          <a:xfrm>
            <a:off x="327198" y="389493"/>
            <a:ext cx="7552206" cy="5057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07000"/>
              </a:lnSpc>
              <a:spcAft>
                <a:spcPts val="800"/>
              </a:spcAft>
              <a:tabLst>
                <a:tab pos="914400" algn="l"/>
              </a:tabLst>
            </a:pPr>
            <a:r>
              <a:rPr lang="pt-BR" sz="2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Diagrama de Caso de Uso (Use Case)</a:t>
            </a:r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B391FB62-FBFA-148A-7158-2B2AD4AB1EC3}"/>
              </a:ext>
            </a:extLst>
          </p:cNvPr>
          <p:cNvSpPr txBox="1"/>
          <p:nvPr/>
        </p:nvSpPr>
        <p:spPr>
          <a:xfrm>
            <a:off x="1145529" y="1119008"/>
            <a:ext cx="10313654" cy="522296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90"/>
              </a:spcBef>
            </a:pPr>
            <a:r>
              <a:rPr sz="2600" dirty="0">
                <a:solidFill>
                  <a:srgbClr val="009999"/>
                </a:solidFill>
                <a:latin typeface="BirkaLTPro-Regular"/>
                <a:cs typeface="Verdana"/>
              </a:rPr>
              <a:t>Exemplo:</a:t>
            </a:r>
            <a:r>
              <a:rPr sz="2600" spc="-45" dirty="0">
                <a:solidFill>
                  <a:srgbClr val="009999"/>
                </a:solidFill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Loja</a:t>
            </a:r>
            <a:r>
              <a:rPr sz="2600" spc="-45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de</a:t>
            </a:r>
            <a:r>
              <a:rPr sz="2600" spc="-60" dirty="0">
                <a:latin typeface="BirkaLTPro-Regular"/>
                <a:cs typeface="Verdana"/>
              </a:rPr>
              <a:t> </a:t>
            </a:r>
            <a:r>
              <a:rPr sz="2600" spc="-25" dirty="0">
                <a:latin typeface="BirkaLTPro-Regular"/>
                <a:cs typeface="Verdana"/>
              </a:rPr>
              <a:t>CDs</a:t>
            </a:r>
            <a:endParaRPr sz="2600" dirty="0">
              <a:latin typeface="BirkaLTPro-Regular"/>
              <a:cs typeface="Verdana"/>
            </a:endParaRPr>
          </a:p>
          <a:p>
            <a:pPr algn="just">
              <a:lnSpc>
                <a:spcPct val="100000"/>
              </a:lnSpc>
              <a:spcBef>
                <a:spcPts val="1465"/>
              </a:spcBef>
            </a:pPr>
            <a:endParaRPr sz="2600" dirty="0">
              <a:latin typeface="BirkaLTPro-Regular"/>
              <a:cs typeface="Verdana"/>
            </a:endParaRPr>
          </a:p>
          <a:p>
            <a:pPr marL="469265" algn="just">
              <a:lnSpc>
                <a:spcPct val="100000"/>
              </a:lnSpc>
            </a:pPr>
            <a:r>
              <a:rPr sz="2600" dirty="0">
                <a:latin typeface="BirkaLTPro-Regular"/>
                <a:cs typeface="Verdana"/>
              </a:rPr>
              <a:t>Identificando</a:t>
            </a:r>
            <a:r>
              <a:rPr sz="2600" spc="-55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os</a:t>
            </a:r>
            <a:r>
              <a:rPr sz="2600" spc="-55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relacionamentos</a:t>
            </a:r>
            <a:r>
              <a:rPr sz="2600" spc="-55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de</a:t>
            </a:r>
            <a:r>
              <a:rPr sz="2600" spc="-40" dirty="0">
                <a:latin typeface="BirkaLTPro-Regular"/>
                <a:cs typeface="Verdana"/>
              </a:rPr>
              <a:t> </a:t>
            </a:r>
            <a:r>
              <a:rPr sz="2600" spc="-10" dirty="0">
                <a:latin typeface="BirkaLTPro-Regular"/>
                <a:cs typeface="Verdana"/>
              </a:rPr>
              <a:t>associação</a:t>
            </a:r>
            <a:endParaRPr sz="2600" dirty="0">
              <a:latin typeface="BirkaLTPro-Regular"/>
              <a:cs typeface="Verdana"/>
            </a:endParaRPr>
          </a:p>
          <a:p>
            <a:pPr algn="just">
              <a:lnSpc>
                <a:spcPct val="100000"/>
              </a:lnSpc>
              <a:spcBef>
                <a:spcPts val="700"/>
              </a:spcBef>
            </a:pPr>
            <a:endParaRPr sz="2600" dirty="0">
              <a:latin typeface="BirkaLTPro-Regular"/>
              <a:cs typeface="Verdana"/>
            </a:endParaRPr>
          </a:p>
          <a:p>
            <a:pPr marL="756285" marR="5080" indent="-287020" algn="just">
              <a:lnSpc>
                <a:spcPct val="120200"/>
              </a:lnSpc>
              <a:tabLst>
                <a:tab pos="756285" algn="l"/>
              </a:tabLst>
            </a:pPr>
            <a:r>
              <a:rPr sz="2600" spc="-50" dirty="0">
                <a:solidFill>
                  <a:srgbClr val="009999"/>
                </a:solidFill>
                <a:latin typeface="BirkaLTPro-Regular"/>
                <a:cs typeface="Verdana"/>
              </a:rPr>
              <a:t>–</a:t>
            </a:r>
            <a:r>
              <a:rPr sz="2600" dirty="0">
                <a:solidFill>
                  <a:srgbClr val="009999"/>
                </a:solidFill>
                <a:latin typeface="BirkaLTPro-Regular"/>
                <a:cs typeface="Verdana"/>
              </a:rPr>
              <a:t>	</a:t>
            </a:r>
            <a:r>
              <a:rPr sz="2600" dirty="0">
                <a:latin typeface="BirkaLTPro-Regular"/>
                <a:cs typeface="Verdana"/>
              </a:rPr>
              <a:t>Uma</a:t>
            </a:r>
            <a:r>
              <a:rPr sz="2600" spc="-55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loja</a:t>
            </a:r>
            <a:r>
              <a:rPr sz="2600" spc="-30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de</a:t>
            </a:r>
            <a:r>
              <a:rPr sz="2600" spc="-25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CDs</a:t>
            </a:r>
            <a:r>
              <a:rPr sz="2600" spc="-25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possui</a:t>
            </a:r>
            <a:r>
              <a:rPr sz="2600" spc="-20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discos</a:t>
            </a:r>
            <a:r>
              <a:rPr sz="2600" spc="-30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para</a:t>
            </a:r>
            <a:r>
              <a:rPr sz="2600" spc="-55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venda.</a:t>
            </a:r>
            <a:r>
              <a:rPr sz="2600" spc="-30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Um</a:t>
            </a:r>
            <a:r>
              <a:rPr sz="2600" spc="-40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cliente</a:t>
            </a:r>
            <a:r>
              <a:rPr sz="2600" spc="-25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pode</a:t>
            </a:r>
            <a:r>
              <a:rPr sz="2600" spc="-25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comprar</a:t>
            </a:r>
            <a:r>
              <a:rPr sz="2600" spc="-50" dirty="0">
                <a:latin typeface="BirkaLTPro-Regular"/>
                <a:cs typeface="Verdana"/>
              </a:rPr>
              <a:t> </a:t>
            </a:r>
            <a:r>
              <a:rPr sz="2600" spc="-25" dirty="0">
                <a:latin typeface="BirkaLTPro-Regular"/>
                <a:cs typeface="Verdana"/>
              </a:rPr>
              <a:t>uma </a:t>
            </a:r>
            <a:r>
              <a:rPr sz="2600" dirty="0">
                <a:latin typeface="BirkaLTPro-Regular"/>
                <a:cs typeface="Verdana"/>
              </a:rPr>
              <a:t>quantidade</a:t>
            </a:r>
            <a:r>
              <a:rPr sz="2600" spc="-40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ilimitada</a:t>
            </a:r>
            <a:r>
              <a:rPr sz="2600" spc="-20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de</a:t>
            </a:r>
            <a:r>
              <a:rPr sz="2600" spc="-15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discos</a:t>
            </a:r>
            <a:r>
              <a:rPr sz="2600" spc="-45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para</a:t>
            </a:r>
            <a:r>
              <a:rPr sz="2600" spc="-45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isto</a:t>
            </a:r>
            <a:r>
              <a:rPr sz="2600" spc="-55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ele</a:t>
            </a:r>
            <a:r>
              <a:rPr sz="2600" spc="-15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deve</a:t>
            </a:r>
            <a:r>
              <a:rPr sz="2600" spc="-15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se</a:t>
            </a:r>
            <a:r>
              <a:rPr sz="2600" spc="-40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dirigir</a:t>
            </a:r>
            <a:r>
              <a:rPr sz="2600" spc="-25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à</a:t>
            </a:r>
            <a:r>
              <a:rPr sz="2600" spc="-45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loja.</a:t>
            </a:r>
            <a:r>
              <a:rPr sz="2600" spc="-25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A</a:t>
            </a:r>
            <a:r>
              <a:rPr sz="2600" spc="-25" dirty="0">
                <a:latin typeface="BirkaLTPro-Regular"/>
                <a:cs typeface="Verdana"/>
              </a:rPr>
              <a:t> </a:t>
            </a:r>
            <a:r>
              <a:rPr sz="2600" spc="-20" dirty="0">
                <a:latin typeface="BirkaLTPro-Regular"/>
                <a:cs typeface="Verdana"/>
              </a:rPr>
              <a:t>loja </a:t>
            </a:r>
            <a:r>
              <a:rPr sz="2600" dirty="0">
                <a:latin typeface="BirkaLTPro-Regular"/>
                <a:cs typeface="Verdana"/>
              </a:rPr>
              <a:t>possui</a:t>
            </a:r>
            <a:r>
              <a:rPr sz="2600" spc="-15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um</a:t>
            </a:r>
            <a:r>
              <a:rPr sz="2600" spc="-60" dirty="0">
                <a:latin typeface="BirkaLTPro-Regular"/>
                <a:cs typeface="Verdana"/>
              </a:rPr>
              <a:t> </a:t>
            </a:r>
            <a:r>
              <a:rPr sz="2600" dirty="0">
                <a:solidFill>
                  <a:srgbClr val="FF3200"/>
                </a:solidFill>
                <a:latin typeface="BirkaLTPro-Regular"/>
                <a:cs typeface="Verdana"/>
              </a:rPr>
              <a:t>atendente</a:t>
            </a:r>
            <a:r>
              <a:rPr sz="2600" spc="-20" dirty="0">
                <a:solidFill>
                  <a:srgbClr val="FF3200"/>
                </a:solidFill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cuja</a:t>
            </a:r>
            <a:r>
              <a:rPr sz="2600" spc="-45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função</a:t>
            </a:r>
            <a:r>
              <a:rPr sz="2600" spc="-35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é</a:t>
            </a:r>
            <a:r>
              <a:rPr sz="2600" spc="-40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atender</a:t>
            </a:r>
            <a:r>
              <a:rPr sz="2600" spc="-25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os</a:t>
            </a:r>
            <a:r>
              <a:rPr sz="2600" spc="-50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clientes</a:t>
            </a:r>
            <a:r>
              <a:rPr sz="2600" spc="-45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durante</a:t>
            </a:r>
            <a:r>
              <a:rPr sz="2600" spc="-40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a</a:t>
            </a:r>
            <a:r>
              <a:rPr sz="2600" spc="-40" dirty="0">
                <a:latin typeface="BirkaLTPro-Regular"/>
                <a:cs typeface="Verdana"/>
              </a:rPr>
              <a:t> </a:t>
            </a:r>
            <a:r>
              <a:rPr sz="2600" dirty="0">
                <a:solidFill>
                  <a:srgbClr val="00B0F0"/>
                </a:solidFill>
                <a:latin typeface="BirkaLTPro-Regular"/>
                <a:cs typeface="Verdana"/>
              </a:rPr>
              <a:t>venda</a:t>
            </a:r>
            <a:r>
              <a:rPr sz="2600" spc="-20" dirty="0">
                <a:solidFill>
                  <a:srgbClr val="00B0F0"/>
                </a:solidFill>
                <a:latin typeface="BirkaLTPro-Regular"/>
                <a:cs typeface="Verdana"/>
              </a:rPr>
              <a:t> </a:t>
            </a:r>
            <a:r>
              <a:rPr sz="2600" spc="-25" dirty="0">
                <a:solidFill>
                  <a:srgbClr val="00B0F0"/>
                </a:solidFill>
                <a:latin typeface="BirkaLTPro-Regular"/>
                <a:cs typeface="Verdana"/>
              </a:rPr>
              <a:t>dos </a:t>
            </a:r>
            <a:r>
              <a:rPr sz="2600" dirty="0">
                <a:solidFill>
                  <a:srgbClr val="00B0F0"/>
                </a:solidFill>
                <a:latin typeface="BirkaLTPro-Regular"/>
                <a:cs typeface="Verdana"/>
              </a:rPr>
              <a:t>discos</a:t>
            </a:r>
            <a:r>
              <a:rPr sz="2600" dirty="0">
                <a:latin typeface="BirkaLTPro-Regular"/>
                <a:cs typeface="Verdana"/>
              </a:rPr>
              <a:t>.</a:t>
            </a:r>
            <a:r>
              <a:rPr sz="2600" spc="-50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A</a:t>
            </a:r>
            <a:r>
              <a:rPr sz="2600" spc="-50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loja</a:t>
            </a:r>
            <a:r>
              <a:rPr sz="2600" spc="-25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também</a:t>
            </a:r>
            <a:r>
              <a:rPr sz="2600" spc="-30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possui</a:t>
            </a:r>
            <a:r>
              <a:rPr sz="2600" spc="-10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um</a:t>
            </a:r>
            <a:r>
              <a:rPr sz="2600" spc="-45" dirty="0">
                <a:latin typeface="BirkaLTPro-Regular"/>
                <a:cs typeface="Verdana"/>
              </a:rPr>
              <a:t> </a:t>
            </a:r>
            <a:r>
              <a:rPr sz="2600" dirty="0">
                <a:solidFill>
                  <a:srgbClr val="FF0000"/>
                </a:solidFill>
                <a:latin typeface="BirkaLTPro-Regular"/>
                <a:cs typeface="Verdana"/>
              </a:rPr>
              <a:t>gerente</a:t>
            </a:r>
            <a:r>
              <a:rPr sz="2600" spc="-15" dirty="0">
                <a:solidFill>
                  <a:srgbClr val="FF0000"/>
                </a:solidFill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cuja</a:t>
            </a:r>
            <a:r>
              <a:rPr sz="2600" spc="-45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função</a:t>
            </a:r>
            <a:r>
              <a:rPr sz="2600" spc="-55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é</a:t>
            </a:r>
            <a:r>
              <a:rPr sz="2600" spc="-45" dirty="0">
                <a:latin typeface="BirkaLTPro-Regular"/>
                <a:cs typeface="Verdana"/>
              </a:rPr>
              <a:t> </a:t>
            </a:r>
            <a:r>
              <a:rPr sz="2600" dirty="0">
                <a:solidFill>
                  <a:srgbClr val="00B0F0"/>
                </a:solidFill>
                <a:latin typeface="BirkaLTPro-Regular"/>
                <a:cs typeface="Verdana"/>
              </a:rPr>
              <a:t>administrar</a:t>
            </a:r>
            <a:r>
              <a:rPr sz="2600" spc="-25" dirty="0">
                <a:solidFill>
                  <a:srgbClr val="00B0F0"/>
                </a:solidFill>
                <a:latin typeface="BirkaLTPro-Regular"/>
                <a:cs typeface="Verdana"/>
              </a:rPr>
              <a:t> </a:t>
            </a:r>
            <a:r>
              <a:rPr sz="2600" spc="-50" dirty="0">
                <a:solidFill>
                  <a:srgbClr val="00B0F0"/>
                </a:solidFill>
                <a:latin typeface="BirkaLTPro-Regular"/>
                <a:cs typeface="Verdana"/>
              </a:rPr>
              <a:t>o </a:t>
            </a:r>
            <a:r>
              <a:rPr sz="2600" dirty="0">
                <a:solidFill>
                  <a:srgbClr val="00B0F0"/>
                </a:solidFill>
                <a:latin typeface="BirkaLTPro-Regular"/>
                <a:cs typeface="Verdana"/>
              </a:rPr>
              <a:t>estoque</a:t>
            </a:r>
            <a:r>
              <a:rPr sz="2600" spc="-15" dirty="0">
                <a:solidFill>
                  <a:srgbClr val="81A643"/>
                </a:solidFill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para</a:t>
            </a:r>
            <a:r>
              <a:rPr sz="2600" spc="-20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que</a:t>
            </a:r>
            <a:r>
              <a:rPr sz="2600" spc="-40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não</a:t>
            </a:r>
            <a:r>
              <a:rPr sz="2600" spc="-25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faltem</a:t>
            </a:r>
            <a:r>
              <a:rPr sz="2600" spc="-30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discos.</a:t>
            </a:r>
            <a:r>
              <a:rPr sz="2600" spc="-25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Além</a:t>
            </a:r>
            <a:r>
              <a:rPr sz="2600" spc="-25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disso</a:t>
            </a:r>
            <a:r>
              <a:rPr sz="2600" spc="-55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é</a:t>
            </a:r>
            <a:r>
              <a:rPr sz="2600" spc="-35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ele</a:t>
            </a:r>
            <a:r>
              <a:rPr sz="2600" spc="-15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quem</a:t>
            </a:r>
            <a:r>
              <a:rPr sz="2600" spc="-30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dá</a:t>
            </a:r>
            <a:r>
              <a:rPr sz="2600" spc="-30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folga</a:t>
            </a:r>
            <a:r>
              <a:rPr sz="2600" spc="-45" dirty="0">
                <a:latin typeface="BirkaLTPro-Regular"/>
                <a:cs typeface="Verdana"/>
              </a:rPr>
              <a:t> </a:t>
            </a:r>
            <a:r>
              <a:rPr sz="2600" spc="-25" dirty="0">
                <a:latin typeface="BirkaLTPro-Regular"/>
                <a:cs typeface="Verdana"/>
              </a:rPr>
              <a:t>ao </a:t>
            </a:r>
            <a:r>
              <a:rPr sz="2600" dirty="0">
                <a:latin typeface="BirkaLTPro-Regular"/>
                <a:cs typeface="Verdana"/>
              </a:rPr>
              <a:t>atendente,</a:t>
            </a:r>
            <a:r>
              <a:rPr sz="2600" spc="-55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ou</a:t>
            </a:r>
            <a:r>
              <a:rPr sz="2600" spc="-30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seja,</a:t>
            </a:r>
            <a:r>
              <a:rPr sz="2600" spc="-50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ele</a:t>
            </a:r>
            <a:r>
              <a:rPr sz="2600" spc="-45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também</a:t>
            </a:r>
            <a:r>
              <a:rPr sz="2600" spc="-55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atende</a:t>
            </a:r>
            <a:r>
              <a:rPr sz="2600" spc="-20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os</a:t>
            </a:r>
            <a:r>
              <a:rPr sz="2600" spc="-25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clientes</a:t>
            </a:r>
            <a:r>
              <a:rPr sz="2600" spc="-25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durante</a:t>
            </a:r>
            <a:r>
              <a:rPr sz="2600" spc="-40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a</a:t>
            </a:r>
            <a:r>
              <a:rPr sz="2600" spc="-30" dirty="0">
                <a:latin typeface="BirkaLTPro-Regular"/>
                <a:cs typeface="Verdana"/>
              </a:rPr>
              <a:t> </a:t>
            </a:r>
            <a:r>
              <a:rPr sz="2600" dirty="0">
                <a:solidFill>
                  <a:srgbClr val="00B0F0"/>
                </a:solidFill>
                <a:latin typeface="BirkaLTPro-Regular"/>
                <a:cs typeface="Verdana"/>
              </a:rPr>
              <a:t>venda</a:t>
            </a:r>
            <a:r>
              <a:rPr sz="2600" spc="-25" dirty="0">
                <a:solidFill>
                  <a:srgbClr val="00B0F0"/>
                </a:solidFill>
                <a:latin typeface="BirkaLTPro-Regular"/>
                <a:cs typeface="Verdana"/>
              </a:rPr>
              <a:t> dos </a:t>
            </a:r>
            <a:r>
              <a:rPr sz="2600" spc="-10" dirty="0">
                <a:solidFill>
                  <a:srgbClr val="00B0F0"/>
                </a:solidFill>
                <a:latin typeface="BirkaLTPro-Regular"/>
                <a:cs typeface="Verdana"/>
              </a:rPr>
              <a:t>discos</a:t>
            </a:r>
            <a:r>
              <a:rPr sz="2600" spc="-10" dirty="0">
                <a:latin typeface="BirkaLTPro-Regular"/>
                <a:cs typeface="Verdana"/>
              </a:rPr>
              <a:t>.</a:t>
            </a:r>
            <a:endParaRPr sz="2600" dirty="0">
              <a:latin typeface="BirkaLTPro-Regular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82035732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1534E6-8B41-B48B-0743-D43E5E791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6059F3D1-0089-DD60-F2CE-10F9BB6CCB2F}"/>
              </a:ext>
            </a:extLst>
          </p:cNvPr>
          <p:cNvSpPr txBox="1"/>
          <p:nvPr/>
        </p:nvSpPr>
        <p:spPr>
          <a:xfrm>
            <a:off x="327198" y="389493"/>
            <a:ext cx="7552206" cy="5057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07000"/>
              </a:lnSpc>
              <a:spcAft>
                <a:spcPts val="800"/>
              </a:spcAft>
              <a:tabLst>
                <a:tab pos="914400" algn="l"/>
              </a:tabLst>
            </a:pPr>
            <a:r>
              <a:rPr lang="pt-BR" sz="2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Diagrama de Caso de Uso (Use Case)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099AC769-B4C4-2B19-8A64-7A6D6E67E1DD}"/>
              </a:ext>
            </a:extLst>
          </p:cNvPr>
          <p:cNvSpPr txBox="1"/>
          <p:nvPr/>
        </p:nvSpPr>
        <p:spPr>
          <a:xfrm>
            <a:off x="1048252" y="1365632"/>
            <a:ext cx="8124931" cy="140423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600" dirty="0">
                <a:latin typeface="BirkaLTPro-Regular"/>
                <a:cs typeface="Verdana"/>
              </a:rPr>
              <a:t>Exemplo:</a:t>
            </a:r>
            <a:r>
              <a:rPr sz="2600" spc="-45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Loja</a:t>
            </a:r>
            <a:r>
              <a:rPr sz="2600" spc="-45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de</a:t>
            </a:r>
            <a:r>
              <a:rPr sz="2600" spc="-60" dirty="0">
                <a:latin typeface="BirkaLTPro-Regular"/>
                <a:cs typeface="Verdana"/>
              </a:rPr>
              <a:t> </a:t>
            </a:r>
            <a:r>
              <a:rPr sz="2600" spc="-25" dirty="0">
                <a:latin typeface="BirkaLTPro-Regular"/>
                <a:cs typeface="Verdana"/>
              </a:rPr>
              <a:t>CDs</a:t>
            </a:r>
            <a:endParaRPr sz="2600" dirty="0">
              <a:latin typeface="BirkaLTPro-Regular"/>
              <a:cs typeface="Verdana"/>
            </a:endParaRPr>
          </a:p>
          <a:p>
            <a:pPr>
              <a:lnSpc>
                <a:spcPct val="100000"/>
              </a:lnSpc>
              <a:spcBef>
                <a:spcPts val="1465"/>
              </a:spcBef>
            </a:pPr>
            <a:endParaRPr sz="2600" dirty="0">
              <a:latin typeface="BirkaLTPro-Regular"/>
              <a:cs typeface="Verdana"/>
            </a:endParaRPr>
          </a:p>
          <a:p>
            <a:pPr marL="469265">
              <a:lnSpc>
                <a:spcPct val="100000"/>
              </a:lnSpc>
            </a:pPr>
            <a:r>
              <a:rPr sz="2600" dirty="0">
                <a:latin typeface="BirkaLTPro-Regular"/>
                <a:cs typeface="Verdana"/>
              </a:rPr>
              <a:t>Identificando</a:t>
            </a:r>
            <a:r>
              <a:rPr sz="2600" spc="-55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os</a:t>
            </a:r>
            <a:r>
              <a:rPr sz="2600" spc="-55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relacionamentos</a:t>
            </a:r>
            <a:r>
              <a:rPr sz="2600" spc="-55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de</a:t>
            </a:r>
            <a:r>
              <a:rPr sz="2600" spc="-40" dirty="0">
                <a:latin typeface="BirkaLTPro-Regular"/>
                <a:cs typeface="Verdana"/>
              </a:rPr>
              <a:t> </a:t>
            </a:r>
            <a:r>
              <a:rPr sz="2600" spc="-10" dirty="0">
                <a:latin typeface="BirkaLTPro-Regular"/>
                <a:cs typeface="Verdana"/>
              </a:rPr>
              <a:t>associação</a:t>
            </a:r>
            <a:endParaRPr sz="2600" dirty="0">
              <a:latin typeface="BirkaLTPro-Regular"/>
              <a:cs typeface="Verdana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69318BD7-EFE9-59BA-8146-39EBAE884C3E}"/>
              </a:ext>
            </a:extLst>
          </p:cNvPr>
          <p:cNvSpPr/>
          <p:nvPr/>
        </p:nvSpPr>
        <p:spPr>
          <a:xfrm>
            <a:off x="3304290" y="3121799"/>
            <a:ext cx="2661285" cy="2514600"/>
          </a:xfrm>
          <a:custGeom>
            <a:avLst/>
            <a:gdLst/>
            <a:ahLst/>
            <a:cxnLst/>
            <a:rect l="l" t="t" r="r" b="b"/>
            <a:pathLst>
              <a:path w="2661285" h="2514600">
                <a:moveTo>
                  <a:pt x="274319" y="0"/>
                </a:moveTo>
                <a:lnTo>
                  <a:pt x="222503" y="9667"/>
                </a:lnTo>
                <a:lnTo>
                  <a:pt x="179831" y="36194"/>
                </a:lnTo>
                <a:lnTo>
                  <a:pt x="150875" y="75866"/>
                </a:lnTo>
                <a:lnTo>
                  <a:pt x="140207" y="124967"/>
                </a:lnTo>
                <a:lnTo>
                  <a:pt x="150875" y="174545"/>
                </a:lnTo>
                <a:lnTo>
                  <a:pt x="179831" y="215264"/>
                </a:lnTo>
                <a:lnTo>
                  <a:pt x="222503" y="242839"/>
                </a:lnTo>
                <a:lnTo>
                  <a:pt x="274319" y="252983"/>
                </a:lnTo>
                <a:lnTo>
                  <a:pt x="326135" y="242839"/>
                </a:lnTo>
                <a:lnTo>
                  <a:pt x="368807" y="215264"/>
                </a:lnTo>
                <a:lnTo>
                  <a:pt x="397763" y="174545"/>
                </a:lnTo>
                <a:lnTo>
                  <a:pt x="408431" y="124967"/>
                </a:lnTo>
                <a:lnTo>
                  <a:pt x="397763" y="75866"/>
                </a:lnTo>
                <a:lnTo>
                  <a:pt x="368807" y="36194"/>
                </a:lnTo>
                <a:lnTo>
                  <a:pt x="326135" y="9667"/>
                </a:lnTo>
                <a:lnTo>
                  <a:pt x="274319" y="0"/>
                </a:lnTo>
                <a:close/>
              </a:path>
              <a:path w="2661285" h="2514600">
                <a:moveTo>
                  <a:pt x="268223" y="225551"/>
                </a:moveTo>
                <a:lnTo>
                  <a:pt x="268223" y="451103"/>
                </a:lnTo>
              </a:path>
              <a:path w="2661285" h="2514600">
                <a:moveTo>
                  <a:pt x="70103" y="295655"/>
                </a:moveTo>
                <a:lnTo>
                  <a:pt x="451103" y="298703"/>
                </a:lnTo>
              </a:path>
              <a:path w="2661285" h="2514600">
                <a:moveTo>
                  <a:pt x="0" y="704087"/>
                </a:moveTo>
                <a:lnTo>
                  <a:pt x="268223" y="451103"/>
                </a:lnTo>
                <a:lnTo>
                  <a:pt x="521207" y="704087"/>
                </a:lnTo>
              </a:path>
              <a:path w="2661285" h="2514600">
                <a:moveTo>
                  <a:pt x="1584959" y="350519"/>
                </a:moveTo>
                <a:lnTo>
                  <a:pt x="2660903" y="353567"/>
                </a:lnTo>
              </a:path>
              <a:path w="2661285" h="2514600">
                <a:moveTo>
                  <a:pt x="1584959" y="350519"/>
                </a:moveTo>
                <a:lnTo>
                  <a:pt x="521207" y="353567"/>
                </a:lnTo>
              </a:path>
              <a:path w="2661285" h="2514600">
                <a:moveTo>
                  <a:pt x="274319" y="1795271"/>
                </a:moveTo>
                <a:lnTo>
                  <a:pt x="222503" y="1804939"/>
                </a:lnTo>
                <a:lnTo>
                  <a:pt x="179831" y="1831466"/>
                </a:lnTo>
                <a:lnTo>
                  <a:pt x="150875" y="1871138"/>
                </a:lnTo>
                <a:lnTo>
                  <a:pt x="140207" y="1920239"/>
                </a:lnTo>
                <a:lnTo>
                  <a:pt x="150875" y="1969817"/>
                </a:lnTo>
                <a:lnTo>
                  <a:pt x="179831" y="2010536"/>
                </a:lnTo>
                <a:lnTo>
                  <a:pt x="222503" y="2038111"/>
                </a:lnTo>
                <a:lnTo>
                  <a:pt x="274319" y="2048255"/>
                </a:lnTo>
                <a:lnTo>
                  <a:pt x="326135" y="2038111"/>
                </a:lnTo>
                <a:lnTo>
                  <a:pt x="368807" y="2010536"/>
                </a:lnTo>
                <a:lnTo>
                  <a:pt x="397763" y="1969817"/>
                </a:lnTo>
                <a:lnTo>
                  <a:pt x="408431" y="1920239"/>
                </a:lnTo>
                <a:lnTo>
                  <a:pt x="397763" y="1871138"/>
                </a:lnTo>
                <a:lnTo>
                  <a:pt x="368807" y="1831466"/>
                </a:lnTo>
                <a:lnTo>
                  <a:pt x="326135" y="1804939"/>
                </a:lnTo>
                <a:lnTo>
                  <a:pt x="274319" y="1795271"/>
                </a:lnTo>
                <a:close/>
              </a:path>
              <a:path w="2661285" h="2514600">
                <a:moveTo>
                  <a:pt x="268223" y="2033015"/>
                </a:moveTo>
                <a:lnTo>
                  <a:pt x="268223" y="2246375"/>
                </a:lnTo>
              </a:path>
              <a:path w="2661285" h="2514600">
                <a:moveTo>
                  <a:pt x="70103" y="2090927"/>
                </a:moveTo>
                <a:lnTo>
                  <a:pt x="451103" y="2093975"/>
                </a:lnTo>
              </a:path>
              <a:path w="2661285" h="2514600">
                <a:moveTo>
                  <a:pt x="0" y="2514599"/>
                </a:moveTo>
                <a:lnTo>
                  <a:pt x="268223" y="2246375"/>
                </a:lnTo>
                <a:lnTo>
                  <a:pt x="521207" y="2514599"/>
                </a:lnTo>
              </a:path>
            </a:pathLst>
          </a:custGeom>
          <a:ln w="3175">
            <a:solidFill>
              <a:srgbClr val="3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FD6D4798-5F73-EBD2-6EA8-097A0577BA73}"/>
              </a:ext>
            </a:extLst>
          </p:cNvPr>
          <p:cNvSpPr txBox="1"/>
          <p:nvPr/>
        </p:nvSpPr>
        <p:spPr>
          <a:xfrm>
            <a:off x="3047740" y="4053970"/>
            <a:ext cx="94170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spc="-10" dirty="0">
                <a:latin typeface="Verdana"/>
                <a:cs typeface="Verdana"/>
              </a:rPr>
              <a:t>Atendente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62164EC8-65D5-12CD-CDD6-29EEF188E373}"/>
              </a:ext>
            </a:extLst>
          </p:cNvPr>
          <p:cNvSpPr txBox="1"/>
          <p:nvPr/>
        </p:nvSpPr>
        <p:spPr>
          <a:xfrm>
            <a:off x="3160516" y="5864484"/>
            <a:ext cx="740410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spc="-10" dirty="0">
                <a:latin typeface="Verdana"/>
                <a:cs typeface="Verdana"/>
              </a:rPr>
              <a:t>Gerente</a:t>
            </a:r>
            <a:endParaRPr sz="1400">
              <a:latin typeface="Verdana"/>
              <a:cs typeface="Verdana"/>
            </a:endParaRPr>
          </a:p>
        </p:txBody>
      </p:sp>
      <p:grpSp>
        <p:nvGrpSpPr>
          <p:cNvPr id="8" name="object 7">
            <a:extLst>
              <a:ext uri="{FF2B5EF4-FFF2-40B4-BE49-F238E27FC236}">
                <a16:creationId xmlns:a16="http://schemas.microsoft.com/office/drawing/2014/main" id="{4DB87421-1E86-8DD6-7CB6-714AE1E39D25}"/>
              </a:ext>
            </a:extLst>
          </p:cNvPr>
          <p:cNvGrpSpPr/>
          <p:nvPr/>
        </p:nvGrpSpPr>
        <p:grpSpPr>
          <a:xfrm>
            <a:off x="5290062" y="3217811"/>
            <a:ext cx="1682750" cy="527685"/>
            <a:chOff x="5387339" y="3461003"/>
            <a:chExt cx="1682750" cy="527685"/>
          </a:xfrm>
        </p:grpSpPr>
        <p:sp>
          <p:nvSpPr>
            <p:cNvPr id="9" name="object 8">
              <a:extLst>
                <a:ext uri="{FF2B5EF4-FFF2-40B4-BE49-F238E27FC236}">
                  <a16:creationId xmlns:a16="http://schemas.microsoft.com/office/drawing/2014/main" id="{45784717-8E7F-87E7-B43E-416BD172866F}"/>
                </a:ext>
              </a:extLst>
            </p:cNvPr>
            <p:cNvSpPr/>
            <p:nvPr/>
          </p:nvSpPr>
          <p:spPr>
            <a:xfrm>
              <a:off x="5388863" y="3462527"/>
              <a:ext cx="1679575" cy="524510"/>
            </a:xfrm>
            <a:custGeom>
              <a:avLst/>
              <a:gdLst/>
              <a:ahLst/>
              <a:cxnLst/>
              <a:rect l="l" t="t" r="r" b="b"/>
              <a:pathLst>
                <a:path w="1679575" h="524510">
                  <a:moveTo>
                    <a:pt x="1679447" y="262127"/>
                  </a:moveTo>
                  <a:lnTo>
                    <a:pt x="1668402" y="219236"/>
                  </a:lnTo>
                  <a:lnTo>
                    <a:pt x="1636434" y="178685"/>
                  </a:lnTo>
                  <a:lnTo>
                    <a:pt x="1585301" y="140988"/>
                  </a:lnTo>
                  <a:lnTo>
                    <a:pt x="1516757" y="106655"/>
                  </a:lnTo>
                  <a:lnTo>
                    <a:pt x="1476506" y="90911"/>
                  </a:lnTo>
                  <a:lnTo>
                    <a:pt x="1432559" y="76199"/>
                  </a:lnTo>
                  <a:lnTo>
                    <a:pt x="1385139" y="62586"/>
                  </a:lnTo>
                  <a:lnTo>
                    <a:pt x="1334463" y="50133"/>
                  </a:lnTo>
                  <a:lnTo>
                    <a:pt x="1280751" y="38906"/>
                  </a:lnTo>
                  <a:lnTo>
                    <a:pt x="1224223" y="28968"/>
                  </a:lnTo>
                  <a:lnTo>
                    <a:pt x="1165097" y="20383"/>
                  </a:lnTo>
                  <a:lnTo>
                    <a:pt x="1103595" y="13216"/>
                  </a:lnTo>
                  <a:lnTo>
                    <a:pt x="1039934" y="7530"/>
                  </a:lnTo>
                  <a:lnTo>
                    <a:pt x="974335" y="3389"/>
                  </a:lnTo>
                  <a:lnTo>
                    <a:pt x="907017" y="858"/>
                  </a:lnTo>
                  <a:lnTo>
                    <a:pt x="838199" y="0"/>
                  </a:lnTo>
                  <a:lnTo>
                    <a:pt x="769404" y="858"/>
                  </a:lnTo>
                  <a:lnTo>
                    <a:pt x="702149" y="3389"/>
                  </a:lnTo>
                  <a:lnTo>
                    <a:pt x="636650" y="7530"/>
                  </a:lnTo>
                  <a:lnTo>
                    <a:pt x="573121" y="13216"/>
                  </a:lnTo>
                  <a:lnTo>
                    <a:pt x="511778" y="20383"/>
                  </a:lnTo>
                  <a:lnTo>
                    <a:pt x="452835" y="28968"/>
                  </a:lnTo>
                  <a:lnTo>
                    <a:pt x="396507" y="38906"/>
                  </a:lnTo>
                  <a:lnTo>
                    <a:pt x="343009" y="50133"/>
                  </a:lnTo>
                  <a:lnTo>
                    <a:pt x="292556" y="62586"/>
                  </a:lnTo>
                  <a:lnTo>
                    <a:pt x="245363" y="76199"/>
                  </a:lnTo>
                  <a:lnTo>
                    <a:pt x="201645" y="90911"/>
                  </a:lnTo>
                  <a:lnTo>
                    <a:pt x="161617" y="106655"/>
                  </a:lnTo>
                  <a:lnTo>
                    <a:pt x="125493" y="123369"/>
                  </a:lnTo>
                  <a:lnTo>
                    <a:pt x="65817" y="159448"/>
                  </a:lnTo>
                  <a:lnTo>
                    <a:pt x="24339" y="198636"/>
                  </a:lnTo>
                  <a:lnTo>
                    <a:pt x="2775" y="240421"/>
                  </a:lnTo>
                  <a:lnTo>
                    <a:pt x="0" y="262127"/>
                  </a:lnTo>
                  <a:lnTo>
                    <a:pt x="2775" y="283421"/>
                  </a:lnTo>
                  <a:lnTo>
                    <a:pt x="24339" y="324628"/>
                  </a:lnTo>
                  <a:lnTo>
                    <a:pt x="65817" y="363521"/>
                  </a:lnTo>
                  <a:lnTo>
                    <a:pt x="125493" y="399534"/>
                  </a:lnTo>
                  <a:lnTo>
                    <a:pt x="161617" y="416283"/>
                  </a:lnTo>
                  <a:lnTo>
                    <a:pt x="201645" y="432100"/>
                  </a:lnTo>
                  <a:lnTo>
                    <a:pt x="245363" y="446912"/>
                  </a:lnTo>
                  <a:lnTo>
                    <a:pt x="292556" y="460651"/>
                  </a:lnTo>
                  <a:lnTo>
                    <a:pt x="343009" y="473244"/>
                  </a:lnTo>
                  <a:lnTo>
                    <a:pt x="396507" y="484621"/>
                  </a:lnTo>
                  <a:lnTo>
                    <a:pt x="452835" y="494711"/>
                  </a:lnTo>
                  <a:lnTo>
                    <a:pt x="511778" y="503443"/>
                  </a:lnTo>
                  <a:lnTo>
                    <a:pt x="573121" y="510747"/>
                  </a:lnTo>
                  <a:lnTo>
                    <a:pt x="636650" y="516551"/>
                  </a:lnTo>
                  <a:lnTo>
                    <a:pt x="702149" y="520784"/>
                  </a:lnTo>
                  <a:lnTo>
                    <a:pt x="769404" y="523376"/>
                  </a:lnTo>
                  <a:lnTo>
                    <a:pt x="838199" y="524255"/>
                  </a:lnTo>
                  <a:lnTo>
                    <a:pt x="907017" y="523376"/>
                  </a:lnTo>
                  <a:lnTo>
                    <a:pt x="974335" y="520784"/>
                  </a:lnTo>
                  <a:lnTo>
                    <a:pt x="1039934" y="516551"/>
                  </a:lnTo>
                  <a:lnTo>
                    <a:pt x="1103595" y="510747"/>
                  </a:lnTo>
                  <a:lnTo>
                    <a:pt x="1165097" y="503443"/>
                  </a:lnTo>
                  <a:lnTo>
                    <a:pt x="1224223" y="494711"/>
                  </a:lnTo>
                  <a:lnTo>
                    <a:pt x="1280751" y="484621"/>
                  </a:lnTo>
                  <a:lnTo>
                    <a:pt x="1334463" y="473244"/>
                  </a:lnTo>
                  <a:lnTo>
                    <a:pt x="1385139" y="460651"/>
                  </a:lnTo>
                  <a:lnTo>
                    <a:pt x="1432559" y="446912"/>
                  </a:lnTo>
                  <a:lnTo>
                    <a:pt x="1476506" y="432100"/>
                  </a:lnTo>
                  <a:lnTo>
                    <a:pt x="1516757" y="416283"/>
                  </a:lnTo>
                  <a:lnTo>
                    <a:pt x="1553096" y="399534"/>
                  </a:lnTo>
                  <a:lnTo>
                    <a:pt x="1613153" y="363521"/>
                  </a:lnTo>
                  <a:lnTo>
                    <a:pt x="1654923" y="324628"/>
                  </a:lnTo>
                  <a:lnTo>
                    <a:pt x="1676649" y="283421"/>
                  </a:lnTo>
                  <a:lnTo>
                    <a:pt x="1679447" y="262127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9">
              <a:extLst>
                <a:ext uri="{FF2B5EF4-FFF2-40B4-BE49-F238E27FC236}">
                  <a16:creationId xmlns:a16="http://schemas.microsoft.com/office/drawing/2014/main" id="{1F04D59A-B917-2310-81AD-82409B25A3A9}"/>
                </a:ext>
              </a:extLst>
            </p:cNvPr>
            <p:cNvSpPr/>
            <p:nvPr/>
          </p:nvSpPr>
          <p:spPr>
            <a:xfrm>
              <a:off x="5388863" y="3462527"/>
              <a:ext cx="1679575" cy="524510"/>
            </a:xfrm>
            <a:custGeom>
              <a:avLst/>
              <a:gdLst/>
              <a:ahLst/>
              <a:cxnLst/>
              <a:rect l="l" t="t" r="r" b="b"/>
              <a:pathLst>
                <a:path w="1679575" h="524510">
                  <a:moveTo>
                    <a:pt x="838199" y="0"/>
                  </a:moveTo>
                  <a:lnTo>
                    <a:pt x="769404" y="858"/>
                  </a:lnTo>
                  <a:lnTo>
                    <a:pt x="702149" y="3389"/>
                  </a:lnTo>
                  <a:lnTo>
                    <a:pt x="636650" y="7530"/>
                  </a:lnTo>
                  <a:lnTo>
                    <a:pt x="573121" y="13216"/>
                  </a:lnTo>
                  <a:lnTo>
                    <a:pt x="511778" y="20383"/>
                  </a:lnTo>
                  <a:lnTo>
                    <a:pt x="452835" y="28968"/>
                  </a:lnTo>
                  <a:lnTo>
                    <a:pt x="396507" y="38906"/>
                  </a:lnTo>
                  <a:lnTo>
                    <a:pt x="343009" y="50133"/>
                  </a:lnTo>
                  <a:lnTo>
                    <a:pt x="292556" y="62586"/>
                  </a:lnTo>
                  <a:lnTo>
                    <a:pt x="245363" y="76199"/>
                  </a:lnTo>
                  <a:lnTo>
                    <a:pt x="201645" y="90911"/>
                  </a:lnTo>
                  <a:lnTo>
                    <a:pt x="161617" y="106655"/>
                  </a:lnTo>
                  <a:lnTo>
                    <a:pt x="125493" y="123369"/>
                  </a:lnTo>
                  <a:lnTo>
                    <a:pt x="65817" y="159448"/>
                  </a:lnTo>
                  <a:lnTo>
                    <a:pt x="24339" y="198636"/>
                  </a:lnTo>
                  <a:lnTo>
                    <a:pt x="2775" y="240421"/>
                  </a:lnTo>
                  <a:lnTo>
                    <a:pt x="0" y="262127"/>
                  </a:lnTo>
                  <a:lnTo>
                    <a:pt x="2775" y="283421"/>
                  </a:lnTo>
                  <a:lnTo>
                    <a:pt x="24339" y="324628"/>
                  </a:lnTo>
                  <a:lnTo>
                    <a:pt x="65817" y="363521"/>
                  </a:lnTo>
                  <a:lnTo>
                    <a:pt x="125493" y="399534"/>
                  </a:lnTo>
                  <a:lnTo>
                    <a:pt x="161617" y="416283"/>
                  </a:lnTo>
                  <a:lnTo>
                    <a:pt x="201645" y="432100"/>
                  </a:lnTo>
                  <a:lnTo>
                    <a:pt x="245363" y="446912"/>
                  </a:lnTo>
                  <a:lnTo>
                    <a:pt x="292556" y="460651"/>
                  </a:lnTo>
                  <a:lnTo>
                    <a:pt x="343009" y="473244"/>
                  </a:lnTo>
                  <a:lnTo>
                    <a:pt x="396507" y="484621"/>
                  </a:lnTo>
                  <a:lnTo>
                    <a:pt x="452835" y="494711"/>
                  </a:lnTo>
                  <a:lnTo>
                    <a:pt x="511778" y="503443"/>
                  </a:lnTo>
                  <a:lnTo>
                    <a:pt x="573121" y="510747"/>
                  </a:lnTo>
                  <a:lnTo>
                    <a:pt x="636650" y="516551"/>
                  </a:lnTo>
                  <a:lnTo>
                    <a:pt x="702149" y="520784"/>
                  </a:lnTo>
                  <a:lnTo>
                    <a:pt x="769404" y="523376"/>
                  </a:lnTo>
                  <a:lnTo>
                    <a:pt x="838199" y="524255"/>
                  </a:lnTo>
                  <a:lnTo>
                    <a:pt x="907017" y="523376"/>
                  </a:lnTo>
                  <a:lnTo>
                    <a:pt x="974335" y="520784"/>
                  </a:lnTo>
                  <a:lnTo>
                    <a:pt x="1039934" y="516551"/>
                  </a:lnTo>
                  <a:lnTo>
                    <a:pt x="1103595" y="510747"/>
                  </a:lnTo>
                  <a:lnTo>
                    <a:pt x="1165097" y="503443"/>
                  </a:lnTo>
                  <a:lnTo>
                    <a:pt x="1224223" y="494711"/>
                  </a:lnTo>
                  <a:lnTo>
                    <a:pt x="1280751" y="484621"/>
                  </a:lnTo>
                  <a:lnTo>
                    <a:pt x="1334463" y="473244"/>
                  </a:lnTo>
                  <a:lnTo>
                    <a:pt x="1385139" y="460651"/>
                  </a:lnTo>
                  <a:lnTo>
                    <a:pt x="1432559" y="446912"/>
                  </a:lnTo>
                  <a:lnTo>
                    <a:pt x="1476506" y="432100"/>
                  </a:lnTo>
                  <a:lnTo>
                    <a:pt x="1516757" y="416283"/>
                  </a:lnTo>
                  <a:lnTo>
                    <a:pt x="1553096" y="399534"/>
                  </a:lnTo>
                  <a:lnTo>
                    <a:pt x="1613153" y="363521"/>
                  </a:lnTo>
                  <a:lnTo>
                    <a:pt x="1654923" y="324628"/>
                  </a:lnTo>
                  <a:lnTo>
                    <a:pt x="1676649" y="283421"/>
                  </a:lnTo>
                  <a:lnTo>
                    <a:pt x="1679447" y="262127"/>
                  </a:lnTo>
                  <a:lnTo>
                    <a:pt x="1676649" y="240421"/>
                  </a:lnTo>
                  <a:lnTo>
                    <a:pt x="1654923" y="198636"/>
                  </a:lnTo>
                  <a:lnTo>
                    <a:pt x="1613153" y="159448"/>
                  </a:lnTo>
                  <a:lnTo>
                    <a:pt x="1553096" y="123369"/>
                  </a:lnTo>
                  <a:lnTo>
                    <a:pt x="1516757" y="106655"/>
                  </a:lnTo>
                  <a:lnTo>
                    <a:pt x="1476506" y="90911"/>
                  </a:lnTo>
                  <a:lnTo>
                    <a:pt x="1432559" y="76199"/>
                  </a:lnTo>
                  <a:lnTo>
                    <a:pt x="1385139" y="62586"/>
                  </a:lnTo>
                  <a:lnTo>
                    <a:pt x="1334463" y="50133"/>
                  </a:lnTo>
                  <a:lnTo>
                    <a:pt x="1280751" y="38906"/>
                  </a:lnTo>
                  <a:lnTo>
                    <a:pt x="1224223" y="28968"/>
                  </a:lnTo>
                  <a:lnTo>
                    <a:pt x="1165097" y="20383"/>
                  </a:lnTo>
                  <a:lnTo>
                    <a:pt x="1103595" y="13216"/>
                  </a:lnTo>
                  <a:lnTo>
                    <a:pt x="1039934" y="7530"/>
                  </a:lnTo>
                  <a:lnTo>
                    <a:pt x="974335" y="3389"/>
                  </a:lnTo>
                  <a:lnTo>
                    <a:pt x="907017" y="858"/>
                  </a:lnTo>
                  <a:lnTo>
                    <a:pt x="838199" y="0"/>
                  </a:lnTo>
                  <a:close/>
                </a:path>
              </a:pathLst>
            </a:custGeom>
            <a:ln w="3175">
              <a:solidFill>
                <a:srgbClr val="3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0">
            <a:extLst>
              <a:ext uri="{FF2B5EF4-FFF2-40B4-BE49-F238E27FC236}">
                <a16:creationId xmlns:a16="http://schemas.microsoft.com/office/drawing/2014/main" id="{1D79B3D7-515D-D4ED-B702-5577B070085E}"/>
              </a:ext>
            </a:extLst>
          </p:cNvPr>
          <p:cNvGrpSpPr/>
          <p:nvPr/>
        </p:nvGrpSpPr>
        <p:grpSpPr>
          <a:xfrm>
            <a:off x="3823974" y="3854843"/>
            <a:ext cx="3700779" cy="1685925"/>
            <a:chOff x="3921251" y="4098035"/>
            <a:chExt cx="3700779" cy="1685925"/>
          </a:xfrm>
        </p:grpSpPr>
        <p:sp>
          <p:nvSpPr>
            <p:cNvPr id="12" name="object 11">
              <a:extLst>
                <a:ext uri="{FF2B5EF4-FFF2-40B4-BE49-F238E27FC236}">
                  <a16:creationId xmlns:a16="http://schemas.microsoft.com/office/drawing/2014/main" id="{4C178E16-39C1-95A1-A852-DFA2174D8159}"/>
                </a:ext>
              </a:extLst>
            </p:cNvPr>
            <p:cNvSpPr/>
            <p:nvPr/>
          </p:nvSpPr>
          <p:spPr>
            <a:xfrm>
              <a:off x="3922775" y="4099559"/>
              <a:ext cx="2194560" cy="1414780"/>
            </a:xfrm>
            <a:custGeom>
              <a:avLst/>
              <a:gdLst/>
              <a:ahLst/>
              <a:cxnLst/>
              <a:rect l="l" t="t" r="r" b="b"/>
              <a:pathLst>
                <a:path w="2194560" h="1414779">
                  <a:moveTo>
                    <a:pt x="990599" y="621791"/>
                  </a:moveTo>
                  <a:lnTo>
                    <a:pt x="1999487" y="0"/>
                  </a:lnTo>
                </a:path>
                <a:path w="2194560" h="1414779">
                  <a:moveTo>
                    <a:pt x="990599" y="621791"/>
                  </a:moveTo>
                  <a:lnTo>
                    <a:pt x="0" y="1243583"/>
                  </a:lnTo>
                </a:path>
                <a:path w="2194560" h="1414779">
                  <a:moveTo>
                    <a:pt x="1091183" y="1414271"/>
                  </a:moveTo>
                  <a:lnTo>
                    <a:pt x="2194559" y="1414271"/>
                  </a:lnTo>
                </a:path>
                <a:path w="2194560" h="1414779">
                  <a:moveTo>
                    <a:pt x="1091183" y="1414271"/>
                  </a:moveTo>
                  <a:lnTo>
                    <a:pt x="0" y="1414271"/>
                  </a:lnTo>
                </a:path>
              </a:pathLst>
            </a:custGeom>
            <a:ln w="3175">
              <a:solidFill>
                <a:srgbClr val="3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2">
              <a:extLst>
                <a:ext uri="{FF2B5EF4-FFF2-40B4-BE49-F238E27FC236}">
                  <a16:creationId xmlns:a16="http://schemas.microsoft.com/office/drawing/2014/main" id="{5D2F4F4B-B087-2594-22B7-411D0C51847D}"/>
                </a:ext>
              </a:extLst>
            </p:cNvPr>
            <p:cNvSpPr/>
            <p:nvPr/>
          </p:nvSpPr>
          <p:spPr>
            <a:xfrm>
              <a:off x="5245607" y="5273039"/>
              <a:ext cx="2374900" cy="509270"/>
            </a:xfrm>
            <a:custGeom>
              <a:avLst/>
              <a:gdLst/>
              <a:ahLst/>
              <a:cxnLst/>
              <a:rect l="l" t="t" r="r" b="b"/>
              <a:pathLst>
                <a:path w="2374900" h="509270">
                  <a:moveTo>
                    <a:pt x="2374391" y="252983"/>
                  </a:moveTo>
                  <a:lnTo>
                    <a:pt x="2353831" y="205677"/>
                  </a:lnTo>
                  <a:lnTo>
                    <a:pt x="2318434" y="175745"/>
                  </a:lnTo>
                  <a:lnTo>
                    <a:pt x="2266975" y="147369"/>
                  </a:lnTo>
                  <a:lnTo>
                    <a:pt x="2200561" y="120784"/>
                  </a:lnTo>
                  <a:lnTo>
                    <a:pt x="2162093" y="108235"/>
                  </a:lnTo>
                  <a:lnTo>
                    <a:pt x="2120301" y="96221"/>
                  </a:lnTo>
                  <a:lnTo>
                    <a:pt x="2075324" y="84771"/>
                  </a:lnTo>
                  <a:lnTo>
                    <a:pt x="2027300" y="73913"/>
                  </a:lnTo>
                  <a:lnTo>
                    <a:pt x="1976369" y="63679"/>
                  </a:lnTo>
                  <a:lnTo>
                    <a:pt x="1922667" y="54095"/>
                  </a:lnTo>
                  <a:lnTo>
                    <a:pt x="1866334" y="45192"/>
                  </a:lnTo>
                  <a:lnTo>
                    <a:pt x="1807508" y="36999"/>
                  </a:lnTo>
                  <a:lnTo>
                    <a:pt x="1746327" y="29544"/>
                  </a:lnTo>
                  <a:lnTo>
                    <a:pt x="1682930" y="22858"/>
                  </a:lnTo>
                  <a:lnTo>
                    <a:pt x="1617455" y="16968"/>
                  </a:lnTo>
                  <a:lnTo>
                    <a:pt x="1550041" y="11905"/>
                  </a:lnTo>
                  <a:lnTo>
                    <a:pt x="1480825" y="7696"/>
                  </a:lnTo>
                  <a:lnTo>
                    <a:pt x="1409947" y="4373"/>
                  </a:lnTo>
                  <a:lnTo>
                    <a:pt x="1337544" y="1963"/>
                  </a:lnTo>
                  <a:lnTo>
                    <a:pt x="1263756" y="495"/>
                  </a:lnTo>
                  <a:lnTo>
                    <a:pt x="1188719" y="0"/>
                  </a:lnTo>
                  <a:lnTo>
                    <a:pt x="1113345" y="495"/>
                  </a:lnTo>
                  <a:lnTo>
                    <a:pt x="1039244" y="1963"/>
                  </a:lnTo>
                  <a:lnTo>
                    <a:pt x="966554" y="4373"/>
                  </a:lnTo>
                  <a:lnTo>
                    <a:pt x="895412" y="7696"/>
                  </a:lnTo>
                  <a:lnTo>
                    <a:pt x="825956" y="11905"/>
                  </a:lnTo>
                  <a:lnTo>
                    <a:pt x="758323" y="16968"/>
                  </a:lnTo>
                  <a:lnTo>
                    <a:pt x="692650" y="22858"/>
                  </a:lnTo>
                  <a:lnTo>
                    <a:pt x="629075" y="29544"/>
                  </a:lnTo>
                  <a:lnTo>
                    <a:pt x="567735" y="36999"/>
                  </a:lnTo>
                  <a:lnTo>
                    <a:pt x="508767" y="45192"/>
                  </a:lnTo>
                  <a:lnTo>
                    <a:pt x="452309" y="54095"/>
                  </a:lnTo>
                  <a:lnTo>
                    <a:pt x="398498" y="63679"/>
                  </a:lnTo>
                  <a:lnTo>
                    <a:pt x="347471" y="73913"/>
                  </a:lnTo>
                  <a:lnTo>
                    <a:pt x="299367" y="84771"/>
                  </a:lnTo>
                  <a:lnTo>
                    <a:pt x="254321" y="96221"/>
                  </a:lnTo>
                  <a:lnTo>
                    <a:pt x="212472" y="108235"/>
                  </a:lnTo>
                  <a:lnTo>
                    <a:pt x="173956" y="120784"/>
                  </a:lnTo>
                  <a:lnTo>
                    <a:pt x="107476" y="147369"/>
                  </a:lnTo>
                  <a:lnTo>
                    <a:pt x="55979" y="175745"/>
                  </a:lnTo>
                  <a:lnTo>
                    <a:pt x="20564" y="205677"/>
                  </a:lnTo>
                  <a:lnTo>
                    <a:pt x="0" y="252983"/>
                  </a:lnTo>
                  <a:lnTo>
                    <a:pt x="2330" y="269048"/>
                  </a:lnTo>
                  <a:lnTo>
                    <a:pt x="36193" y="315631"/>
                  </a:lnTo>
                  <a:lnTo>
                    <a:pt x="79786" y="345031"/>
                  </a:lnTo>
                  <a:lnTo>
                    <a:pt x="138912" y="372817"/>
                  </a:lnTo>
                  <a:lnTo>
                    <a:pt x="212472" y="398738"/>
                  </a:lnTo>
                  <a:lnTo>
                    <a:pt x="254321" y="410921"/>
                  </a:lnTo>
                  <a:lnTo>
                    <a:pt x="299367" y="422545"/>
                  </a:lnTo>
                  <a:lnTo>
                    <a:pt x="347471" y="433577"/>
                  </a:lnTo>
                  <a:lnTo>
                    <a:pt x="398498" y="443988"/>
                  </a:lnTo>
                  <a:lnTo>
                    <a:pt x="452309" y="453745"/>
                  </a:lnTo>
                  <a:lnTo>
                    <a:pt x="508767" y="462817"/>
                  </a:lnTo>
                  <a:lnTo>
                    <a:pt x="567735" y="471173"/>
                  </a:lnTo>
                  <a:lnTo>
                    <a:pt x="629075" y="478782"/>
                  </a:lnTo>
                  <a:lnTo>
                    <a:pt x="692650" y="485613"/>
                  </a:lnTo>
                  <a:lnTo>
                    <a:pt x="758323" y="491635"/>
                  </a:lnTo>
                  <a:lnTo>
                    <a:pt x="825956" y="496816"/>
                  </a:lnTo>
                  <a:lnTo>
                    <a:pt x="895412" y="501124"/>
                  </a:lnTo>
                  <a:lnTo>
                    <a:pt x="966554" y="504530"/>
                  </a:lnTo>
                  <a:lnTo>
                    <a:pt x="1039244" y="507001"/>
                  </a:lnTo>
                  <a:lnTo>
                    <a:pt x="1113345" y="508507"/>
                  </a:lnTo>
                  <a:lnTo>
                    <a:pt x="1188719" y="509015"/>
                  </a:lnTo>
                  <a:lnTo>
                    <a:pt x="1263756" y="508507"/>
                  </a:lnTo>
                  <a:lnTo>
                    <a:pt x="1337544" y="507001"/>
                  </a:lnTo>
                  <a:lnTo>
                    <a:pt x="1409947" y="504530"/>
                  </a:lnTo>
                  <a:lnTo>
                    <a:pt x="1480825" y="501124"/>
                  </a:lnTo>
                  <a:lnTo>
                    <a:pt x="1550041" y="496816"/>
                  </a:lnTo>
                  <a:lnTo>
                    <a:pt x="1617455" y="491635"/>
                  </a:lnTo>
                  <a:lnTo>
                    <a:pt x="1682930" y="485613"/>
                  </a:lnTo>
                  <a:lnTo>
                    <a:pt x="1746327" y="478782"/>
                  </a:lnTo>
                  <a:lnTo>
                    <a:pt x="1807508" y="471173"/>
                  </a:lnTo>
                  <a:lnTo>
                    <a:pt x="1866334" y="462817"/>
                  </a:lnTo>
                  <a:lnTo>
                    <a:pt x="1922667" y="453745"/>
                  </a:lnTo>
                  <a:lnTo>
                    <a:pt x="1976369" y="443988"/>
                  </a:lnTo>
                  <a:lnTo>
                    <a:pt x="2027300" y="433577"/>
                  </a:lnTo>
                  <a:lnTo>
                    <a:pt x="2075324" y="422545"/>
                  </a:lnTo>
                  <a:lnTo>
                    <a:pt x="2120301" y="410921"/>
                  </a:lnTo>
                  <a:lnTo>
                    <a:pt x="2162093" y="398738"/>
                  </a:lnTo>
                  <a:lnTo>
                    <a:pt x="2200561" y="386026"/>
                  </a:lnTo>
                  <a:lnTo>
                    <a:pt x="2266975" y="359142"/>
                  </a:lnTo>
                  <a:lnTo>
                    <a:pt x="2318434" y="330517"/>
                  </a:lnTo>
                  <a:lnTo>
                    <a:pt x="2353831" y="300403"/>
                  </a:lnTo>
                  <a:lnTo>
                    <a:pt x="2374391" y="252983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3">
              <a:extLst>
                <a:ext uri="{FF2B5EF4-FFF2-40B4-BE49-F238E27FC236}">
                  <a16:creationId xmlns:a16="http://schemas.microsoft.com/office/drawing/2014/main" id="{1D7494E6-3AC0-2BCC-5EB2-D5FE3E471501}"/>
                </a:ext>
              </a:extLst>
            </p:cNvPr>
            <p:cNvSpPr/>
            <p:nvPr/>
          </p:nvSpPr>
          <p:spPr>
            <a:xfrm>
              <a:off x="5245607" y="5273039"/>
              <a:ext cx="2374900" cy="509270"/>
            </a:xfrm>
            <a:custGeom>
              <a:avLst/>
              <a:gdLst/>
              <a:ahLst/>
              <a:cxnLst/>
              <a:rect l="l" t="t" r="r" b="b"/>
              <a:pathLst>
                <a:path w="2374900" h="509270">
                  <a:moveTo>
                    <a:pt x="1188719" y="0"/>
                  </a:moveTo>
                  <a:lnTo>
                    <a:pt x="1113345" y="495"/>
                  </a:lnTo>
                  <a:lnTo>
                    <a:pt x="1039244" y="1963"/>
                  </a:lnTo>
                  <a:lnTo>
                    <a:pt x="966554" y="4373"/>
                  </a:lnTo>
                  <a:lnTo>
                    <a:pt x="895412" y="7696"/>
                  </a:lnTo>
                  <a:lnTo>
                    <a:pt x="825956" y="11905"/>
                  </a:lnTo>
                  <a:lnTo>
                    <a:pt x="758323" y="16968"/>
                  </a:lnTo>
                  <a:lnTo>
                    <a:pt x="692650" y="22858"/>
                  </a:lnTo>
                  <a:lnTo>
                    <a:pt x="629075" y="29544"/>
                  </a:lnTo>
                  <a:lnTo>
                    <a:pt x="567735" y="36999"/>
                  </a:lnTo>
                  <a:lnTo>
                    <a:pt x="508767" y="45192"/>
                  </a:lnTo>
                  <a:lnTo>
                    <a:pt x="452309" y="54095"/>
                  </a:lnTo>
                  <a:lnTo>
                    <a:pt x="398498" y="63679"/>
                  </a:lnTo>
                  <a:lnTo>
                    <a:pt x="347471" y="73913"/>
                  </a:lnTo>
                  <a:lnTo>
                    <a:pt x="299367" y="84771"/>
                  </a:lnTo>
                  <a:lnTo>
                    <a:pt x="254321" y="96221"/>
                  </a:lnTo>
                  <a:lnTo>
                    <a:pt x="212472" y="108235"/>
                  </a:lnTo>
                  <a:lnTo>
                    <a:pt x="173956" y="120784"/>
                  </a:lnTo>
                  <a:lnTo>
                    <a:pt x="107476" y="147369"/>
                  </a:lnTo>
                  <a:lnTo>
                    <a:pt x="55979" y="175745"/>
                  </a:lnTo>
                  <a:lnTo>
                    <a:pt x="20564" y="205677"/>
                  </a:lnTo>
                  <a:lnTo>
                    <a:pt x="0" y="252983"/>
                  </a:lnTo>
                  <a:lnTo>
                    <a:pt x="2330" y="269048"/>
                  </a:lnTo>
                  <a:lnTo>
                    <a:pt x="36193" y="315631"/>
                  </a:lnTo>
                  <a:lnTo>
                    <a:pt x="79786" y="345031"/>
                  </a:lnTo>
                  <a:lnTo>
                    <a:pt x="138912" y="372817"/>
                  </a:lnTo>
                  <a:lnTo>
                    <a:pt x="212472" y="398738"/>
                  </a:lnTo>
                  <a:lnTo>
                    <a:pt x="254321" y="410921"/>
                  </a:lnTo>
                  <a:lnTo>
                    <a:pt x="299367" y="422545"/>
                  </a:lnTo>
                  <a:lnTo>
                    <a:pt x="347471" y="433577"/>
                  </a:lnTo>
                  <a:lnTo>
                    <a:pt x="398498" y="443988"/>
                  </a:lnTo>
                  <a:lnTo>
                    <a:pt x="452309" y="453745"/>
                  </a:lnTo>
                  <a:lnTo>
                    <a:pt x="508767" y="462817"/>
                  </a:lnTo>
                  <a:lnTo>
                    <a:pt x="567735" y="471173"/>
                  </a:lnTo>
                  <a:lnTo>
                    <a:pt x="629075" y="478782"/>
                  </a:lnTo>
                  <a:lnTo>
                    <a:pt x="692650" y="485613"/>
                  </a:lnTo>
                  <a:lnTo>
                    <a:pt x="758323" y="491635"/>
                  </a:lnTo>
                  <a:lnTo>
                    <a:pt x="825956" y="496816"/>
                  </a:lnTo>
                  <a:lnTo>
                    <a:pt x="895412" y="501124"/>
                  </a:lnTo>
                  <a:lnTo>
                    <a:pt x="966554" y="504530"/>
                  </a:lnTo>
                  <a:lnTo>
                    <a:pt x="1039244" y="507001"/>
                  </a:lnTo>
                  <a:lnTo>
                    <a:pt x="1113345" y="508507"/>
                  </a:lnTo>
                  <a:lnTo>
                    <a:pt x="1188719" y="509015"/>
                  </a:lnTo>
                  <a:lnTo>
                    <a:pt x="1263756" y="508507"/>
                  </a:lnTo>
                  <a:lnTo>
                    <a:pt x="1337544" y="507001"/>
                  </a:lnTo>
                  <a:lnTo>
                    <a:pt x="1409947" y="504530"/>
                  </a:lnTo>
                  <a:lnTo>
                    <a:pt x="1480825" y="501124"/>
                  </a:lnTo>
                  <a:lnTo>
                    <a:pt x="1550041" y="496816"/>
                  </a:lnTo>
                  <a:lnTo>
                    <a:pt x="1617455" y="491635"/>
                  </a:lnTo>
                  <a:lnTo>
                    <a:pt x="1682930" y="485613"/>
                  </a:lnTo>
                  <a:lnTo>
                    <a:pt x="1746327" y="478782"/>
                  </a:lnTo>
                  <a:lnTo>
                    <a:pt x="1807508" y="471173"/>
                  </a:lnTo>
                  <a:lnTo>
                    <a:pt x="1866334" y="462817"/>
                  </a:lnTo>
                  <a:lnTo>
                    <a:pt x="1922667" y="453745"/>
                  </a:lnTo>
                  <a:lnTo>
                    <a:pt x="1976369" y="443988"/>
                  </a:lnTo>
                  <a:lnTo>
                    <a:pt x="2027300" y="433577"/>
                  </a:lnTo>
                  <a:lnTo>
                    <a:pt x="2075324" y="422545"/>
                  </a:lnTo>
                  <a:lnTo>
                    <a:pt x="2120301" y="410921"/>
                  </a:lnTo>
                  <a:lnTo>
                    <a:pt x="2162093" y="398738"/>
                  </a:lnTo>
                  <a:lnTo>
                    <a:pt x="2200561" y="386026"/>
                  </a:lnTo>
                  <a:lnTo>
                    <a:pt x="2266975" y="359142"/>
                  </a:lnTo>
                  <a:lnTo>
                    <a:pt x="2318434" y="330517"/>
                  </a:lnTo>
                  <a:lnTo>
                    <a:pt x="2353831" y="300403"/>
                  </a:lnTo>
                  <a:lnTo>
                    <a:pt x="2374391" y="252983"/>
                  </a:lnTo>
                  <a:lnTo>
                    <a:pt x="2372061" y="236932"/>
                  </a:lnTo>
                  <a:lnTo>
                    <a:pt x="2338209" y="190531"/>
                  </a:lnTo>
                  <a:lnTo>
                    <a:pt x="2294643" y="161348"/>
                  </a:lnTo>
                  <a:lnTo>
                    <a:pt x="2235568" y="133838"/>
                  </a:lnTo>
                  <a:lnTo>
                    <a:pt x="2162093" y="108235"/>
                  </a:lnTo>
                  <a:lnTo>
                    <a:pt x="2120301" y="96221"/>
                  </a:lnTo>
                  <a:lnTo>
                    <a:pt x="2075324" y="84771"/>
                  </a:lnTo>
                  <a:lnTo>
                    <a:pt x="2027300" y="73913"/>
                  </a:lnTo>
                  <a:lnTo>
                    <a:pt x="1976369" y="63679"/>
                  </a:lnTo>
                  <a:lnTo>
                    <a:pt x="1922667" y="54095"/>
                  </a:lnTo>
                  <a:lnTo>
                    <a:pt x="1866334" y="45192"/>
                  </a:lnTo>
                  <a:lnTo>
                    <a:pt x="1807508" y="36999"/>
                  </a:lnTo>
                  <a:lnTo>
                    <a:pt x="1746327" y="29544"/>
                  </a:lnTo>
                  <a:lnTo>
                    <a:pt x="1682930" y="22858"/>
                  </a:lnTo>
                  <a:lnTo>
                    <a:pt x="1617455" y="16968"/>
                  </a:lnTo>
                  <a:lnTo>
                    <a:pt x="1550041" y="11905"/>
                  </a:lnTo>
                  <a:lnTo>
                    <a:pt x="1480825" y="7696"/>
                  </a:lnTo>
                  <a:lnTo>
                    <a:pt x="1409947" y="4373"/>
                  </a:lnTo>
                  <a:lnTo>
                    <a:pt x="1337544" y="1963"/>
                  </a:lnTo>
                  <a:lnTo>
                    <a:pt x="1263756" y="495"/>
                  </a:lnTo>
                  <a:lnTo>
                    <a:pt x="1188719" y="0"/>
                  </a:lnTo>
                  <a:close/>
                </a:path>
              </a:pathLst>
            </a:custGeom>
            <a:ln w="3175">
              <a:solidFill>
                <a:srgbClr val="3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4">
            <a:extLst>
              <a:ext uri="{FF2B5EF4-FFF2-40B4-BE49-F238E27FC236}">
                <a16:creationId xmlns:a16="http://schemas.microsoft.com/office/drawing/2014/main" id="{EC852041-6871-52FD-DEB7-037A4125423F}"/>
              </a:ext>
            </a:extLst>
          </p:cNvPr>
          <p:cNvSpPr txBox="1"/>
          <p:nvPr/>
        </p:nvSpPr>
        <p:spPr>
          <a:xfrm>
            <a:off x="5598918" y="3343786"/>
            <a:ext cx="107505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dirty="0">
                <a:latin typeface="Verdana"/>
                <a:cs typeface="Verdana"/>
              </a:rPr>
              <a:t>Vender</a:t>
            </a:r>
            <a:r>
              <a:rPr sz="1400" spc="-45" dirty="0">
                <a:latin typeface="Verdana"/>
                <a:cs typeface="Verdana"/>
              </a:rPr>
              <a:t> </a:t>
            </a:r>
            <a:r>
              <a:rPr sz="1400" spc="-25" dirty="0">
                <a:latin typeface="Verdana"/>
                <a:cs typeface="Verdana"/>
              </a:rPr>
              <a:t>CDs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6" name="object 15">
            <a:extLst>
              <a:ext uri="{FF2B5EF4-FFF2-40B4-BE49-F238E27FC236}">
                <a16:creationId xmlns:a16="http://schemas.microsoft.com/office/drawing/2014/main" id="{F00AF8D9-2BD4-23FE-42C3-C89B60455A5E}"/>
              </a:ext>
            </a:extLst>
          </p:cNvPr>
          <p:cNvSpPr txBox="1"/>
          <p:nvPr/>
        </p:nvSpPr>
        <p:spPr>
          <a:xfrm>
            <a:off x="5419086" y="5142107"/>
            <a:ext cx="1828800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dirty="0">
                <a:latin typeface="Verdana"/>
                <a:cs typeface="Verdana"/>
              </a:rPr>
              <a:t>Administrar</a:t>
            </a:r>
            <a:r>
              <a:rPr sz="1400" spc="-95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estoque</a:t>
            </a:r>
            <a:endParaRPr sz="140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423147260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52366F-0378-4BA1-D54D-32E2EFE1EB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52D6858D-2757-93F6-338F-D010432BAB61}"/>
              </a:ext>
            </a:extLst>
          </p:cNvPr>
          <p:cNvSpPr txBox="1"/>
          <p:nvPr/>
        </p:nvSpPr>
        <p:spPr>
          <a:xfrm>
            <a:off x="327198" y="389493"/>
            <a:ext cx="7552206" cy="5057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07000"/>
              </a:lnSpc>
              <a:spcAft>
                <a:spcPts val="800"/>
              </a:spcAft>
              <a:tabLst>
                <a:tab pos="914400" algn="l"/>
              </a:tabLst>
            </a:pPr>
            <a:r>
              <a:rPr lang="pt-BR" sz="2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Diagrama de Caso de Uso (Use Case)</a:t>
            </a:r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AFDAA5D7-D769-D7C0-FE05-488F500C1689}"/>
              </a:ext>
            </a:extLst>
          </p:cNvPr>
          <p:cNvSpPr txBox="1"/>
          <p:nvPr/>
        </p:nvSpPr>
        <p:spPr>
          <a:xfrm>
            <a:off x="1145529" y="806149"/>
            <a:ext cx="10719273" cy="3550331"/>
          </a:xfrm>
          <a:prstGeom prst="rect">
            <a:avLst/>
          </a:prstGeom>
        </p:spPr>
        <p:txBody>
          <a:bodyPr vert="horz" wrap="square" lIns="0" tIns="125095" rIns="0" bIns="0" rtlCol="0">
            <a:spAutoFit/>
          </a:bodyPr>
          <a:lstStyle/>
          <a:p>
            <a:pPr marL="356870" indent="-344170" algn="just">
              <a:lnSpc>
                <a:spcPct val="100000"/>
              </a:lnSpc>
              <a:spcBef>
                <a:spcPts val="985"/>
              </a:spcBef>
              <a:buClr>
                <a:srgbClr val="009999"/>
              </a:buClr>
              <a:buChar char="•"/>
              <a:tabLst>
                <a:tab pos="356870" algn="l"/>
              </a:tabLst>
            </a:pPr>
            <a:r>
              <a:rPr sz="2600" dirty="0">
                <a:latin typeface="BirkaLTPro-Regular"/>
                <a:cs typeface="Verdana"/>
              </a:rPr>
              <a:t>Relacionamento</a:t>
            </a:r>
            <a:r>
              <a:rPr sz="2600" spc="-55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de</a:t>
            </a:r>
            <a:r>
              <a:rPr sz="2600" spc="-50" dirty="0">
                <a:latin typeface="BirkaLTPro-Regular"/>
                <a:cs typeface="Verdana"/>
              </a:rPr>
              <a:t> </a:t>
            </a:r>
            <a:r>
              <a:rPr sz="2600" spc="-10" dirty="0">
                <a:latin typeface="BirkaLTPro-Regular"/>
                <a:cs typeface="Verdana"/>
              </a:rPr>
              <a:t>generalização</a:t>
            </a:r>
            <a:endParaRPr sz="2600" dirty="0">
              <a:latin typeface="BirkaLTPro-Regular"/>
              <a:cs typeface="Verdana"/>
            </a:endParaRPr>
          </a:p>
          <a:p>
            <a:pPr marL="469265" algn="just">
              <a:lnSpc>
                <a:spcPct val="100000"/>
              </a:lnSpc>
              <a:spcBef>
                <a:spcPts val="800"/>
              </a:spcBef>
            </a:pPr>
            <a:r>
              <a:rPr sz="2600" spc="105" dirty="0">
                <a:latin typeface="BirkaLTPro-Regular"/>
                <a:cs typeface="Verdana"/>
              </a:rPr>
              <a:t>Generalização</a:t>
            </a:r>
            <a:r>
              <a:rPr sz="2600" spc="-10" dirty="0">
                <a:latin typeface="BirkaLTPro-Regular"/>
                <a:cs typeface="Verdana"/>
              </a:rPr>
              <a:t> </a:t>
            </a:r>
            <a:r>
              <a:rPr sz="2600" spc="114" dirty="0">
                <a:latin typeface="BirkaLTPro-Regular"/>
                <a:cs typeface="Verdana"/>
              </a:rPr>
              <a:t>de</a:t>
            </a:r>
            <a:r>
              <a:rPr sz="2600" spc="-20" dirty="0">
                <a:latin typeface="BirkaLTPro-Regular"/>
                <a:cs typeface="Verdana"/>
              </a:rPr>
              <a:t> </a:t>
            </a:r>
            <a:r>
              <a:rPr sz="2600" spc="95" dirty="0">
                <a:latin typeface="BirkaLTPro-Regular"/>
                <a:cs typeface="Verdana"/>
              </a:rPr>
              <a:t>atores</a:t>
            </a:r>
            <a:endParaRPr sz="2600" dirty="0">
              <a:latin typeface="BirkaLTPro-Regular"/>
              <a:cs typeface="Verdana"/>
            </a:endParaRPr>
          </a:p>
          <a:p>
            <a:pPr marL="756285" marR="657860" lvl="1" indent="-287020" algn="just">
              <a:lnSpc>
                <a:spcPct val="121300"/>
              </a:lnSpc>
              <a:spcBef>
                <a:spcPts val="360"/>
              </a:spcBef>
              <a:buClr>
                <a:srgbClr val="009999"/>
              </a:buClr>
              <a:buChar char="–"/>
              <a:tabLst>
                <a:tab pos="756285" algn="l"/>
              </a:tabLst>
            </a:pPr>
            <a:r>
              <a:rPr sz="2600" dirty="0">
                <a:latin typeface="BirkaLTPro-Regular"/>
                <a:cs typeface="Verdana"/>
              </a:rPr>
              <a:t>Quando</a:t>
            </a:r>
            <a:r>
              <a:rPr sz="2600" spc="-20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dois</a:t>
            </a:r>
            <a:r>
              <a:rPr sz="2600" spc="-25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ou</a:t>
            </a:r>
            <a:r>
              <a:rPr sz="2600" spc="-15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mais atores</a:t>
            </a:r>
            <a:r>
              <a:rPr sz="2600" spc="-25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podem</a:t>
            </a:r>
            <a:r>
              <a:rPr sz="2600" spc="-30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se</a:t>
            </a:r>
            <a:r>
              <a:rPr sz="2600" spc="-25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comunicar</a:t>
            </a:r>
            <a:r>
              <a:rPr sz="2600" spc="5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com</a:t>
            </a:r>
            <a:r>
              <a:rPr sz="2600" spc="-30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o</a:t>
            </a:r>
            <a:r>
              <a:rPr sz="2600" spc="-10" dirty="0">
                <a:latin typeface="BirkaLTPro-Regular"/>
                <a:cs typeface="Verdana"/>
              </a:rPr>
              <a:t> mesmo </a:t>
            </a:r>
            <a:r>
              <a:rPr sz="2600" dirty="0">
                <a:latin typeface="BirkaLTPro-Regular"/>
                <a:cs typeface="Verdana"/>
              </a:rPr>
              <a:t>conjunto</a:t>
            </a:r>
            <a:r>
              <a:rPr sz="2600" spc="-5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de</a:t>
            </a:r>
            <a:r>
              <a:rPr sz="2600" spc="-5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casos</a:t>
            </a:r>
            <a:r>
              <a:rPr sz="2600" spc="-25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de</a:t>
            </a:r>
            <a:r>
              <a:rPr sz="2600" spc="-30" dirty="0">
                <a:latin typeface="BirkaLTPro-Regular"/>
                <a:cs typeface="Verdana"/>
              </a:rPr>
              <a:t> </a:t>
            </a:r>
            <a:r>
              <a:rPr sz="2600" spc="-25" dirty="0">
                <a:latin typeface="BirkaLTPro-Regular"/>
                <a:cs typeface="Verdana"/>
              </a:rPr>
              <a:t>uso</a:t>
            </a:r>
            <a:endParaRPr sz="2600" dirty="0">
              <a:latin typeface="BirkaLTPro-Regular"/>
              <a:cs typeface="Verdana"/>
            </a:endParaRPr>
          </a:p>
          <a:p>
            <a:pPr marL="756285" marR="5080" lvl="1" indent="-287020" algn="just">
              <a:lnSpc>
                <a:spcPct val="121200"/>
              </a:lnSpc>
              <a:spcBef>
                <a:spcPts val="360"/>
              </a:spcBef>
              <a:buClr>
                <a:srgbClr val="009999"/>
              </a:buClr>
              <a:buChar char="–"/>
              <a:tabLst>
                <a:tab pos="756285" algn="l"/>
              </a:tabLst>
            </a:pPr>
            <a:r>
              <a:rPr sz="2600" dirty="0">
                <a:latin typeface="BirkaLTPro-Regular"/>
                <a:cs typeface="Verdana"/>
              </a:rPr>
              <a:t>Um</a:t>
            </a:r>
            <a:r>
              <a:rPr sz="2600" spc="-15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filho (herdeiro)</a:t>
            </a:r>
            <a:r>
              <a:rPr sz="2600" spc="-50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pode</a:t>
            </a:r>
            <a:r>
              <a:rPr sz="2600" spc="-5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se</a:t>
            </a:r>
            <a:r>
              <a:rPr sz="2600" spc="-30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comunicar</a:t>
            </a:r>
            <a:r>
              <a:rPr sz="2600" spc="-5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com</a:t>
            </a:r>
            <a:r>
              <a:rPr sz="2600" spc="-35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todos</a:t>
            </a:r>
            <a:r>
              <a:rPr sz="2600" spc="-35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os</a:t>
            </a:r>
            <a:r>
              <a:rPr sz="2600" spc="-15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casos</a:t>
            </a:r>
            <a:r>
              <a:rPr sz="2600" spc="-30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de</a:t>
            </a:r>
            <a:r>
              <a:rPr sz="2600" spc="-10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uso </a:t>
            </a:r>
            <a:r>
              <a:rPr sz="2600" spc="-25" dirty="0">
                <a:latin typeface="BirkaLTPro-Regular"/>
                <a:cs typeface="Verdana"/>
              </a:rPr>
              <a:t>que </a:t>
            </a:r>
            <a:r>
              <a:rPr sz="2600" dirty="0">
                <a:latin typeface="BirkaLTPro-Regular"/>
                <a:cs typeface="Verdana"/>
              </a:rPr>
              <a:t>seu</a:t>
            </a:r>
            <a:r>
              <a:rPr sz="2600" spc="-5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pai</a:t>
            </a:r>
            <a:r>
              <a:rPr sz="2600" spc="-20" dirty="0">
                <a:latin typeface="BirkaLTPro-Regular"/>
                <a:cs typeface="Verdana"/>
              </a:rPr>
              <a:t> </a:t>
            </a:r>
            <a:r>
              <a:rPr sz="2600" dirty="0">
                <a:latin typeface="BirkaLTPro-Regular"/>
                <a:cs typeface="Verdana"/>
              </a:rPr>
              <a:t>se</a:t>
            </a:r>
            <a:r>
              <a:rPr sz="2600" spc="-10" dirty="0">
                <a:latin typeface="BirkaLTPro-Regular"/>
                <a:cs typeface="Verdana"/>
              </a:rPr>
              <a:t> comunica.</a:t>
            </a:r>
            <a:endParaRPr sz="2600" dirty="0">
              <a:latin typeface="BirkaLTPro-Regular"/>
              <a:cs typeface="Verdana"/>
            </a:endParaRPr>
          </a:p>
          <a:p>
            <a:pPr algn="just">
              <a:lnSpc>
                <a:spcPct val="100000"/>
              </a:lnSpc>
              <a:spcBef>
                <a:spcPts val="1625"/>
              </a:spcBef>
            </a:pPr>
            <a:endParaRPr dirty="0"/>
          </a:p>
        </p:txBody>
      </p:sp>
      <p:pic>
        <p:nvPicPr>
          <p:cNvPr id="17" name="object 4">
            <a:extLst>
              <a:ext uri="{FF2B5EF4-FFF2-40B4-BE49-F238E27FC236}">
                <a16:creationId xmlns:a16="http://schemas.microsoft.com/office/drawing/2014/main" id="{35CCE873-39A4-37C2-8E4E-7E92125BBF3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18358" y="3406302"/>
            <a:ext cx="681325" cy="2946796"/>
          </a:xfrm>
          <a:prstGeom prst="rect">
            <a:avLst/>
          </a:prstGeom>
        </p:spPr>
      </p:pic>
      <p:sp>
        <p:nvSpPr>
          <p:cNvPr id="19" name="CaixaDeTexto 18">
            <a:extLst>
              <a:ext uri="{FF2B5EF4-FFF2-40B4-BE49-F238E27FC236}">
                <a16:creationId xmlns:a16="http://schemas.microsoft.com/office/drawing/2014/main" id="{88340C1C-FE18-19CD-7631-D5943E4ADB23}"/>
              </a:ext>
            </a:extLst>
          </p:cNvPr>
          <p:cNvSpPr txBox="1"/>
          <p:nvPr/>
        </p:nvSpPr>
        <p:spPr>
          <a:xfrm>
            <a:off x="7119997" y="4073596"/>
            <a:ext cx="1985092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69265" algn="just">
              <a:lnSpc>
                <a:spcPct val="100000"/>
              </a:lnSpc>
            </a:pPr>
            <a:r>
              <a:rPr lang="pt-BR" sz="2600" spc="-10" dirty="0">
                <a:latin typeface="BirkaLTPro-Regular"/>
                <a:cs typeface="Verdana"/>
              </a:rPr>
              <a:t>Notação:</a:t>
            </a:r>
            <a:endParaRPr lang="pt-BR" sz="2600" dirty="0">
              <a:latin typeface="BirkaLTPro-Regular"/>
              <a:cs typeface="Verdana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CA01091-1B17-7837-E033-B70F05B327A1}"/>
              </a:ext>
            </a:extLst>
          </p:cNvPr>
          <p:cNvSpPr txBox="1"/>
          <p:nvPr/>
        </p:nvSpPr>
        <p:spPr>
          <a:xfrm>
            <a:off x="1622" y="6092008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69265" algn="just">
              <a:lnSpc>
                <a:spcPct val="100000"/>
              </a:lnSpc>
            </a:pPr>
            <a:r>
              <a:rPr lang="pt-BR" sz="1800" dirty="0">
                <a:latin typeface="BirkaLTPro-Regular"/>
                <a:cs typeface="Verdana"/>
              </a:rPr>
              <a:t>Dica:</a:t>
            </a:r>
            <a:r>
              <a:rPr lang="pt-BR" sz="1800" spc="-45" dirty="0">
                <a:latin typeface="BirkaLTPro-Regular"/>
                <a:cs typeface="Verdana"/>
              </a:rPr>
              <a:t> </a:t>
            </a:r>
            <a:r>
              <a:rPr lang="pt-BR" sz="1800" dirty="0">
                <a:latin typeface="BirkaLTPro-Regular"/>
                <a:cs typeface="Verdana"/>
              </a:rPr>
              <a:t>coloque</a:t>
            </a:r>
            <a:r>
              <a:rPr lang="pt-BR" sz="1800" spc="-35" dirty="0">
                <a:latin typeface="BirkaLTPro-Regular"/>
                <a:cs typeface="Verdana"/>
              </a:rPr>
              <a:t> </a:t>
            </a:r>
            <a:r>
              <a:rPr lang="pt-BR" sz="1800" dirty="0">
                <a:latin typeface="BirkaLTPro-Regular"/>
                <a:cs typeface="Verdana"/>
              </a:rPr>
              <a:t>os</a:t>
            </a:r>
            <a:r>
              <a:rPr lang="pt-BR" sz="1800" spc="-35" dirty="0">
                <a:latin typeface="BirkaLTPro-Regular"/>
                <a:cs typeface="Verdana"/>
              </a:rPr>
              <a:t> </a:t>
            </a:r>
            <a:r>
              <a:rPr lang="pt-BR" sz="1800" dirty="0">
                <a:latin typeface="BirkaLTPro-Regular"/>
                <a:cs typeface="Verdana"/>
              </a:rPr>
              <a:t>herdeiros</a:t>
            </a:r>
            <a:r>
              <a:rPr lang="pt-BR" sz="1800" spc="-35" dirty="0">
                <a:latin typeface="BirkaLTPro-Regular"/>
                <a:cs typeface="Verdana"/>
              </a:rPr>
              <a:t> </a:t>
            </a:r>
            <a:r>
              <a:rPr lang="pt-BR" sz="1800" spc="-10" dirty="0">
                <a:latin typeface="BirkaLTPro-Regular"/>
                <a:cs typeface="Verdana"/>
              </a:rPr>
              <a:t>embaixo</a:t>
            </a:r>
            <a:endParaRPr lang="pt-BR" sz="1800" dirty="0">
              <a:latin typeface="BirkaLTPro-Regular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50684704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661D85-A784-BFFB-61E9-29CD92DDD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6C4E8C3F-1CB5-750A-C137-3EFB564567A7}"/>
              </a:ext>
            </a:extLst>
          </p:cNvPr>
          <p:cNvSpPr txBox="1"/>
          <p:nvPr/>
        </p:nvSpPr>
        <p:spPr>
          <a:xfrm>
            <a:off x="327198" y="389493"/>
            <a:ext cx="7552206" cy="5057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07000"/>
              </a:lnSpc>
              <a:spcAft>
                <a:spcPts val="800"/>
              </a:spcAft>
              <a:tabLst>
                <a:tab pos="914400" algn="l"/>
              </a:tabLst>
            </a:pPr>
            <a:r>
              <a:rPr lang="pt-BR" sz="2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Diagrama de Caso de Uso (Use Case)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C6F93629-BBB9-B644-3306-FF04628A5029}"/>
              </a:ext>
            </a:extLst>
          </p:cNvPr>
          <p:cNvSpPr txBox="1"/>
          <p:nvPr/>
        </p:nvSpPr>
        <p:spPr>
          <a:xfrm>
            <a:off x="1067708" y="1248901"/>
            <a:ext cx="4796790" cy="10985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dirty="0">
                <a:latin typeface="Verdana"/>
                <a:cs typeface="Verdana"/>
              </a:rPr>
              <a:t>Exemplo: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Loja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de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CDs</a:t>
            </a:r>
            <a:endParaRPr sz="20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465"/>
              </a:spcBef>
            </a:pPr>
            <a:endParaRPr sz="2000" dirty="0">
              <a:latin typeface="Verdana"/>
              <a:cs typeface="Verdana"/>
            </a:endParaRPr>
          </a:p>
          <a:p>
            <a:pPr marL="469265">
              <a:lnSpc>
                <a:spcPct val="100000"/>
              </a:lnSpc>
            </a:pPr>
            <a:r>
              <a:rPr sz="1800" dirty="0">
                <a:latin typeface="Verdana"/>
                <a:cs typeface="Verdana"/>
              </a:rPr>
              <a:t>Identificando</a:t>
            </a:r>
            <a:r>
              <a:rPr sz="1800" spc="-7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generalização</a:t>
            </a:r>
            <a:r>
              <a:rPr sz="1800" spc="-7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de</a:t>
            </a:r>
            <a:r>
              <a:rPr sz="1800" spc="-7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atores</a:t>
            </a:r>
            <a:endParaRPr sz="1800" dirty="0">
              <a:latin typeface="Verdana"/>
              <a:cs typeface="Verdana"/>
            </a:endParaRPr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9CDD74F6-C972-4875-30B4-9962C2BD6ADB}"/>
              </a:ext>
            </a:extLst>
          </p:cNvPr>
          <p:cNvGrpSpPr/>
          <p:nvPr/>
        </p:nvGrpSpPr>
        <p:grpSpPr>
          <a:xfrm>
            <a:off x="3322159" y="3003481"/>
            <a:ext cx="524510" cy="1737995"/>
            <a:chOff x="3399980" y="3363404"/>
            <a:chExt cx="524510" cy="1737995"/>
          </a:xfrm>
        </p:grpSpPr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BAC3D34C-B233-6BC7-409B-873878387868}"/>
                </a:ext>
              </a:extLst>
            </p:cNvPr>
            <p:cNvSpPr/>
            <p:nvPr/>
          </p:nvSpPr>
          <p:spPr>
            <a:xfrm>
              <a:off x="3657599" y="4523231"/>
              <a:ext cx="0" cy="576580"/>
            </a:xfrm>
            <a:custGeom>
              <a:avLst/>
              <a:gdLst/>
              <a:ahLst/>
              <a:cxnLst/>
              <a:rect l="l" t="t" r="r" b="b"/>
              <a:pathLst>
                <a:path h="576579">
                  <a:moveTo>
                    <a:pt x="0" y="57607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3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6">
              <a:extLst>
                <a:ext uri="{FF2B5EF4-FFF2-40B4-BE49-F238E27FC236}">
                  <a16:creationId xmlns:a16="http://schemas.microsoft.com/office/drawing/2014/main" id="{179231F9-A26D-B587-E3E9-3EE4D7355D77}"/>
                </a:ext>
              </a:extLst>
            </p:cNvPr>
            <p:cNvSpPr/>
            <p:nvPr/>
          </p:nvSpPr>
          <p:spPr>
            <a:xfrm>
              <a:off x="3563111" y="4532375"/>
              <a:ext cx="192405" cy="262255"/>
            </a:xfrm>
            <a:custGeom>
              <a:avLst/>
              <a:gdLst/>
              <a:ahLst/>
              <a:cxnLst/>
              <a:rect l="l" t="t" r="r" b="b"/>
              <a:pathLst>
                <a:path w="192404" h="262254">
                  <a:moveTo>
                    <a:pt x="192023" y="262127"/>
                  </a:moveTo>
                  <a:lnTo>
                    <a:pt x="97535" y="0"/>
                  </a:lnTo>
                  <a:lnTo>
                    <a:pt x="0" y="262127"/>
                  </a:lnTo>
                  <a:lnTo>
                    <a:pt x="192023" y="26212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EDF37D5E-CC79-8ACC-E83D-DC1BB13FC494}"/>
                </a:ext>
              </a:extLst>
            </p:cNvPr>
            <p:cNvSpPr/>
            <p:nvPr/>
          </p:nvSpPr>
          <p:spPr>
            <a:xfrm>
              <a:off x="3401567" y="3364991"/>
              <a:ext cx="521334" cy="1430020"/>
            </a:xfrm>
            <a:custGeom>
              <a:avLst/>
              <a:gdLst/>
              <a:ahLst/>
              <a:cxnLst/>
              <a:rect l="l" t="t" r="r" b="b"/>
              <a:pathLst>
                <a:path w="521335" h="1430020">
                  <a:moveTo>
                    <a:pt x="259079" y="1167383"/>
                  </a:moveTo>
                  <a:lnTo>
                    <a:pt x="353567" y="1429511"/>
                  </a:lnTo>
                  <a:lnTo>
                    <a:pt x="161543" y="1429511"/>
                  </a:lnTo>
                  <a:lnTo>
                    <a:pt x="259079" y="1167383"/>
                  </a:lnTo>
                  <a:close/>
                </a:path>
                <a:path w="521335" h="1430020">
                  <a:moveTo>
                    <a:pt x="274319" y="0"/>
                  </a:moveTo>
                  <a:lnTo>
                    <a:pt x="222503" y="9667"/>
                  </a:lnTo>
                  <a:lnTo>
                    <a:pt x="179831" y="36194"/>
                  </a:lnTo>
                  <a:lnTo>
                    <a:pt x="150875" y="75866"/>
                  </a:lnTo>
                  <a:lnTo>
                    <a:pt x="140207" y="124967"/>
                  </a:lnTo>
                  <a:lnTo>
                    <a:pt x="150875" y="174545"/>
                  </a:lnTo>
                  <a:lnTo>
                    <a:pt x="179831" y="215264"/>
                  </a:lnTo>
                  <a:lnTo>
                    <a:pt x="222503" y="242839"/>
                  </a:lnTo>
                  <a:lnTo>
                    <a:pt x="274319" y="252983"/>
                  </a:lnTo>
                  <a:lnTo>
                    <a:pt x="326135" y="242839"/>
                  </a:lnTo>
                  <a:lnTo>
                    <a:pt x="368807" y="215264"/>
                  </a:lnTo>
                  <a:lnTo>
                    <a:pt x="397763" y="174545"/>
                  </a:lnTo>
                  <a:lnTo>
                    <a:pt x="408431" y="124967"/>
                  </a:lnTo>
                  <a:lnTo>
                    <a:pt x="397763" y="75866"/>
                  </a:lnTo>
                  <a:lnTo>
                    <a:pt x="368807" y="36194"/>
                  </a:lnTo>
                  <a:lnTo>
                    <a:pt x="326135" y="9667"/>
                  </a:lnTo>
                  <a:lnTo>
                    <a:pt x="274319" y="0"/>
                  </a:lnTo>
                  <a:close/>
                </a:path>
                <a:path w="521335" h="1430020">
                  <a:moveTo>
                    <a:pt x="268223" y="225551"/>
                  </a:moveTo>
                  <a:lnTo>
                    <a:pt x="268223" y="451103"/>
                  </a:lnTo>
                </a:path>
                <a:path w="521335" h="1430020">
                  <a:moveTo>
                    <a:pt x="70103" y="295655"/>
                  </a:moveTo>
                  <a:lnTo>
                    <a:pt x="451103" y="298703"/>
                  </a:lnTo>
                </a:path>
                <a:path w="521335" h="1430020">
                  <a:moveTo>
                    <a:pt x="0" y="704087"/>
                  </a:moveTo>
                  <a:lnTo>
                    <a:pt x="268223" y="451103"/>
                  </a:lnTo>
                  <a:lnTo>
                    <a:pt x="521207" y="704087"/>
                  </a:lnTo>
                </a:path>
              </a:pathLst>
            </a:custGeom>
            <a:ln w="3175">
              <a:solidFill>
                <a:srgbClr val="3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8">
            <a:extLst>
              <a:ext uri="{FF2B5EF4-FFF2-40B4-BE49-F238E27FC236}">
                <a16:creationId xmlns:a16="http://schemas.microsoft.com/office/drawing/2014/main" id="{840F5909-4BA5-B592-A403-AD58257DE898}"/>
              </a:ext>
            </a:extLst>
          </p:cNvPr>
          <p:cNvSpPr txBox="1"/>
          <p:nvPr/>
        </p:nvSpPr>
        <p:spPr>
          <a:xfrm>
            <a:off x="3067196" y="3937239"/>
            <a:ext cx="94170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spc="-10" dirty="0">
                <a:latin typeface="Verdana"/>
                <a:cs typeface="Verdana"/>
              </a:rPr>
              <a:t>Atendente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0" name="object 9">
            <a:extLst>
              <a:ext uri="{FF2B5EF4-FFF2-40B4-BE49-F238E27FC236}">
                <a16:creationId xmlns:a16="http://schemas.microsoft.com/office/drawing/2014/main" id="{4C554E01-5947-C3A0-398A-D64529CFE27D}"/>
              </a:ext>
            </a:extLst>
          </p:cNvPr>
          <p:cNvSpPr/>
          <p:nvPr/>
        </p:nvSpPr>
        <p:spPr>
          <a:xfrm>
            <a:off x="3463955" y="3355588"/>
            <a:ext cx="2520950" cy="1697989"/>
          </a:xfrm>
          <a:custGeom>
            <a:avLst/>
            <a:gdLst/>
            <a:ahLst/>
            <a:cxnLst/>
            <a:rect l="l" t="t" r="r" b="b"/>
            <a:pathLst>
              <a:path w="2520950" h="1697989">
                <a:moveTo>
                  <a:pt x="1444751" y="0"/>
                </a:moveTo>
                <a:lnTo>
                  <a:pt x="2520695" y="3047"/>
                </a:lnTo>
              </a:path>
              <a:path w="2520950" h="1697989">
                <a:moveTo>
                  <a:pt x="1444751" y="0"/>
                </a:moveTo>
                <a:lnTo>
                  <a:pt x="380999" y="3047"/>
                </a:lnTo>
              </a:path>
              <a:path w="2520950" h="1697989">
                <a:moveTo>
                  <a:pt x="134111" y="1444751"/>
                </a:moveTo>
                <a:lnTo>
                  <a:pt x="82295" y="1454419"/>
                </a:lnTo>
                <a:lnTo>
                  <a:pt x="39623" y="1480946"/>
                </a:lnTo>
                <a:lnTo>
                  <a:pt x="10667" y="1520618"/>
                </a:lnTo>
                <a:lnTo>
                  <a:pt x="0" y="1569719"/>
                </a:lnTo>
                <a:lnTo>
                  <a:pt x="10667" y="1619297"/>
                </a:lnTo>
                <a:lnTo>
                  <a:pt x="39623" y="1660016"/>
                </a:lnTo>
                <a:lnTo>
                  <a:pt x="82295" y="1687591"/>
                </a:lnTo>
                <a:lnTo>
                  <a:pt x="134111" y="1697735"/>
                </a:lnTo>
                <a:lnTo>
                  <a:pt x="185927" y="1687591"/>
                </a:lnTo>
                <a:lnTo>
                  <a:pt x="228599" y="1660016"/>
                </a:lnTo>
                <a:lnTo>
                  <a:pt x="257555" y="1619297"/>
                </a:lnTo>
                <a:lnTo>
                  <a:pt x="268223" y="1569719"/>
                </a:lnTo>
                <a:lnTo>
                  <a:pt x="257555" y="1520618"/>
                </a:lnTo>
                <a:lnTo>
                  <a:pt x="228599" y="1480946"/>
                </a:lnTo>
                <a:lnTo>
                  <a:pt x="185927" y="1454419"/>
                </a:lnTo>
                <a:lnTo>
                  <a:pt x="134111" y="1444751"/>
                </a:lnTo>
                <a:close/>
              </a:path>
            </a:pathLst>
          </a:custGeom>
          <a:ln w="3175">
            <a:solidFill>
              <a:srgbClr val="3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1" name="object 10">
            <a:extLst>
              <a:ext uri="{FF2B5EF4-FFF2-40B4-BE49-F238E27FC236}">
                <a16:creationId xmlns:a16="http://schemas.microsoft.com/office/drawing/2014/main" id="{BEE7FCBE-6B07-9202-7A76-8D7993F28915}"/>
              </a:ext>
            </a:extLst>
          </p:cNvPr>
          <p:cNvGrpSpPr/>
          <p:nvPr/>
        </p:nvGrpSpPr>
        <p:grpSpPr>
          <a:xfrm>
            <a:off x="3322223" y="4911592"/>
            <a:ext cx="4221480" cy="609600"/>
            <a:chOff x="3400044" y="5271515"/>
            <a:chExt cx="4221480" cy="609600"/>
          </a:xfrm>
        </p:grpSpPr>
        <p:sp>
          <p:nvSpPr>
            <p:cNvPr id="12" name="object 11">
              <a:extLst>
                <a:ext uri="{FF2B5EF4-FFF2-40B4-BE49-F238E27FC236}">
                  <a16:creationId xmlns:a16="http://schemas.microsoft.com/office/drawing/2014/main" id="{72787F15-33C9-3CF9-CB5D-404218B2EC19}"/>
                </a:ext>
              </a:extLst>
            </p:cNvPr>
            <p:cNvSpPr/>
            <p:nvPr/>
          </p:nvSpPr>
          <p:spPr>
            <a:xfrm>
              <a:off x="3401568" y="5398007"/>
              <a:ext cx="2715895" cy="481965"/>
            </a:xfrm>
            <a:custGeom>
              <a:avLst/>
              <a:gdLst/>
              <a:ahLst/>
              <a:cxnLst/>
              <a:rect l="l" t="t" r="r" b="b"/>
              <a:pathLst>
                <a:path w="2715895" h="481964">
                  <a:moveTo>
                    <a:pt x="268223" y="0"/>
                  </a:moveTo>
                  <a:lnTo>
                    <a:pt x="268223" y="213359"/>
                  </a:lnTo>
                </a:path>
                <a:path w="2715895" h="481964">
                  <a:moveTo>
                    <a:pt x="70103" y="57911"/>
                  </a:moveTo>
                  <a:lnTo>
                    <a:pt x="451103" y="60959"/>
                  </a:lnTo>
                </a:path>
                <a:path w="2715895" h="481964">
                  <a:moveTo>
                    <a:pt x="0" y="481583"/>
                  </a:moveTo>
                  <a:lnTo>
                    <a:pt x="268223" y="213359"/>
                  </a:lnTo>
                  <a:lnTo>
                    <a:pt x="521207" y="481583"/>
                  </a:lnTo>
                </a:path>
                <a:path w="2715895" h="481964">
                  <a:moveTo>
                    <a:pt x="1612391" y="115823"/>
                  </a:moveTo>
                  <a:lnTo>
                    <a:pt x="2715767" y="115823"/>
                  </a:lnTo>
                </a:path>
                <a:path w="2715895" h="481964">
                  <a:moveTo>
                    <a:pt x="1612391" y="115823"/>
                  </a:moveTo>
                  <a:lnTo>
                    <a:pt x="521207" y="115823"/>
                  </a:lnTo>
                </a:path>
              </a:pathLst>
            </a:custGeom>
            <a:ln w="3175">
              <a:solidFill>
                <a:srgbClr val="3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2">
              <a:extLst>
                <a:ext uri="{FF2B5EF4-FFF2-40B4-BE49-F238E27FC236}">
                  <a16:creationId xmlns:a16="http://schemas.microsoft.com/office/drawing/2014/main" id="{A983E8C6-A116-DCCC-BA4F-7A078EF557B9}"/>
                </a:ext>
              </a:extLst>
            </p:cNvPr>
            <p:cNvSpPr/>
            <p:nvPr/>
          </p:nvSpPr>
          <p:spPr>
            <a:xfrm>
              <a:off x="5245607" y="5273039"/>
              <a:ext cx="2374900" cy="509270"/>
            </a:xfrm>
            <a:custGeom>
              <a:avLst/>
              <a:gdLst/>
              <a:ahLst/>
              <a:cxnLst/>
              <a:rect l="l" t="t" r="r" b="b"/>
              <a:pathLst>
                <a:path w="2374900" h="509270">
                  <a:moveTo>
                    <a:pt x="2374391" y="252983"/>
                  </a:moveTo>
                  <a:lnTo>
                    <a:pt x="2353831" y="205677"/>
                  </a:lnTo>
                  <a:lnTo>
                    <a:pt x="2318434" y="175745"/>
                  </a:lnTo>
                  <a:lnTo>
                    <a:pt x="2266975" y="147369"/>
                  </a:lnTo>
                  <a:lnTo>
                    <a:pt x="2200561" y="120784"/>
                  </a:lnTo>
                  <a:lnTo>
                    <a:pt x="2162093" y="108235"/>
                  </a:lnTo>
                  <a:lnTo>
                    <a:pt x="2120301" y="96221"/>
                  </a:lnTo>
                  <a:lnTo>
                    <a:pt x="2075324" y="84771"/>
                  </a:lnTo>
                  <a:lnTo>
                    <a:pt x="2027300" y="73913"/>
                  </a:lnTo>
                  <a:lnTo>
                    <a:pt x="1976369" y="63679"/>
                  </a:lnTo>
                  <a:lnTo>
                    <a:pt x="1922667" y="54095"/>
                  </a:lnTo>
                  <a:lnTo>
                    <a:pt x="1866334" y="45192"/>
                  </a:lnTo>
                  <a:lnTo>
                    <a:pt x="1807508" y="36999"/>
                  </a:lnTo>
                  <a:lnTo>
                    <a:pt x="1746327" y="29544"/>
                  </a:lnTo>
                  <a:lnTo>
                    <a:pt x="1682930" y="22858"/>
                  </a:lnTo>
                  <a:lnTo>
                    <a:pt x="1617455" y="16968"/>
                  </a:lnTo>
                  <a:lnTo>
                    <a:pt x="1550041" y="11905"/>
                  </a:lnTo>
                  <a:lnTo>
                    <a:pt x="1480825" y="7696"/>
                  </a:lnTo>
                  <a:lnTo>
                    <a:pt x="1409947" y="4373"/>
                  </a:lnTo>
                  <a:lnTo>
                    <a:pt x="1337544" y="1963"/>
                  </a:lnTo>
                  <a:lnTo>
                    <a:pt x="1263756" y="495"/>
                  </a:lnTo>
                  <a:lnTo>
                    <a:pt x="1188719" y="0"/>
                  </a:lnTo>
                  <a:lnTo>
                    <a:pt x="1113345" y="495"/>
                  </a:lnTo>
                  <a:lnTo>
                    <a:pt x="1039244" y="1963"/>
                  </a:lnTo>
                  <a:lnTo>
                    <a:pt x="966554" y="4373"/>
                  </a:lnTo>
                  <a:lnTo>
                    <a:pt x="895412" y="7696"/>
                  </a:lnTo>
                  <a:lnTo>
                    <a:pt x="825956" y="11905"/>
                  </a:lnTo>
                  <a:lnTo>
                    <a:pt x="758323" y="16968"/>
                  </a:lnTo>
                  <a:lnTo>
                    <a:pt x="692650" y="22858"/>
                  </a:lnTo>
                  <a:lnTo>
                    <a:pt x="629075" y="29544"/>
                  </a:lnTo>
                  <a:lnTo>
                    <a:pt x="567735" y="36999"/>
                  </a:lnTo>
                  <a:lnTo>
                    <a:pt x="508767" y="45192"/>
                  </a:lnTo>
                  <a:lnTo>
                    <a:pt x="452309" y="54095"/>
                  </a:lnTo>
                  <a:lnTo>
                    <a:pt x="398498" y="63679"/>
                  </a:lnTo>
                  <a:lnTo>
                    <a:pt x="347471" y="73913"/>
                  </a:lnTo>
                  <a:lnTo>
                    <a:pt x="299367" y="84771"/>
                  </a:lnTo>
                  <a:lnTo>
                    <a:pt x="254321" y="96221"/>
                  </a:lnTo>
                  <a:lnTo>
                    <a:pt x="212472" y="108235"/>
                  </a:lnTo>
                  <a:lnTo>
                    <a:pt x="173956" y="120784"/>
                  </a:lnTo>
                  <a:lnTo>
                    <a:pt x="107476" y="147369"/>
                  </a:lnTo>
                  <a:lnTo>
                    <a:pt x="55979" y="175745"/>
                  </a:lnTo>
                  <a:lnTo>
                    <a:pt x="20564" y="205677"/>
                  </a:lnTo>
                  <a:lnTo>
                    <a:pt x="0" y="252983"/>
                  </a:lnTo>
                  <a:lnTo>
                    <a:pt x="2330" y="269048"/>
                  </a:lnTo>
                  <a:lnTo>
                    <a:pt x="36193" y="315631"/>
                  </a:lnTo>
                  <a:lnTo>
                    <a:pt x="79786" y="345031"/>
                  </a:lnTo>
                  <a:lnTo>
                    <a:pt x="138912" y="372817"/>
                  </a:lnTo>
                  <a:lnTo>
                    <a:pt x="212472" y="398738"/>
                  </a:lnTo>
                  <a:lnTo>
                    <a:pt x="254321" y="410921"/>
                  </a:lnTo>
                  <a:lnTo>
                    <a:pt x="299367" y="422545"/>
                  </a:lnTo>
                  <a:lnTo>
                    <a:pt x="347471" y="433577"/>
                  </a:lnTo>
                  <a:lnTo>
                    <a:pt x="398498" y="443988"/>
                  </a:lnTo>
                  <a:lnTo>
                    <a:pt x="452309" y="453745"/>
                  </a:lnTo>
                  <a:lnTo>
                    <a:pt x="508767" y="462817"/>
                  </a:lnTo>
                  <a:lnTo>
                    <a:pt x="567735" y="471173"/>
                  </a:lnTo>
                  <a:lnTo>
                    <a:pt x="629075" y="478782"/>
                  </a:lnTo>
                  <a:lnTo>
                    <a:pt x="692650" y="485613"/>
                  </a:lnTo>
                  <a:lnTo>
                    <a:pt x="758323" y="491635"/>
                  </a:lnTo>
                  <a:lnTo>
                    <a:pt x="825956" y="496816"/>
                  </a:lnTo>
                  <a:lnTo>
                    <a:pt x="895412" y="501124"/>
                  </a:lnTo>
                  <a:lnTo>
                    <a:pt x="966554" y="504530"/>
                  </a:lnTo>
                  <a:lnTo>
                    <a:pt x="1039244" y="507001"/>
                  </a:lnTo>
                  <a:lnTo>
                    <a:pt x="1113345" y="508507"/>
                  </a:lnTo>
                  <a:lnTo>
                    <a:pt x="1188719" y="509015"/>
                  </a:lnTo>
                  <a:lnTo>
                    <a:pt x="1263756" y="508507"/>
                  </a:lnTo>
                  <a:lnTo>
                    <a:pt x="1337544" y="507001"/>
                  </a:lnTo>
                  <a:lnTo>
                    <a:pt x="1409947" y="504530"/>
                  </a:lnTo>
                  <a:lnTo>
                    <a:pt x="1480825" y="501124"/>
                  </a:lnTo>
                  <a:lnTo>
                    <a:pt x="1550041" y="496816"/>
                  </a:lnTo>
                  <a:lnTo>
                    <a:pt x="1617455" y="491635"/>
                  </a:lnTo>
                  <a:lnTo>
                    <a:pt x="1682930" y="485613"/>
                  </a:lnTo>
                  <a:lnTo>
                    <a:pt x="1746327" y="478782"/>
                  </a:lnTo>
                  <a:lnTo>
                    <a:pt x="1807508" y="471173"/>
                  </a:lnTo>
                  <a:lnTo>
                    <a:pt x="1866334" y="462817"/>
                  </a:lnTo>
                  <a:lnTo>
                    <a:pt x="1922667" y="453745"/>
                  </a:lnTo>
                  <a:lnTo>
                    <a:pt x="1976369" y="443988"/>
                  </a:lnTo>
                  <a:lnTo>
                    <a:pt x="2027300" y="433577"/>
                  </a:lnTo>
                  <a:lnTo>
                    <a:pt x="2075324" y="422545"/>
                  </a:lnTo>
                  <a:lnTo>
                    <a:pt x="2120301" y="410921"/>
                  </a:lnTo>
                  <a:lnTo>
                    <a:pt x="2162093" y="398738"/>
                  </a:lnTo>
                  <a:lnTo>
                    <a:pt x="2200561" y="386026"/>
                  </a:lnTo>
                  <a:lnTo>
                    <a:pt x="2266975" y="359142"/>
                  </a:lnTo>
                  <a:lnTo>
                    <a:pt x="2318434" y="330517"/>
                  </a:lnTo>
                  <a:lnTo>
                    <a:pt x="2353831" y="300403"/>
                  </a:lnTo>
                  <a:lnTo>
                    <a:pt x="2374391" y="252983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3">
              <a:extLst>
                <a:ext uri="{FF2B5EF4-FFF2-40B4-BE49-F238E27FC236}">
                  <a16:creationId xmlns:a16="http://schemas.microsoft.com/office/drawing/2014/main" id="{EB614410-21C8-6389-9C21-51DFD4E96EA8}"/>
                </a:ext>
              </a:extLst>
            </p:cNvPr>
            <p:cNvSpPr/>
            <p:nvPr/>
          </p:nvSpPr>
          <p:spPr>
            <a:xfrm>
              <a:off x="5245607" y="5273039"/>
              <a:ext cx="2374900" cy="509270"/>
            </a:xfrm>
            <a:custGeom>
              <a:avLst/>
              <a:gdLst/>
              <a:ahLst/>
              <a:cxnLst/>
              <a:rect l="l" t="t" r="r" b="b"/>
              <a:pathLst>
                <a:path w="2374900" h="509270">
                  <a:moveTo>
                    <a:pt x="1188719" y="0"/>
                  </a:moveTo>
                  <a:lnTo>
                    <a:pt x="1113345" y="495"/>
                  </a:lnTo>
                  <a:lnTo>
                    <a:pt x="1039244" y="1963"/>
                  </a:lnTo>
                  <a:lnTo>
                    <a:pt x="966554" y="4373"/>
                  </a:lnTo>
                  <a:lnTo>
                    <a:pt x="895412" y="7696"/>
                  </a:lnTo>
                  <a:lnTo>
                    <a:pt x="825956" y="11905"/>
                  </a:lnTo>
                  <a:lnTo>
                    <a:pt x="758323" y="16968"/>
                  </a:lnTo>
                  <a:lnTo>
                    <a:pt x="692650" y="22858"/>
                  </a:lnTo>
                  <a:lnTo>
                    <a:pt x="629075" y="29544"/>
                  </a:lnTo>
                  <a:lnTo>
                    <a:pt x="567735" y="36999"/>
                  </a:lnTo>
                  <a:lnTo>
                    <a:pt x="508767" y="45192"/>
                  </a:lnTo>
                  <a:lnTo>
                    <a:pt x="452309" y="54095"/>
                  </a:lnTo>
                  <a:lnTo>
                    <a:pt x="398498" y="63679"/>
                  </a:lnTo>
                  <a:lnTo>
                    <a:pt x="347471" y="73913"/>
                  </a:lnTo>
                  <a:lnTo>
                    <a:pt x="299367" y="84771"/>
                  </a:lnTo>
                  <a:lnTo>
                    <a:pt x="254321" y="96221"/>
                  </a:lnTo>
                  <a:lnTo>
                    <a:pt x="212472" y="108235"/>
                  </a:lnTo>
                  <a:lnTo>
                    <a:pt x="173956" y="120784"/>
                  </a:lnTo>
                  <a:lnTo>
                    <a:pt x="107476" y="147369"/>
                  </a:lnTo>
                  <a:lnTo>
                    <a:pt x="55979" y="175745"/>
                  </a:lnTo>
                  <a:lnTo>
                    <a:pt x="20564" y="205677"/>
                  </a:lnTo>
                  <a:lnTo>
                    <a:pt x="0" y="252983"/>
                  </a:lnTo>
                  <a:lnTo>
                    <a:pt x="2330" y="269048"/>
                  </a:lnTo>
                  <a:lnTo>
                    <a:pt x="36193" y="315631"/>
                  </a:lnTo>
                  <a:lnTo>
                    <a:pt x="79786" y="345031"/>
                  </a:lnTo>
                  <a:lnTo>
                    <a:pt x="138912" y="372817"/>
                  </a:lnTo>
                  <a:lnTo>
                    <a:pt x="212472" y="398738"/>
                  </a:lnTo>
                  <a:lnTo>
                    <a:pt x="254321" y="410921"/>
                  </a:lnTo>
                  <a:lnTo>
                    <a:pt x="299367" y="422545"/>
                  </a:lnTo>
                  <a:lnTo>
                    <a:pt x="347471" y="433577"/>
                  </a:lnTo>
                  <a:lnTo>
                    <a:pt x="398498" y="443988"/>
                  </a:lnTo>
                  <a:lnTo>
                    <a:pt x="452309" y="453745"/>
                  </a:lnTo>
                  <a:lnTo>
                    <a:pt x="508767" y="462817"/>
                  </a:lnTo>
                  <a:lnTo>
                    <a:pt x="567735" y="471173"/>
                  </a:lnTo>
                  <a:lnTo>
                    <a:pt x="629075" y="478782"/>
                  </a:lnTo>
                  <a:lnTo>
                    <a:pt x="692650" y="485613"/>
                  </a:lnTo>
                  <a:lnTo>
                    <a:pt x="758323" y="491635"/>
                  </a:lnTo>
                  <a:lnTo>
                    <a:pt x="825956" y="496816"/>
                  </a:lnTo>
                  <a:lnTo>
                    <a:pt x="895412" y="501124"/>
                  </a:lnTo>
                  <a:lnTo>
                    <a:pt x="966554" y="504530"/>
                  </a:lnTo>
                  <a:lnTo>
                    <a:pt x="1039244" y="507001"/>
                  </a:lnTo>
                  <a:lnTo>
                    <a:pt x="1113345" y="508507"/>
                  </a:lnTo>
                  <a:lnTo>
                    <a:pt x="1188719" y="509015"/>
                  </a:lnTo>
                  <a:lnTo>
                    <a:pt x="1263756" y="508507"/>
                  </a:lnTo>
                  <a:lnTo>
                    <a:pt x="1337544" y="507001"/>
                  </a:lnTo>
                  <a:lnTo>
                    <a:pt x="1409947" y="504530"/>
                  </a:lnTo>
                  <a:lnTo>
                    <a:pt x="1480825" y="501124"/>
                  </a:lnTo>
                  <a:lnTo>
                    <a:pt x="1550041" y="496816"/>
                  </a:lnTo>
                  <a:lnTo>
                    <a:pt x="1617455" y="491635"/>
                  </a:lnTo>
                  <a:lnTo>
                    <a:pt x="1682930" y="485613"/>
                  </a:lnTo>
                  <a:lnTo>
                    <a:pt x="1746327" y="478782"/>
                  </a:lnTo>
                  <a:lnTo>
                    <a:pt x="1807508" y="471173"/>
                  </a:lnTo>
                  <a:lnTo>
                    <a:pt x="1866334" y="462817"/>
                  </a:lnTo>
                  <a:lnTo>
                    <a:pt x="1922667" y="453745"/>
                  </a:lnTo>
                  <a:lnTo>
                    <a:pt x="1976369" y="443988"/>
                  </a:lnTo>
                  <a:lnTo>
                    <a:pt x="2027300" y="433577"/>
                  </a:lnTo>
                  <a:lnTo>
                    <a:pt x="2075324" y="422545"/>
                  </a:lnTo>
                  <a:lnTo>
                    <a:pt x="2120301" y="410921"/>
                  </a:lnTo>
                  <a:lnTo>
                    <a:pt x="2162093" y="398738"/>
                  </a:lnTo>
                  <a:lnTo>
                    <a:pt x="2200561" y="386026"/>
                  </a:lnTo>
                  <a:lnTo>
                    <a:pt x="2266975" y="359142"/>
                  </a:lnTo>
                  <a:lnTo>
                    <a:pt x="2318434" y="330517"/>
                  </a:lnTo>
                  <a:lnTo>
                    <a:pt x="2353831" y="300403"/>
                  </a:lnTo>
                  <a:lnTo>
                    <a:pt x="2374391" y="252983"/>
                  </a:lnTo>
                  <a:lnTo>
                    <a:pt x="2372061" y="236932"/>
                  </a:lnTo>
                  <a:lnTo>
                    <a:pt x="2338209" y="190531"/>
                  </a:lnTo>
                  <a:lnTo>
                    <a:pt x="2294643" y="161348"/>
                  </a:lnTo>
                  <a:lnTo>
                    <a:pt x="2235568" y="133838"/>
                  </a:lnTo>
                  <a:lnTo>
                    <a:pt x="2162093" y="108235"/>
                  </a:lnTo>
                  <a:lnTo>
                    <a:pt x="2120301" y="96221"/>
                  </a:lnTo>
                  <a:lnTo>
                    <a:pt x="2075324" y="84771"/>
                  </a:lnTo>
                  <a:lnTo>
                    <a:pt x="2027300" y="73913"/>
                  </a:lnTo>
                  <a:lnTo>
                    <a:pt x="1976369" y="63679"/>
                  </a:lnTo>
                  <a:lnTo>
                    <a:pt x="1922667" y="54095"/>
                  </a:lnTo>
                  <a:lnTo>
                    <a:pt x="1866334" y="45192"/>
                  </a:lnTo>
                  <a:lnTo>
                    <a:pt x="1807508" y="36999"/>
                  </a:lnTo>
                  <a:lnTo>
                    <a:pt x="1746327" y="29544"/>
                  </a:lnTo>
                  <a:lnTo>
                    <a:pt x="1682930" y="22858"/>
                  </a:lnTo>
                  <a:lnTo>
                    <a:pt x="1617455" y="16968"/>
                  </a:lnTo>
                  <a:lnTo>
                    <a:pt x="1550041" y="11905"/>
                  </a:lnTo>
                  <a:lnTo>
                    <a:pt x="1480825" y="7696"/>
                  </a:lnTo>
                  <a:lnTo>
                    <a:pt x="1409947" y="4373"/>
                  </a:lnTo>
                  <a:lnTo>
                    <a:pt x="1337544" y="1963"/>
                  </a:lnTo>
                  <a:lnTo>
                    <a:pt x="1263756" y="495"/>
                  </a:lnTo>
                  <a:lnTo>
                    <a:pt x="1188719" y="0"/>
                  </a:lnTo>
                  <a:close/>
                </a:path>
              </a:pathLst>
            </a:custGeom>
            <a:ln w="3175">
              <a:solidFill>
                <a:srgbClr val="3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4">
            <a:extLst>
              <a:ext uri="{FF2B5EF4-FFF2-40B4-BE49-F238E27FC236}">
                <a16:creationId xmlns:a16="http://schemas.microsoft.com/office/drawing/2014/main" id="{723B4BE3-3A51-62EA-CF44-92C5521768BF}"/>
              </a:ext>
            </a:extLst>
          </p:cNvPr>
          <p:cNvSpPr txBox="1"/>
          <p:nvPr/>
        </p:nvSpPr>
        <p:spPr>
          <a:xfrm>
            <a:off x="3179972" y="5747753"/>
            <a:ext cx="740410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spc="-10" dirty="0">
                <a:latin typeface="Verdana"/>
                <a:cs typeface="Verdana"/>
              </a:rPr>
              <a:t>Gerente</a:t>
            </a:r>
            <a:endParaRPr sz="1400">
              <a:latin typeface="Verdana"/>
              <a:cs typeface="Verdana"/>
            </a:endParaRPr>
          </a:p>
        </p:txBody>
      </p:sp>
      <p:grpSp>
        <p:nvGrpSpPr>
          <p:cNvPr id="16" name="object 15">
            <a:extLst>
              <a:ext uri="{FF2B5EF4-FFF2-40B4-BE49-F238E27FC236}">
                <a16:creationId xmlns:a16="http://schemas.microsoft.com/office/drawing/2014/main" id="{DEADDA9D-FCC5-7C4A-A0CE-69C2A6DFF636}"/>
              </a:ext>
            </a:extLst>
          </p:cNvPr>
          <p:cNvGrpSpPr/>
          <p:nvPr/>
        </p:nvGrpSpPr>
        <p:grpSpPr>
          <a:xfrm>
            <a:off x="5309518" y="3101080"/>
            <a:ext cx="1682750" cy="527685"/>
            <a:chOff x="5387339" y="3461003"/>
            <a:chExt cx="1682750" cy="527685"/>
          </a:xfrm>
        </p:grpSpPr>
        <p:sp>
          <p:nvSpPr>
            <p:cNvPr id="18" name="object 16">
              <a:extLst>
                <a:ext uri="{FF2B5EF4-FFF2-40B4-BE49-F238E27FC236}">
                  <a16:creationId xmlns:a16="http://schemas.microsoft.com/office/drawing/2014/main" id="{F3312C92-E6A6-62B6-77A8-74321E18A68A}"/>
                </a:ext>
              </a:extLst>
            </p:cNvPr>
            <p:cNvSpPr/>
            <p:nvPr/>
          </p:nvSpPr>
          <p:spPr>
            <a:xfrm>
              <a:off x="5388863" y="3462527"/>
              <a:ext cx="1679575" cy="524510"/>
            </a:xfrm>
            <a:custGeom>
              <a:avLst/>
              <a:gdLst/>
              <a:ahLst/>
              <a:cxnLst/>
              <a:rect l="l" t="t" r="r" b="b"/>
              <a:pathLst>
                <a:path w="1679575" h="524510">
                  <a:moveTo>
                    <a:pt x="1679447" y="262127"/>
                  </a:moveTo>
                  <a:lnTo>
                    <a:pt x="1668402" y="219236"/>
                  </a:lnTo>
                  <a:lnTo>
                    <a:pt x="1636434" y="178685"/>
                  </a:lnTo>
                  <a:lnTo>
                    <a:pt x="1585301" y="140988"/>
                  </a:lnTo>
                  <a:lnTo>
                    <a:pt x="1516757" y="106655"/>
                  </a:lnTo>
                  <a:lnTo>
                    <a:pt x="1476506" y="90911"/>
                  </a:lnTo>
                  <a:lnTo>
                    <a:pt x="1432559" y="76199"/>
                  </a:lnTo>
                  <a:lnTo>
                    <a:pt x="1385139" y="62586"/>
                  </a:lnTo>
                  <a:lnTo>
                    <a:pt x="1334463" y="50133"/>
                  </a:lnTo>
                  <a:lnTo>
                    <a:pt x="1280751" y="38906"/>
                  </a:lnTo>
                  <a:lnTo>
                    <a:pt x="1224223" y="28968"/>
                  </a:lnTo>
                  <a:lnTo>
                    <a:pt x="1165097" y="20383"/>
                  </a:lnTo>
                  <a:lnTo>
                    <a:pt x="1103595" y="13216"/>
                  </a:lnTo>
                  <a:lnTo>
                    <a:pt x="1039934" y="7530"/>
                  </a:lnTo>
                  <a:lnTo>
                    <a:pt x="974335" y="3389"/>
                  </a:lnTo>
                  <a:lnTo>
                    <a:pt x="907017" y="858"/>
                  </a:lnTo>
                  <a:lnTo>
                    <a:pt x="838199" y="0"/>
                  </a:lnTo>
                  <a:lnTo>
                    <a:pt x="769404" y="858"/>
                  </a:lnTo>
                  <a:lnTo>
                    <a:pt x="702149" y="3389"/>
                  </a:lnTo>
                  <a:lnTo>
                    <a:pt x="636650" y="7530"/>
                  </a:lnTo>
                  <a:lnTo>
                    <a:pt x="573121" y="13216"/>
                  </a:lnTo>
                  <a:lnTo>
                    <a:pt x="511778" y="20383"/>
                  </a:lnTo>
                  <a:lnTo>
                    <a:pt x="452835" y="28968"/>
                  </a:lnTo>
                  <a:lnTo>
                    <a:pt x="396507" y="38906"/>
                  </a:lnTo>
                  <a:lnTo>
                    <a:pt x="343009" y="50133"/>
                  </a:lnTo>
                  <a:lnTo>
                    <a:pt x="292556" y="62586"/>
                  </a:lnTo>
                  <a:lnTo>
                    <a:pt x="245363" y="76199"/>
                  </a:lnTo>
                  <a:lnTo>
                    <a:pt x="201645" y="90911"/>
                  </a:lnTo>
                  <a:lnTo>
                    <a:pt x="161617" y="106655"/>
                  </a:lnTo>
                  <a:lnTo>
                    <a:pt x="125493" y="123369"/>
                  </a:lnTo>
                  <a:lnTo>
                    <a:pt x="65817" y="159448"/>
                  </a:lnTo>
                  <a:lnTo>
                    <a:pt x="24339" y="198636"/>
                  </a:lnTo>
                  <a:lnTo>
                    <a:pt x="2775" y="240421"/>
                  </a:lnTo>
                  <a:lnTo>
                    <a:pt x="0" y="262127"/>
                  </a:lnTo>
                  <a:lnTo>
                    <a:pt x="2775" y="283421"/>
                  </a:lnTo>
                  <a:lnTo>
                    <a:pt x="24339" y="324628"/>
                  </a:lnTo>
                  <a:lnTo>
                    <a:pt x="65817" y="363521"/>
                  </a:lnTo>
                  <a:lnTo>
                    <a:pt x="125493" y="399534"/>
                  </a:lnTo>
                  <a:lnTo>
                    <a:pt x="161617" y="416283"/>
                  </a:lnTo>
                  <a:lnTo>
                    <a:pt x="201645" y="432100"/>
                  </a:lnTo>
                  <a:lnTo>
                    <a:pt x="245363" y="446912"/>
                  </a:lnTo>
                  <a:lnTo>
                    <a:pt x="292556" y="460651"/>
                  </a:lnTo>
                  <a:lnTo>
                    <a:pt x="343009" y="473244"/>
                  </a:lnTo>
                  <a:lnTo>
                    <a:pt x="396507" y="484621"/>
                  </a:lnTo>
                  <a:lnTo>
                    <a:pt x="452835" y="494711"/>
                  </a:lnTo>
                  <a:lnTo>
                    <a:pt x="511778" y="503443"/>
                  </a:lnTo>
                  <a:lnTo>
                    <a:pt x="573121" y="510747"/>
                  </a:lnTo>
                  <a:lnTo>
                    <a:pt x="636650" y="516551"/>
                  </a:lnTo>
                  <a:lnTo>
                    <a:pt x="702149" y="520784"/>
                  </a:lnTo>
                  <a:lnTo>
                    <a:pt x="769404" y="523376"/>
                  </a:lnTo>
                  <a:lnTo>
                    <a:pt x="838199" y="524255"/>
                  </a:lnTo>
                  <a:lnTo>
                    <a:pt x="907017" y="523376"/>
                  </a:lnTo>
                  <a:lnTo>
                    <a:pt x="974335" y="520784"/>
                  </a:lnTo>
                  <a:lnTo>
                    <a:pt x="1039934" y="516551"/>
                  </a:lnTo>
                  <a:lnTo>
                    <a:pt x="1103595" y="510747"/>
                  </a:lnTo>
                  <a:lnTo>
                    <a:pt x="1165097" y="503443"/>
                  </a:lnTo>
                  <a:lnTo>
                    <a:pt x="1224223" y="494711"/>
                  </a:lnTo>
                  <a:lnTo>
                    <a:pt x="1280751" y="484621"/>
                  </a:lnTo>
                  <a:lnTo>
                    <a:pt x="1334463" y="473244"/>
                  </a:lnTo>
                  <a:lnTo>
                    <a:pt x="1385139" y="460651"/>
                  </a:lnTo>
                  <a:lnTo>
                    <a:pt x="1432559" y="446912"/>
                  </a:lnTo>
                  <a:lnTo>
                    <a:pt x="1476506" y="432100"/>
                  </a:lnTo>
                  <a:lnTo>
                    <a:pt x="1516757" y="416283"/>
                  </a:lnTo>
                  <a:lnTo>
                    <a:pt x="1553096" y="399534"/>
                  </a:lnTo>
                  <a:lnTo>
                    <a:pt x="1613153" y="363521"/>
                  </a:lnTo>
                  <a:lnTo>
                    <a:pt x="1654923" y="324628"/>
                  </a:lnTo>
                  <a:lnTo>
                    <a:pt x="1676649" y="283421"/>
                  </a:lnTo>
                  <a:lnTo>
                    <a:pt x="1679447" y="262127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17">
              <a:extLst>
                <a:ext uri="{FF2B5EF4-FFF2-40B4-BE49-F238E27FC236}">
                  <a16:creationId xmlns:a16="http://schemas.microsoft.com/office/drawing/2014/main" id="{EDE4506F-6753-323A-A32E-7A36FAA7CB41}"/>
                </a:ext>
              </a:extLst>
            </p:cNvPr>
            <p:cNvSpPr/>
            <p:nvPr/>
          </p:nvSpPr>
          <p:spPr>
            <a:xfrm>
              <a:off x="5388863" y="3462527"/>
              <a:ext cx="1679575" cy="524510"/>
            </a:xfrm>
            <a:custGeom>
              <a:avLst/>
              <a:gdLst/>
              <a:ahLst/>
              <a:cxnLst/>
              <a:rect l="l" t="t" r="r" b="b"/>
              <a:pathLst>
                <a:path w="1679575" h="524510">
                  <a:moveTo>
                    <a:pt x="838199" y="0"/>
                  </a:moveTo>
                  <a:lnTo>
                    <a:pt x="769404" y="858"/>
                  </a:lnTo>
                  <a:lnTo>
                    <a:pt x="702149" y="3389"/>
                  </a:lnTo>
                  <a:lnTo>
                    <a:pt x="636650" y="7530"/>
                  </a:lnTo>
                  <a:lnTo>
                    <a:pt x="573121" y="13216"/>
                  </a:lnTo>
                  <a:lnTo>
                    <a:pt x="511778" y="20383"/>
                  </a:lnTo>
                  <a:lnTo>
                    <a:pt x="452835" y="28968"/>
                  </a:lnTo>
                  <a:lnTo>
                    <a:pt x="396507" y="38906"/>
                  </a:lnTo>
                  <a:lnTo>
                    <a:pt x="343009" y="50133"/>
                  </a:lnTo>
                  <a:lnTo>
                    <a:pt x="292556" y="62586"/>
                  </a:lnTo>
                  <a:lnTo>
                    <a:pt x="245363" y="76199"/>
                  </a:lnTo>
                  <a:lnTo>
                    <a:pt x="201645" y="90911"/>
                  </a:lnTo>
                  <a:lnTo>
                    <a:pt x="161617" y="106655"/>
                  </a:lnTo>
                  <a:lnTo>
                    <a:pt x="125493" y="123369"/>
                  </a:lnTo>
                  <a:lnTo>
                    <a:pt x="65817" y="159448"/>
                  </a:lnTo>
                  <a:lnTo>
                    <a:pt x="24339" y="198636"/>
                  </a:lnTo>
                  <a:lnTo>
                    <a:pt x="2775" y="240421"/>
                  </a:lnTo>
                  <a:lnTo>
                    <a:pt x="0" y="262127"/>
                  </a:lnTo>
                  <a:lnTo>
                    <a:pt x="2775" y="283421"/>
                  </a:lnTo>
                  <a:lnTo>
                    <a:pt x="24339" y="324628"/>
                  </a:lnTo>
                  <a:lnTo>
                    <a:pt x="65817" y="363521"/>
                  </a:lnTo>
                  <a:lnTo>
                    <a:pt x="125493" y="399534"/>
                  </a:lnTo>
                  <a:lnTo>
                    <a:pt x="161617" y="416283"/>
                  </a:lnTo>
                  <a:lnTo>
                    <a:pt x="201645" y="432100"/>
                  </a:lnTo>
                  <a:lnTo>
                    <a:pt x="245363" y="446912"/>
                  </a:lnTo>
                  <a:lnTo>
                    <a:pt x="292556" y="460651"/>
                  </a:lnTo>
                  <a:lnTo>
                    <a:pt x="343009" y="473244"/>
                  </a:lnTo>
                  <a:lnTo>
                    <a:pt x="396507" y="484621"/>
                  </a:lnTo>
                  <a:lnTo>
                    <a:pt x="452835" y="494711"/>
                  </a:lnTo>
                  <a:lnTo>
                    <a:pt x="511778" y="503443"/>
                  </a:lnTo>
                  <a:lnTo>
                    <a:pt x="573121" y="510747"/>
                  </a:lnTo>
                  <a:lnTo>
                    <a:pt x="636650" y="516551"/>
                  </a:lnTo>
                  <a:lnTo>
                    <a:pt x="702149" y="520784"/>
                  </a:lnTo>
                  <a:lnTo>
                    <a:pt x="769404" y="523376"/>
                  </a:lnTo>
                  <a:lnTo>
                    <a:pt x="838199" y="524255"/>
                  </a:lnTo>
                  <a:lnTo>
                    <a:pt x="907017" y="523376"/>
                  </a:lnTo>
                  <a:lnTo>
                    <a:pt x="974335" y="520784"/>
                  </a:lnTo>
                  <a:lnTo>
                    <a:pt x="1039934" y="516551"/>
                  </a:lnTo>
                  <a:lnTo>
                    <a:pt x="1103595" y="510747"/>
                  </a:lnTo>
                  <a:lnTo>
                    <a:pt x="1165097" y="503443"/>
                  </a:lnTo>
                  <a:lnTo>
                    <a:pt x="1224223" y="494711"/>
                  </a:lnTo>
                  <a:lnTo>
                    <a:pt x="1280751" y="484621"/>
                  </a:lnTo>
                  <a:lnTo>
                    <a:pt x="1334463" y="473244"/>
                  </a:lnTo>
                  <a:lnTo>
                    <a:pt x="1385139" y="460651"/>
                  </a:lnTo>
                  <a:lnTo>
                    <a:pt x="1432559" y="446912"/>
                  </a:lnTo>
                  <a:lnTo>
                    <a:pt x="1476506" y="432100"/>
                  </a:lnTo>
                  <a:lnTo>
                    <a:pt x="1516757" y="416283"/>
                  </a:lnTo>
                  <a:lnTo>
                    <a:pt x="1553096" y="399534"/>
                  </a:lnTo>
                  <a:lnTo>
                    <a:pt x="1613153" y="363521"/>
                  </a:lnTo>
                  <a:lnTo>
                    <a:pt x="1654923" y="324628"/>
                  </a:lnTo>
                  <a:lnTo>
                    <a:pt x="1676649" y="283421"/>
                  </a:lnTo>
                  <a:lnTo>
                    <a:pt x="1679447" y="262127"/>
                  </a:lnTo>
                  <a:lnTo>
                    <a:pt x="1676649" y="240421"/>
                  </a:lnTo>
                  <a:lnTo>
                    <a:pt x="1654923" y="198636"/>
                  </a:lnTo>
                  <a:lnTo>
                    <a:pt x="1613153" y="159448"/>
                  </a:lnTo>
                  <a:lnTo>
                    <a:pt x="1553096" y="123369"/>
                  </a:lnTo>
                  <a:lnTo>
                    <a:pt x="1516757" y="106655"/>
                  </a:lnTo>
                  <a:lnTo>
                    <a:pt x="1476506" y="90911"/>
                  </a:lnTo>
                  <a:lnTo>
                    <a:pt x="1432559" y="76199"/>
                  </a:lnTo>
                  <a:lnTo>
                    <a:pt x="1385139" y="62586"/>
                  </a:lnTo>
                  <a:lnTo>
                    <a:pt x="1334463" y="50133"/>
                  </a:lnTo>
                  <a:lnTo>
                    <a:pt x="1280751" y="38906"/>
                  </a:lnTo>
                  <a:lnTo>
                    <a:pt x="1224223" y="28968"/>
                  </a:lnTo>
                  <a:lnTo>
                    <a:pt x="1165097" y="20383"/>
                  </a:lnTo>
                  <a:lnTo>
                    <a:pt x="1103595" y="13216"/>
                  </a:lnTo>
                  <a:lnTo>
                    <a:pt x="1039934" y="7530"/>
                  </a:lnTo>
                  <a:lnTo>
                    <a:pt x="974335" y="3389"/>
                  </a:lnTo>
                  <a:lnTo>
                    <a:pt x="907017" y="858"/>
                  </a:lnTo>
                  <a:lnTo>
                    <a:pt x="838199" y="0"/>
                  </a:lnTo>
                  <a:close/>
                </a:path>
              </a:pathLst>
            </a:custGeom>
            <a:ln w="3175">
              <a:solidFill>
                <a:srgbClr val="3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18">
            <a:extLst>
              <a:ext uri="{FF2B5EF4-FFF2-40B4-BE49-F238E27FC236}">
                <a16:creationId xmlns:a16="http://schemas.microsoft.com/office/drawing/2014/main" id="{161C088B-BC3E-5F84-1807-5BF013CA07FE}"/>
              </a:ext>
            </a:extLst>
          </p:cNvPr>
          <p:cNvSpPr txBox="1"/>
          <p:nvPr/>
        </p:nvSpPr>
        <p:spPr>
          <a:xfrm>
            <a:off x="5618374" y="3227055"/>
            <a:ext cx="107505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dirty="0">
                <a:latin typeface="Verdana"/>
                <a:cs typeface="Verdana"/>
              </a:rPr>
              <a:t>Vender</a:t>
            </a:r>
            <a:r>
              <a:rPr sz="1400" spc="-45" dirty="0">
                <a:latin typeface="Verdana"/>
                <a:cs typeface="Verdana"/>
              </a:rPr>
              <a:t> </a:t>
            </a:r>
            <a:r>
              <a:rPr sz="1400" spc="-25" dirty="0">
                <a:latin typeface="Verdana"/>
                <a:cs typeface="Verdana"/>
              </a:rPr>
              <a:t>CDs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22" name="object 19">
            <a:extLst>
              <a:ext uri="{FF2B5EF4-FFF2-40B4-BE49-F238E27FC236}">
                <a16:creationId xmlns:a16="http://schemas.microsoft.com/office/drawing/2014/main" id="{0DA81ABC-B32E-A50E-D64F-816B60576955}"/>
              </a:ext>
            </a:extLst>
          </p:cNvPr>
          <p:cNvSpPr txBox="1"/>
          <p:nvPr/>
        </p:nvSpPr>
        <p:spPr>
          <a:xfrm>
            <a:off x="5438542" y="5025376"/>
            <a:ext cx="1828800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dirty="0">
                <a:latin typeface="Verdana"/>
                <a:cs typeface="Verdana"/>
              </a:rPr>
              <a:t>Administrar</a:t>
            </a:r>
            <a:r>
              <a:rPr sz="1400" spc="-95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estoque</a:t>
            </a:r>
            <a:endParaRPr sz="140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88876197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6E4735-4916-FFE2-4AAF-276B248C5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A85454EE-55CB-ED03-43B0-81F6C97314FC}"/>
              </a:ext>
            </a:extLst>
          </p:cNvPr>
          <p:cNvSpPr txBox="1"/>
          <p:nvPr/>
        </p:nvSpPr>
        <p:spPr>
          <a:xfrm>
            <a:off x="327198" y="389493"/>
            <a:ext cx="7552206" cy="5057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07000"/>
              </a:lnSpc>
              <a:spcAft>
                <a:spcPts val="800"/>
              </a:spcAft>
              <a:tabLst>
                <a:tab pos="914400" algn="l"/>
              </a:tabLst>
            </a:pPr>
            <a:r>
              <a:rPr lang="pt-BR" sz="2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Diagrama de Caso de Uso (Use Case)</a:t>
            </a:r>
          </a:p>
        </p:txBody>
      </p:sp>
      <p:sp>
        <p:nvSpPr>
          <p:cNvPr id="2" name="object 3"/>
          <p:cNvSpPr txBox="1"/>
          <p:nvPr/>
        </p:nvSpPr>
        <p:spPr>
          <a:xfrm>
            <a:off x="1096891" y="1062122"/>
            <a:ext cx="10780581" cy="3083216"/>
          </a:xfrm>
          <a:prstGeom prst="rect">
            <a:avLst/>
          </a:prstGeom>
        </p:spPr>
        <p:txBody>
          <a:bodyPr vert="horz" wrap="square" lIns="0" tIns="1308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30"/>
              </a:spcBef>
              <a:buClr>
                <a:srgbClr val="009999"/>
              </a:buClr>
              <a:tabLst>
                <a:tab pos="356870" algn="l"/>
              </a:tabLst>
            </a:pPr>
            <a:r>
              <a:rPr sz="2000" dirty="0">
                <a:latin typeface="Verdana"/>
                <a:cs typeface="Verdana"/>
              </a:rPr>
              <a:t>Relacionamento</a:t>
            </a:r>
            <a:r>
              <a:rPr sz="2000" spc="-9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de</a:t>
            </a:r>
            <a:r>
              <a:rPr sz="2000" spc="-95" dirty="0">
                <a:latin typeface="Verdana"/>
                <a:cs typeface="Verdana"/>
              </a:rPr>
              <a:t> </a:t>
            </a:r>
            <a:r>
              <a:rPr sz="2000" spc="-10" dirty="0" err="1">
                <a:latin typeface="Verdana"/>
                <a:cs typeface="Verdana"/>
              </a:rPr>
              <a:t>generalização</a:t>
            </a:r>
            <a:endParaRPr lang="pt-BR" sz="2000" spc="-1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30"/>
              </a:spcBef>
              <a:buClr>
                <a:srgbClr val="009999"/>
              </a:buClr>
              <a:buChar char="•"/>
              <a:tabLst>
                <a:tab pos="356870" algn="l"/>
              </a:tabLst>
            </a:pPr>
            <a:endParaRPr sz="20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850"/>
              </a:spcBef>
            </a:pPr>
            <a:r>
              <a:rPr sz="1800" spc="110" dirty="0">
                <a:solidFill>
                  <a:srgbClr val="009999"/>
                </a:solidFill>
                <a:latin typeface="Verdana"/>
                <a:cs typeface="Verdana"/>
              </a:rPr>
              <a:t>Generalização</a:t>
            </a:r>
            <a:r>
              <a:rPr sz="1800" spc="-5" dirty="0">
                <a:solidFill>
                  <a:srgbClr val="009999"/>
                </a:solidFill>
                <a:latin typeface="Verdana"/>
                <a:cs typeface="Verdana"/>
              </a:rPr>
              <a:t> </a:t>
            </a:r>
            <a:r>
              <a:rPr sz="1800" spc="110" dirty="0">
                <a:solidFill>
                  <a:srgbClr val="009999"/>
                </a:solidFill>
                <a:latin typeface="Verdana"/>
                <a:cs typeface="Verdana"/>
              </a:rPr>
              <a:t>de</a:t>
            </a:r>
            <a:r>
              <a:rPr sz="1800" spc="15" dirty="0">
                <a:solidFill>
                  <a:srgbClr val="009999"/>
                </a:solidFill>
                <a:latin typeface="Verdana"/>
                <a:cs typeface="Verdana"/>
              </a:rPr>
              <a:t> </a:t>
            </a:r>
            <a:r>
              <a:rPr sz="1800" spc="120" dirty="0">
                <a:solidFill>
                  <a:srgbClr val="009999"/>
                </a:solidFill>
                <a:latin typeface="Verdana"/>
                <a:cs typeface="Verdana"/>
              </a:rPr>
              <a:t>casos</a:t>
            </a:r>
            <a:r>
              <a:rPr sz="1800" spc="-5" dirty="0">
                <a:solidFill>
                  <a:srgbClr val="009999"/>
                </a:solidFill>
                <a:latin typeface="Verdana"/>
                <a:cs typeface="Verdana"/>
              </a:rPr>
              <a:t> </a:t>
            </a:r>
            <a:r>
              <a:rPr sz="1800" spc="110" dirty="0">
                <a:solidFill>
                  <a:srgbClr val="009999"/>
                </a:solidFill>
                <a:latin typeface="Verdana"/>
                <a:cs typeface="Verdana"/>
              </a:rPr>
              <a:t>de</a:t>
            </a:r>
            <a:r>
              <a:rPr sz="1800" spc="15" dirty="0">
                <a:solidFill>
                  <a:srgbClr val="009999"/>
                </a:solidFill>
                <a:latin typeface="Verdana"/>
                <a:cs typeface="Verdana"/>
              </a:rPr>
              <a:t> </a:t>
            </a:r>
            <a:r>
              <a:rPr sz="1800" spc="105" dirty="0">
                <a:solidFill>
                  <a:srgbClr val="009999"/>
                </a:solidFill>
                <a:latin typeface="Verdana"/>
                <a:cs typeface="Verdana"/>
              </a:rPr>
              <a:t>uso</a:t>
            </a:r>
            <a:endParaRPr sz="1800" dirty="0">
              <a:latin typeface="Verdana"/>
              <a:cs typeface="Verdana"/>
            </a:endParaRPr>
          </a:p>
          <a:p>
            <a:pPr marL="0" marR="2283460" lvl="1">
              <a:lnSpc>
                <a:spcPct val="120000"/>
              </a:lnSpc>
              <a:spcBef>
                <a:spcPts val="415"/>
              </a:spcBef>
              <a:buClr>
                <a:srgbClr val="009999"/>
              </a:buClr>
              <a:buChar char="–"/>
              <a:tabLst>
                <a:tab pos="756285" algn="l"/>
              </a:tabLst>
            </a:pPr>
            <a:r>
              <a:rPr sz="1600" dirty="0">
                <a:latin typeface="Verdana"/>
                <a:cs typeface="Verdana"/>
              </a:rPr>
              <a:t>O</a:t>
            </a:r>
            <a:r>
              <a:rPr sz="1600" spc="-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caso</a:t>
            </a:r>
            <a:r>
              <a:rPr sz="1600" spc="-3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de</a:t>
            </a:r>
            <a:r>
              <a:rPr sz="1600" spc="-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uso</a:t>
            </a:r>
            <a:r>
              <a:rPr sz="1600" spc="-3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filho herda</a:t>
            </a:r>
            <a:r>
              <a:rPr sz="1600" spc="-4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o comportamento</a:t>
            </a:r>
            <a:r>
              <a:rPr sz="1600" spc="-30" dirty="0">
                <a:latin typeface="Verdana"/>
                <a:cs typeface="Verdana"/>
              </a:rPr>
              <a:t> </a:t>
            </a:r>
            <a:r>
              <a:rPr sz="1600" spc="-50" dirty="0">
                <a:latin typeface="Verdana"/>
                <a:cs typeface="Verdana"/>
              </a:rPr>
              <a:t>e </a:t>
            </a:r>
            <a:r>
              <a:rPr sz="1600" dirty="0">
                <a:latin typeface="Verdana"/>
                <a:cs typeface="Verdana"/>
              </a:rPr>
              <a:t>o</a:t>
            </a:r>
            <a:r>
              <a:rPr sz="1600" spc="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significado</a:t>
            </a:r>
            <a:r>
              <a:rPr sz="1600" spc="-1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do</a:t>
            </a:r>
            <a:r>
              <a:rPr sz="1600" spc="-1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caso</a:t>
            </a:r>
            <a:r>
              <a:rPr sz="1600" spc="-1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de</a:t>
            </a:r>
            <a:r>
              <a:rPr sz="1600" spc="-20" dirty="0">
                <a:latin typeface="Verdana"/>
                <a:cs typeface="Verdana"/>
              </a:rPr>
              <a:t> </a:t>
            </a:r>
            <a:r>
              <a:rPr sz="1600" dirty="0" err="1">
                <a:latin typeface="Verdana"/>
                <a:cs typeface="Verdana"/>
              </a:rPr>
              <a:t>uso</a:t>
            </a:r>
            <a:r>
              <a:rPr lang="pt-BR" sz="1600" dirty="0">
                <a:latin typeface="Verdana"/>
                <a:cs typeface="Verdana"/>
              </a:rPr>
              <a:t> </a:t>
            </a:r>
            <a:r>
              <a:rPr sz="1600" spc="-25" dirty="0">
                <a:latin typeface="Verdana"/>
                <a:cs typeface="Verdana"/>
              </a:rPr>
              <a:t>pai</a:t>
            </a:r>
            <a:endParaRPr sz="1600" dirty="0">
              <a:latin typeface="Verdana"/>
              <a:cs typeface="Verdana"/>
            </a:endParaRPr>
          </a:p>
          <a:p>
            <a:pPr marL="0" marR="1854200" lvl="1">
              <a:lnSpc>
                <a:spcPct val="120000"/>
              </a:lnSpc>
              <a:spcBef>
                <a:spcPts val="409"/>
              </a:spcBef>
              <a:buClr>
                <a:srgbClr val="009999"/>
              </a:buClr>
              <a:buChar char="–"/>
              <a:tabLst>
                <a:tab pos="756285" algn="l"/>
              </a:tabLst>
            </a:pPr>
            <a:r>
              <a:rPr sz="1600" dirty="0">
                <a:latin typeface="Verdana"/>
                <a:cs typeface="Verdana"/>
              </a:rPr>
              <a:t>O</a:t>
            </a:r>
            <a:r>
              <a:rPr sz="1600" spc="-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caso</a:t>
            </a:r>
            <a:r>
              <a:rPr sz="1600" spc="-3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de</a:t>
            </a:r>
            <a:r>
              <a:rPr sz="1600" spc="-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uso</a:t>
            </a:r>
            <a:r>
              <a:rPr sz="1600" spc="-3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filho</a:t>
            </a:r>
            <a:r>
              <a:rPr sz="1600" spc="-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pode</a:t>
            </a:r>
            <a:r>
              <a:rPr sz="1600" spc="-3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incluir</a:t>
            </a:r>
            <a:r>
              <a:rPr sz="1600" spc="-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ou</a:t>
            </a:r>
            <a:r>
              <a:rPr sz="1600" spc="-4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sobrescrever</a:t>
            </a:r>
            <a:r>
              <a:rPr sz="1600" spc="-25" dirty="0">
                <a:latin typeface="Verdana"/>
                <a:cs typeface="Verdana"/>
              </a:rPr>
              <a:t> </a:t>
            </a:r>
            <a:r>
              <a:rPr sz="1600" spc="-50" dirty="0">
                <a:latin typeface="Verdana"/>
                <a:cs typeface="Verdana"/>
              </a:rPr>
              <a:t>o </a:t>
            </a:r>
            <a:r>
              <a:rPr sz="1600" dirty="0">
                <a:latin typeface="Verdana"/>
                <a:cs typeface="Verdana"/>
              </a:rPr>
              <a:t>comportamento</a:t>
            </a:r>
            <a:r>
              <a:rPr sz="1600" spc="-2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do</a:t>
            </a:r>
            <a:r>
              <a:rPr sz="1600" spc="-2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caso</a:t>
            </a:r>
            <a:r>
              <a:rPr sz="1600" spc="-2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de</a:t>
            </a:r>
            <a:r>
              <a:rPr sz="1600" spc="-2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uso</a:t>
            </a:r>
            <a:r>
              <a:rPr sz="1600" spc="5" dirty="0">
                <a:latin typeface="Verdana"/>
                <a:cs typeface="Verdana"/>
              </a:rPr>
              <a:t> </a:t>
            </a:r>
            <a:r>
              <a:rPr sz="1600" spc="-25" dirty="0">
                <a:latin typeface="Verdana"/>
                <a:cs typeface="Verdana"/>
              </a:rPr>
              <a:t>pai</a:t>
            </a:r>
            <a:endParaRPr sz="1600" dirty="0">
              <a:latin typeface="Verdana"/>
              <a:cs typeface="Verdana"/>
            </a:endParaRPr>
          </a:p>
          <a:p>
            <a:pPr marL="0" marR="1572895" lvl="1">
              <a:lnSpc>
                <a:spcPct val="120000"/>
              </a:lnSpc>
              <a:spcBef>
                <a:spcPts val="405"/>
              </a:spcBef>
              <a:buClr>
                <a:srgbClr val="009999"/>
              </a:buClr>
              <a:buChar char="–"/>
              <a:tabLst>
                <a:tab pos="756285" algn="l"/>
              </a:tabLst>
            </a:pPr>
            <a:r>
              <a:rPr sz="1600" dirty="0">
                <a:latin typeface="Verdana"/>
                <a:cs typeface="Verdana"/>
              </a:rPr>
              <a:t>O</a:t>
            </a:r>
            <a:r>
              <a:rPr sz="1600" spc="-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caso</a:t>
            </a:r>
            <a:r>
              <a:rPr sz="1600" spc="-3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de</a:t>
            </a:r>
            <a:r>
              <a:rPr sz="1600" spc="-1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uso</a:t>
            </a:r>
            <a:r>
              <a:rPr sz="1600" spc="-2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filho</a:t>
            </a:r>
            <a:r>
              <a:rPr sz="1600" spc="-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pode</a:t>
            </a:r>
            <a:r>
              <a:rPr sz="1600" spc="-3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substituir o</a:t>
            </a:r>
            <a:r>
              <a:rPr sz="1600" spc="-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caso</a:t>
            </a:r>
            <a:r>
              <a:rPr sz="1600" spc="-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de</a:t>
            </a:r>
            <a:r>
              <a:rPr sz="1600" spc="-1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uso</a:t>
            </a:r>
            <a:r>
              <a:rPr sz="1600" spc="-25" dirty="0">
                <a:latin typeface="Verdana"/>
                <a:cs typeface="Verdana"/>
              </a:rPr>
              <a:t> pai </a:t>
            </a:r>
            <a:r>
              <a:rPr sz="1600" dirty="0">
                <a:latin typeface="Verdana"/>
                <a:cs typeface="Verdana"/>
              </a:rPr>
              <a:t>em</a:t>
            </a:r>
            <a:r>
              <a:rPr sz="1600" spc="-2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qualquer</a:t>
            </a:r>
            <a:r>
              <a:rPr sz="1600" spc="-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lugar</a:t>
            </a:r>
            <a:r>
              <a:rPr sz="1600" spc="-3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que</a:t>
            </a:r>
            <a:r>
              <a:rPr sz="1600" spc="-3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ele</a:t>
            </a:r>
            <a:r>
              <a:rPr sz="1600" spc="-10" dirty="0">
                <a:latin typeface="Verdana"/>
                <a:cs typeface="Verdana"/>
              </a:rPr>
              <a:t> apareça</a:t>
            </a:r>
            <a:endParaRPr sz="16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645"/>
              </a:spcBef>
            </a:pPr>
            <a:endParaRPr sz="1600" dirty="0">
              <a:latin typeface="Verdana"/>
              <a:cs typeface="Verdana"/>
            </a:endParaRPr>
          </a:p>
          <a:p>
            <a:pPr marR="5080">
              <a:lnSpc>
                <a:spcPct val="116700"/>
              </a:lnSpc>
            </a:pPr>
            <a:r>
              <a:rPr sz="2000" dirty="0">
                <a:solidFill>
                  <a:srgbClr val="009999"/>
                </a:solidFill>
                <a:latin typeface="Verdana"/>
                <a:cs typeface="Verdana"/>
              </a:rPr>
              <a:t>Dica:</a:t>
            </a:r>
            <a:r>
              <a:rPr sz="2000" spc="-60" dirty="0">
                <a:solidFill>
                  <a:srgbClr val="009999"/>
                </a:solidFill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deve</a:t>
            </a:r>
            <a:r>
              <a:rPr sz="1600" spc="-1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ser</a:t>
            </a:r>
            <a:r>
              <a:rPr sz="1600" spc="-2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aplicada</a:t>
            </a:r>
            <a:r>
              <a:rPr sz="1600" spc="-4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quando</a:t>
            </a:r>
            <a:r>
              <a:rPr sz="1600" spc="-1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uma</a:t>
            </a:r>
            <a:r>
              <a:rPr sz="1600" spc="-4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condição</a:t>
            </a:r>
            <a:r>
              <a:rPr sz="1600" spc="-3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resulta</a:t>
            </a:r>
            <a:r>
              <a:rPr sz="1600" spc="-2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na</a:t>
            </a:r>
            <a:r>
              <a:rPr sz="1600" spc="-2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definição</a:t>
            </a:r>
            <a:r>
              <a:rPr sz="1600" spc="-30" dirty="0">
                <a:latin typeface="Verdana"/>
                <a:cs typeface="Verdana"/>
              </a:rPr>
              <a:t> </a:t>
            </a:r>
            <a:r>
              <a:rPr sz="1600" spc="-25" dirty="0">
                <a:latin typeface="Verdana"/>
                <a:cs typeface="Verdana"/>
              </a:rPr>
              <a:t>de </a:t>
            </a:r>
            <a:r>
              <a:rPr sz="1600" dirty="0">
                <a:latin typeface="Verdana"/>
                <a:cs typeface="Verdana"/>
              </a:rPr>
              <a:t>diversos</a:t>
            </a:r>
            <a:r>
              <a:rPr sz="1600" spc="-2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fluxos</a:t>
            </a:r>
            <a:r>
              <a:rPr sz="1600" spc="-2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alternativos.</a:t>
            </a:r>
            <a:endParaRPr sz="1600" dirty="0">
              <a:latin typeface="Verdana"/>
              <a:cs typeface="Verdana"/>
            </a:endParaRPr>
          </a:p>
        </p:txBody>
      </p:sp>
      <p:sp>
        <p:nvSpPr>
          <p:cNvPr id="17" name="object 4"/>
          <p:cNvSpPr txBox="1"/>
          <p:nvPr/>
        </p:nvSpPr>
        <p:spPr>
          <a:xfrm>
            <a:off x="1554090" y="5393870"/>
            <a:ext cx="1174115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spc="-10" dirty="0">
                <a:solidFill>
                  <a:srgbClr val="009999"/>
                </a:solidFill>
                <a:latin typeface="Verdana"/>
                <a:cs typeface="Verdana"/>
              </a:rPr>
              <a:t>Notação: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31" name="Agrupar 30">
            <a:extLst>
              <a:ext uri="{FF2B5EF4-FFF2-40B4-BE49-F238E27FC236}">
                <a16:creationId xmlns:a16="http://schemas.microsoft.com/office/drawing/2014/main" id="{7459DEF6-1905-1C78-230C-F4EEAF603304}"/>
              </a:ext>
            </a:extLst>
          </p:cNvPr>
          <p:cNvGrpSpPr/>
          <p:nvPr/>
        </p:nvGrpSpPr>
        <p:grpSpPr>
          <a:xfrm>
            <a:off x="3665188" y="4526355"/>
            <a:ext cx="2304288" cy="1547107"/>
            <a:chOff x="5348073" y="4526355"/>
            <a:chExt cx="2304288" cy="1547107"/>
          </a:xfrm>
        </p:grpSpPr>
        <p:pic>
          <p:nvPicPr>
            <p:cNvPr id="27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48073" y="4526355"/>
              <a:ext cx="2304288" cy="1395983"/>
            </a:xfrm>
            <a:prstGeom prst="rect">
              <a:avLst/>
            </a:prstGeom>
          </p:spPr>
        </p:pic>
        <p:sp>
          <p:nvSpPr>
            <p:cNvPr id="28" name="object 6"/>
            <p:cNvSpPr txBox="1"/>
            <p:nvPr/>
          </p:nvSpPr>
          <p:spPr>
            <a:xfrm>
              <a:off x="6359492" y="4864167"/>
              <a:ext cx="213360" cy="179070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5"/>
                </a:spcBef>
              </a:pPr>
              <a:r>
                <a:rPr sz="1000" spc="-25" dirty="0">
                  <a:latin typeface="Verdana"/>
                  <a:cs typeface="Verdana"/>
                </a:rPr>
                <a:t>Pai</a:t>
              </a:r>
              <a:endParaRPr sz="1000">
                <a:latin typeface="Verdana"/>
                <a:cs typeface="Verdana"/>
              </a:endParaRPr>
            </a:p>
          </p:txBody>
        </p:sp>
        <p:sp>
          <p:nvSpPr>
            <p:cNvPr id="29" name="object 7"/>
            <p:cNvSpPr txBox="1"/>
            <p:nvPr/>
          </p:nvSpPr>
          <p:spPr>
            <a:xfrm>
              <a:off x="5426804" y="5894392"/>
              <a:ext cx="454659" cy="179070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5"/>
                </a:spcBef>
              </a:pPr>
              <a:r>
                <a:rPr sz="1000" dirty="0">
                  <a:latin typeface="Verdana"/>
                  <a:cs typeface="Verdana"/>
                </a:rPr>
                <a:t>Filho</a:t>
              </a:r>
              <a:r>
                <a:rPr sz="1000" spc="-15" dirty="0">
                  <a:latin typeface="Verdana"/>
                  <a:cs typeface="Verdana"/>
                </a:rPr>
                <a:t> </a:t>
              </a:r>
              <a:r>
                <a:rPr sz="1000" spc="-50" dirty="0">
                  <a:latin typeface="Verdana"/>
                  <a:cs typeface="Verdana"/>
                </a:rPr>
                <a:t>1</a:t>
              </a:r>
              <a:endParaRPr sz="1000">
                <a:latin typeface="Verdana"/>
                <a:cs typeface="Verdana"/>
              </a:endParaRPr>
            </a:p>
          </p:txBody>
        </p:sp>
        <p:sp>
          <p:nvSpPr>
            <p:cNvPr id="30" name="object 8"/>
            <p:cNvSpPr txBox="1"/>
            <p:nvPr/>
          </p:nvSpPr>
          <p:spPr>
            <a:xfrm>
              <a:off x="7048394" y="5894392"/>
              <a:ext cx="454659" cy="179070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5"/>
                </a:spcBef>
              </a:pPr>
              <a:r>
                <a:rPr sz="1000" dirty="0">
                  <a:latin typeface="Verdana"/>
                  <a:cs typeface="Verdana"/>
                </a:rPr>
                <a:t>Filho</a:t>
              </a:r>
              <a:r>
                <a:rPr sz="1000" spc="-15" dirty="0">
                  <a:latin typeface="Verdana"/>
                  <a:cs typeface="Verdana"/>
                </a:rPr>
                <a:t> </a:t>
              </a:r>
              <a:r>
                <a:rPr sz="1000" spc="-50" dirty="0">
                  <a:latin typeface="Verdana"/>
                  <a:cs typeface="Verdana"/>
                </a:rPr>
                <a:t>2</a:t>
              </a:r>
              <a:endParaRPr sz="1000">
                <a:latin typeface="Verdana"/>
                <a:cs typeface="Verdan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14011341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alizado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1798620_TF56160789" id="{80AA9D2D-EE59-4148-A11E-A51EEE828B28}" vid="{AEAFD717-D3C8-4034-8F7E-D5220B0CCEB8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5529</TotalTime>
  <Words>3556</Words>
  <Application>Microsoft Office PowerPoint</Application>
  <PresentationFormat>Widescreen</PresentationFormat>
  <Paragraphs>405</Paragraphs>
  <Slides>58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58</vt:i4>
      </vt:variant>
    </vt:vector>
  </HeadingPairs>
  <TitlesOfParts>
    <vt:vector size="72" baseType="lpstr">
      <vt:lpstr>Aptos</vt:lpstr>
      <vt:lpstr>Arial</vt:lpstr>
      <vt:lpstr>Artifakt Element Book</vt:lpstr>
      <vt:lpstr>BirkaLTPro-Regular</vt:lpstr>
      <vt:lpstr>Bookman Old Style</vt:lpstr>
      <vt:lpstr>Calibri</vt:lpstr>
      <vt:lpstr>CIDFont+F1</vt:lpstr>
      <vt:lpstr>Franklin Gothic Book</vt:lpstr>
      <vt:lpstr>Franklin Gothic Book (Corpo)</vt:lpstr>
      <vt:lpstr>Google Sans</vt:lpstr>
      <vt:lpstr>Times New Roman</vt:lpstr>
      <vt:lpstr>Verdana</vt:lpstr>
      <vt:lpstr>Wingdings</vt:lpstr>
      <vt:lpstr>Personalizado</vt:lpstr>
      <vt:lpstr>UML 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𝗟𝗜𝗩!!! ⠀⠀⠀⠀⠀⠀⠀⠀⠀</dc:creator>
  <cp:lastModifiedBy>ALCIANO GUSTAVO GENOVEZ DE OLIVEIRA</cp:lastModifiedBy>
  <cp:revision>50</cp:revision>
  <dcterms:created xsi:type="dcterms:W3CDTF">2024-09-02T13:26:19Z</dcterms:created>
  <dcterms:modified xsi:type="dcterms:W3CDTF">2025-02-04T14:30:00Z</dcterms:modified>
</cp:coreProperties>
</file>