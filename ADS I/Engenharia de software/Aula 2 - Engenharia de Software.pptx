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1E142-74BC-926F-E2EB-77FBA875B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81E985-7D4C-AA0D-A4AC-B1D337F4A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73DC81-4AAB-2884-556F-76996698B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15AAFB-C79B-746C-9791-D5E15668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BE9DBC-93D8-C890-6F27-4AACFA98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40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B30A5-6F4F-66C4-2342-1A838543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A61E31-A0DD-B6F9-FA15-A25A652B8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B91EC2-1E4E-B287-D094-0154CA46F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A0734E-38A2-5881-B06B-C89B39998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5FAE09-B0D2-4DA9-5791-751BBE09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446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28C34-41C9-39EF-C9A0-38CC64E46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8C2751-ABE4-EE58-3D1C-1B9221757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2514B5-4CB2-8C65-1C0A-CF342AE43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C154A6-158D-8F1F-AF4A-F5C89DDE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4022CE-098D-A09D-A757-6CE779F4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36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1E9C7-CB45-1853-CE29-7664FDF7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B60218-2D53-D910-5438-1F5B4A463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FD2EB3-BFE6-E18A-BCC0-5946D386A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38EF9A-30BF-DB97-4EEB-8F02816A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DC055-52D7-6596-43E3-EC486CA3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CA39D4-C4B9-D85C-024A-8E978B21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7956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F596C-5D65-BD9F-D6A2-37D30E87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D6F4CA-6559-27A2-5E8F-6554EB735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4D8990-0437-58F3-B10C-7A61DF3F9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EED627-C972-F0E2-4A2B-48BCB27F3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C407AF-D857-6100-8AC7-8FE7FFEF5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E92B7A-3242-D795-44C3-96611D54B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119E54E-22E8-5790-98BE-619CC983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8F82D9A-9347-D87E-42E4-63C3D37C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118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BBA8B-8ACB-27D4-B618-1244CCA7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259340-78DA-5B8C-2DF0-152A8AF77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AB9173F-91F5-F203-4184-C28AD54E0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33BB08-C553-7883-2779-AAA921EF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3249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8C5704-E314-112F-AFCB-599B4330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90D5760-AAE4-DE15-A30D-35932BE43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39C456-1CC5-054F-768C-BD120FFE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95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A94D0-9A60-9424-70C9-B31C7C970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3E2C65-2653-FF85-327D-A6BD326FA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225E2D-A86D-0F74-0AAE-A6B78AD93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D7526E-58F6-F9E5-B862-29310F9A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F06302-70A4-4FC1-A621-FD94B394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2FAB4A-3BC6-95CB-BC15-EBEAAC43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7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510FB-8D8E-BAFA-9FB7-0F492E29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7F63C6A-C658-7E67-3447-A697AA955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8779E3-7D20-7E6E-8F78-525889158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EEEDC1-88AF-896B-C719-1CA220A09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EEC758-7947-0F58-F332-1A635B8A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2338A1-A01B-EA7B-E2F0-97647DEE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52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C9DF1-4B0B-D254-67C2-12EE363B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B0764F-B933-ECD0-703D-4966E09FE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FF4677-FEFD-EB9B-8000-E9F87DC0A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C4EF02-3C5F-F29C-35AC-3750AF21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64A907-2D89-05C9-6C5E-A43C5E4D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6413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49481F-0423-F04F-7F62-A2E58041E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3328F0-8B3E-35F1-4A04-FFFF32BD0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551F63-0600-D1B2-5684-4059AC92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13E758-04C0-A7BA-8BC9-BEBCAB024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FCA654-213B-B2EA-F2AA-8EB73D3A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94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017B0B6-059F-8AB0-C276-9A1074FF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7411C1-D900-4A5F-49E0-8CC8F784A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1C08CC-B542-AC6B-B298-3B506691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620AA-6E5F-4125-B41F-3E3AEED7F1AA}" type="datetimeFigureOut">
              <a:rPr lang="pt-BR" smtClean="0"/>
              <a:t>19/02/2024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4772E5-ABB7-16D4-8F77-FC216250D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AE2E56-00F2-9BFD-5310-55B69FAF7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99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2 – Engenharia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57165-1F9E-2CCC-7F43-077B3C1E8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i="0" dirty="0">
                <a:solidFill>
                  <a:srgbClr val="2D2D2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 engenharia de software é a área da </a:t>
            </a:r>
            <a:r>
              <a:rPr lang="pt-BR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ciência da computação </a:t>
            </a:r>
            <a:r>
              <a:rPr lang="pt-BR" i="0" dirty="0">
                <a:solidFill>
                  <a:srgbClr val="2D2D2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 trata da especificação, arquitetura, desenvolvimento, manutenção e criação de software.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671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2 – Engenharia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57165-1F9E-2CCC-7F43-077B3C1E8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b="0" i="0" dirty="0">
                <a:solidFill>
                  <a:srgbClr val="2D2D2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grande objetivo é o desenvolvimento de softwares com organização, agilidade e visando um produto final escalável, de fácil manutenção e, sobretudo, que atenda às necessidades do cliente.</a:t>
            </a:r>
            <a:endParaRPr lang="pt-B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099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2 – Engenharia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57165-1F9E-2CCC-7F43-077B3C1E8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Os resultados esperados </a:t>
            </a:r>
            <a:r>
              <a:rPr lang="pt-BR" b="0" i="0" dirty="0">
                <a:solidFill>
                  <a:srgbClr val="2D2D2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são possíveis com a aplicação de boas práticas no levantamento de requisitos, aplicação de padrões de projeto e das melhores práticas de usabilidade e métodos de gerenciamento de projetos.</a:t>
            </a:r>
            <a:endParaRPr lang="pt-B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645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2 – Engenharia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57165-1F9E-2CCC-7F43-077B3C1E8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800" b="0" i="0" dirty="0">
                <a:solidFill>
                  <a:srgbClr val="2D2D2D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2800" b="0" i="0" dirty="0">
                <a:solidFill>
                  <a:srgbClr val="2D2D2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 engenharia de software, existem tecnologias como linguagens de programação, bancos de dados, plataformas e metodologias de desenvolvimento e bibliotecas de código que podem e devem ser escolhidas e utilizadas, sendo definidas no projeto.</a:t>
            </a:r>
            <a:endParaRPr lang="pt-B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287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2 – Engenharia de Software</a:t>
            </a:r>
          </a:p>
        </p:txBody>
      </p:sp>
      <p:pic>
        <p:nvPicPr>
          <p:cNvPr id="1026" name="Picture 2" descr="ClipaTec Informática: Projeto, interpretação e produto">
            <a:extLst>
              <a:ext uri="{FF2B5EF4-FFF2-40B4-BE49-F238E27FC236}">
                <a16:creationId xmlns:a16="http://schemas.microsoft.com/office/drawing/2014/main" id="{80036345-CE33-A191-85DE-C1B2DC308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462" y="1294227"/>
            <a:ext cx="8647851" cy="5528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82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2746"/>
            <a:ext cx="10515600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2 – Engenharia de Software</a:t>
            </a:r>
          </a:p>
        </p:txBody>
      </p:sp>
      <p:pic>
        <p:nvPicPr>
          <p:cNvPr id="2050" name="Picture 2" descr="O que é Engenharia de Software? | Fórum da Construção">
            <a:extLst>
              <a:ext uri="{FF2B5EF4-FFF2-40B4-BE49-F238E27FC236}">
                <a16:creationId xmlns:a16="http://schemas.microsoft.com/office/drawing/2014/main" id="{82BB7BD9-A5DB-3B95-B538-405B35168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354" y="1814733"/>
            <a:ext cx="9180854" cy="467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C905753-BD7B-E4D3-6855-D678476855D7}"/>
              </a:ext>
            </a:extLst>
          </p:cNvPr>
          <p:cNvSpPr txBox="1"/>
          <p:nvPr/>
        </p:nvSpPr>
        <p:spPr>
          <a:xfrm>
            <a:off x="7849772" y="2489982"/>
            <a:ext cx="136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Ciclo de vida</a:t>
            </a:r>
          </a:p>
        </p:txBody>
      </p:sp>
    </p:spTree>
    <p:extLst>
      <p:ext uri="{BB962C8B-B14F-4D97-AF65-F5344CB8AC3E}">
        <p14:creationId xmlns:p14="http://schemas.microsoft.com/office/powerpoint/2010/main" val="5553889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176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Open Sans</vt:lpstr>
      <vt:lpstr>Tema do Office</vt:lpstr>
      <vt:lpstr>Aula 2 – Engenharia de Software</vt:lpstr>
      <vt:lpstr>Aula 2 – Engenharia de Software</vt:lpstr>
      <vt:lpstr>Aula 2 – Engenharia de Software</vt:lpstr>
      <vt:lpstr>Aula 2 – Engenharia de Software</vt:lpstr>
      <vt:lpstr>Aula 2 – Engenharia de Software</vt:lpstr>
      <vt:lpstr>Aula 2 – Engenharia de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disciplina</dc:title>
  <dc:creator>ALCIANO GUSTAVO GENOVEZ DE OLIVEIRA</dc:creator>
  <cp:lastModifiedBy>ALCIANO GUSTAVO GENOVEZ DE OLIVEIRA</cp:lastModifiedBy>
  <cp:revision>12</cp:revision>
  <dcterms:created xsi:type="dcterms:W3CDTF">2023-01-23T18:27:14Z</dcterms:created>
  <dcterms:modified xsi:type="dcterms:W3CDTF">2024-02-20T01:57:08Z</dcterms:modified>
</cp:coreProperties>
</file>