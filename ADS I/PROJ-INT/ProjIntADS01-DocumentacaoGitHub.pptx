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394" r:id="rId5"/>
    <p:sldId id="397" r:id="rId6"/>
  </p:sldIdLst>
  <p:sldSz cx="9144000" cy="6858000" type="screen4x3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E0FF"/>
    <a:srgbClr val="C0E399"/>
    <a:srgbClr val="0000FF"/>
    <a:srgbClr val="FFD2D1"/>
    <a:srgbClr val="FF7979"/>
    <a:srgbClr val="FFFF99"/>
    <a:srgbClr val="B4DE86"/>
    <a:srgbClr val="89D8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45" autoAdjust="0"/>
    <p:restoredTop sz="95226" autoAdjust="0"/>
  </p:normalViewPr>
  <p:slideViewPr>
    <p:cSldViewPr>
      <p:cViewPr varScale="1">
        <p:scale>
          <a:sx n="81" d="100"/>
          <a:sy n="81" d="100"/>
        </p:scale>
        <p:origin x="1781" y="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297C15E-8852-4512-9E23-8D5D3DDFD603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780B52D-FB82-4402-B64E-7F30EB591709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0E9E2-8AC3-4067-9B2A-26FD8A4D7D41}" type="datetimeFigureOut">
              <a:rPr lang="pt-BR" smtClean="0"/>
              <a:pPr/>
              <a:t>12/05/2026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D6790-FEAD-49D4-8C24-37ED960F044C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microsoft.com/office/2007/relationships/hdphoto" Target="../media/hdphoto3.wdp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hyperlink" Target="https://docs.github.com/pt/get-start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Finalização" hidden="1">
            <a:extLst>
              <a:ext uri="{FF2B5EF4-FFF2-40B4-BE49-F238E27FC236}">
                <a16:creationId xmlns:a16="http://schemas.microsoft.com/office/drawing/2014/main" id="{0424C286-E773-4E1B-8B3A-E544485A7E99}"/>
              </a:ext>
            </a:extLst>
          </p:cNvPr>
          <p:cNvGrpSpPr/>
          <p:nvPr/>
        </p:nvGrpSpPr>
        <p:grpSpPr>
          <a:xfrm>
            <a:off x="251520" y="152946"/>
            <a:ext cx="2026293" cy="708117"/>
            <a:chOff x="710653" y="2372584"/>
            <a:chExt cx="2026293" cy="708117"/>
          </a:xfrm>
        </p:grpSpPr>
        <p:pic>
          <p:nvPicPr>
            <p:cNvPr id="27" name="Imagem 26" descr="Uma imagem contendo desenho&#10;&#10;Descrição gerada automaticamente">
              <a:extLst>
                <a:ext uri="{FF2B5EF4-FFF2-40B4-BE49-F238E27FC236}">
                  <a16:creationId xmlns:a16="http://schemas.microsoft.com/office/drawing/2014/main" id="{7D9EEE30-426E-4131-A4E6-4647FC8A3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653" y="2372584"/>
              <a:ext cx="708117" cy="708117"/>
            </a:xfrm>
            <a:prstGeom prst="rect">
              <a:avLst/>
            </a:prstGeom>
          </p:spPr>
        </p:pic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26F09638-0F7A-43B6-A83D-14253ACFEC9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84818" y="2560676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Finalização</a:t>
              </a:r>
            </a:p>
          </p:txBody>
        </p:sp>
      </p:grpSp>
      <p:grpSp>
        <p:nvGrpSpPr>
          <p:cNvPr id="31" name="Chamada" hidden="1">
            <a:extLst>
              <a:ext uri="{FF2B5EF4-FFF2-40B4-BE49-F238E27FC236}">
                <a16:creationId xmlns:a16="http://schemas.microsoft.com/office/drawing/2014/main" id="{F09E5168-C2B6-45D8-B2D2-5D1A2439E15A}"/>
              </a:ext>
            </a:extLst>
          </p:cNvPr>
          <p:cNvGrpSpPr/>
          <p:nvPr/>
        </p:nvGrpSpPr>
        <p:grpSpPr>
          <a:xfrm>
            <a:off x="251520" y="152945"/>
            <a:ext cx="1985242" cy="708117"/>
            <a:chOff x="426518" y="4270879"/>
            <a:chExt cx="1985242" cy="708117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F195771D-6365-417E-BA6D-315906EC3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518" y="4270879"/>
              <a:ext cx="708117" cy="708117"/>
            </a:xfrm>
            <a:prstGeom prst="rect">
              <a:avLst/>
            </a:prstGeom>
          </p:spPr>
        </p:pic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54B77940-AA76-43E2-8611-498F2BA6E54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59632" y="4403691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Chamada</a:t>
              </a:r>
            </a:p>
          </p:txBody>
        </p:sp>
      </p:grpSp>
      <p:grpSp>
        <p:nvGrpSpPr>
          <p:cNvPr id="11" name="Dúvidas" hidden="1">
            <a:extLst>
              <a:ext uri="{FF2B5EF4-FFF2-40B4-BE49-F238E27FC236}">
                <a16:creationId xmlns:a16="http://schemas.microsoft.com/office/drawing/2014/main" id="{8FEF6B2C-3410-4572-A524-0D29351EE9AF}"/>
              </a:ext>
            </a:extLst>
          </p:cNvPr>
          <p:cNvGrpSpPr/>
          <p:nvPr/>
        </p:nvGrpSpPr>
        <p:grpSpPr>
          <a:xfrm>
            <a:off x="251520" y="152946"/>
            <a:ext cx="1769218" cy="708117"/>
            <a:chOff x="714551" y="978296"/>
            <a:chExt cx="1769218" cy="708117"/>
          </a:xfrm>
        </p:grpSpPr>
        <p:pic>
          <p:nvPicPr>
            <p:cNvPr id="12" name="Imagem 11" descr="Uma imagem contendo roda&#10;&#10;Descrição gerada automaticamente">
              <a:extLst>
                <a:ext uri="{FF2B5EF4-FFF2-40B4-BE49-F238E27FC236}">
                  <a16:creationId xmlns:a16="http://schemas.microsoft.com/office/drawing/2014/main" id="{E98798ED-64BC-4D86-9126-07F167AD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978296"/>
              <a:ext cx="708117" cy="708117"/>
            </a:xfrm>
            <a:prstGeom prst="rect">
              <a:avLst/>
            </a:prstGeom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8FC22FE4-849A-479B-8520-89E7DD9D950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1166388"/>
              <a:ext cx="936104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Dúvidas</a:t>
              </a:r>
            </a:p>
          </p:txBody>
        </p:sp>
      </p:grpSp>
      <p:grpSp>
        <p:nvGrpSpPr>
          <p:cNvPr id="20" name="Discussão" hidden="1">
            <a:extLst>
              <a:ext uri="{FF2B5EF4-FFF2-40B4-BE49-F238E27FC236}">
                <a16:creationId xmlns:a16="http://schemas.microsoft.com/office/drawing/2014/main" id="{C9396896-990F-4FE7-BDB8-2DE0283FBAE1}"/>
              </a:ext>
            </a:extLst>
          </p:cNvPr>
          <p:cNvGrpSpPr/>
          <p:nvPr/>
        </p:nvGrpSpPr>
        <p:grpSpPr>
          <a:xfrm>
            <a:off x="251520" y="152946"/>
            <a:ext cx="1913234" cy="708117"/>
            <a:chOff x="714551" y="5734027"/>
            <a:chExt cx="1913234" cy="708117"/>
          </a:xfrm>
        </p:grpSpPr>
        <p:pic>
          <p:nvPicPr>
            <p:cNvPr id="21" name="Imagem 20" descr="Uma imagem contendo relógio&#10;&#10;Descrição gerada automaticamente">
              <a:extLst>
                <a:ext uri="{FF2B5EF4-FFF2-40B4-BE49-F238E27FC236}">
                  <a16:creationId xmlns:a16="http://schemas.microsoft.com/office/drawing/2014/main" id="{D565FFBF-60CA-43B1-AEAB-B180A40D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5734027"/>
              <a:ext cx="708117" cy="708117"/>
            </a:xfrm>
            <a:prstGeom prst="rect">
              <a:avLst/>
            </a:prstGeom>
          </p:spPr>
        </p:pic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ADD956CF-2112-425C-8E3A-23836E2CF47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5922119"/>
              <a:ext cx="1080120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Discussão</a:t>
              </a:r>
            </a:p>
          </p:txBody>
        </p:sp>
      </p:grpSp>
      <p:grpSp>
        <p:nvGrpSpPr>
          <p:cNvPr id="17" name="Resolução de Atividade" hidden="1">
            <a:extLst>
              <a:ext uri="{FF2B5EF4-FFF2-40B4-BE49-F238E27FC236}">
                <a16:creationId xmlns:a16="http://schemas.microsoft.com/office/drawing/2014/main" id="{9B5129E1-DFEE-49D9-8B8C-6025E26FC311}"/>
              </a:ext>
            </a:extLst>
          </p:cNvPr>
          <p:cNvGrpSpPr/>
          <p:nvPr/>
        </p:nvGrpSpPr>
        <p:grpSpPr>
          <a:xfrm>
            <a:off x="251520" y="152946"/>
            <a:ext cx="3074411" cy="708117"/>
            <a:chOff x="3490878" y="2044301"/>
            <a:chExt cx="3074411" cy="708117"/>
          </a:xfrm>
        </p:grpSpPr>
        <p:pic>
          <p:nvPicPr>
            <p:cNvPr id="18" name="Imagem 17" descr="Uma imagem contendo relógio, placar&#10;&#10;Descrição gerada automaticamente">
              <a:extLst>
                <a:ext uri="{FF2B5EF4-FFF2-40B4-BE49-F238E27FC236}">
                  <a16:creationId xmlns:a16="http://schemas.microsoft.com/office/drawing/2014/main" id="{E0F691F0-D45E-4716-95E9-AA6005F66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878" y="2044301"/>
              <a:ext cx="708117" cy="708117"/>
            </a:xfrm>
            <a:prstGeom prst="rect">
              <a:avLst/>
            </a:prstGeom>
          </p:spPr>
        </p:pic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07BE65BE-AC80-4BCD-AC4C-6265364AEAE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31040" y="2234504"/>
              <a:ext cx="2234249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Resolução de Atividade</a:t>
              </a:r>
            </a:p>
          </p:txBody>
        </p:sp>
      </p:grpSp>
      <p:grpSp>
        <p:nvGrpSpPr>
          <p:cNvPr id="14" name="Tempo para Atividade" hidden="1">
            <a:extLst>
              <a:ext uri="{FF2B5EF4-FFF2-40B4-BE49-F238E27FC236}">
                <a16:creationId xmlns:a16="http://schemas.microsoft.com/office/drawing/2014/main" id="{0FCAF2B3-7166-4FD0-A255-ACBBA7C80B88}"/>
              </a:ext>
            </a:extLst>
          </p:cNvPr>
          <p:cNvGrpSpPr/>
          <p:nvPr/>
        </p:nvGrpSpPr>
        <p:grpSpPr>
          <a:xfrm>
            <a:off x="251520" y="152946"/>
            <a:ext cx="2921346" cy="708117"/>
            <a:chOff x="714551" y="4788580"/>
            <a:chExt cx="2921346" cy="708117"/>
          </a:xfrm>
        </p:grpSpPr>
        <p:pic>
          <p:nvPicPr>
            <p:cNvPr id="15" name="Imagem 14" descr="Desenho de um cachorro&#10;&#10;Descrição gerada automaticamente">
              <a:extLst>
                <a:ext uri="{FF2B5EF4-FFF2-40B4-BE49-F238E27FC236}">
                  <a16:creationId xmlns:a16="http://schemas.microsoft.com/office/drawing/2014/main" id="{46119C8E-17EC-48D6-BC56-8C003D76D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4788580"/>
              <a:ext cx="708117" cy="708117"/>
            </a:xfrm>
            <a:prstGeom prst="rect">
              <a:avLst/>
            </a:prstGeom>
          </p:spPr>
        </p:pic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93F0D48B-C89F-4534-8B15-8C3CF0EA000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4976672"/>
              <a:ext cx="2088232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Tempo para Atividade</a:t>
              </a:r>
            </a:p>
          </p:txBody>
        </p:sp>
      </p:grpSp>
      <p:grpSp>
        <p:nvGrpSpPr>
          <p:cNvPr id="23" name="Atividade" hidden="1">
            <a:extLst>
              <a:ext uri="{FF2B5EF4-FFF2-40B4-BE49-F238E27FC236}">
                <a16:creationId xmlns:a16="http://schemas.microsoft.com/office/drawing/2014/main" id="{3F7CD914-1678-44F0-99EA-018BB62F875F}"/>
              </a:ext>
            </a:extLst>
          </p:cNvPr>
          <p:cNvGrpSpPr/>
          <p:nvPr/>
        </p:nvGrpSpPr>
        <p:grpSpPr>
          <a:xfrm>
            <a:off x="251520" y="152946"/>
            <a:ext cx="1883281" cy="708117"/>
            <a:chOff x="3490877" y="188518"/>
            <a:chExt cx="1883281" cy="708117"/>
          </a:xfrm>
        </p:grpSpPr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5FF8C3A3-2844-43D3-94F3-EA6D8AA75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877" y="188518"/>
              <a:ext cx="708117" cy="708117"/>
            </a:xfrm>
            <a:prstGeom prst="rect">
              <a:avLst/>
            </a:prstGeom>
          </p:spPr>
        </p:pic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C64DFB0F-B7A1-409D-A159-AFDD4104D3E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6046" y="376611"/>
              <a:ext cx="1008112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Atividade </a:t>
              </a:r>
            </a:p>
          </p:txBody>
        </p:sp>
      </p:grpSp>
      <p:grpSp>
        <p:nvGrpSpPr>
          <p:cNvPr id="8" name="Explicação" hidden="1">
            <a:extLst>
              <a:ext uri="{FF2B5EF4-FFF2-40B4-BE49-F238E27FC236}">
                <a16:creationId xmlns:a16="http://schemas.microsoft.com/office/drawing/2014/main" id="{EECF055E-6D66-4B24-9F93-011867A32C17}"/>
              </a:ext>
            </a:extLst>
          </p:cNvPr>
          <p:cNvGrpSpPr/>
          <p:nvPr/>
        </p:nvGrpSpPr>
        <p:grpSpPr>
          <a:xfrm>
            <a:off x="251520" y="152946"/>
            <a:ext cx="1985242" cy="708117"/>
            <a:chOff x="679546" y="978541"/>
            <a:chExt cx="1985242" cy="708117"/>
          </a:xfrm>
        </p:grpSpPr>
        <p:pic>
          <p:nvPicPr>
            <p:cNvPr id="9" name="Imagem 8" descr="Uma imagem contendo desenho, relógio&#10;&#10;Descrição gerada automaticamente">
              <a:extLst>
                <a:ext uri="{FF2B5EF4-FFF2-40B4-BE49-F238E27FC236}">
                  <a16:creationId xmlns:a16="http://schemas.microsoft.com/office/drawing/2014/main" id="{0D73A77E-815A-4885-9F3B-9083912CE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546" y="978541"/>
              <a:ext cx="708117" cy="708117"/>
            </a:xfrm>
            <a:prstGeom prst="rect">
              <a:avLst/>
            </a:prstGeom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FAA3888F-DB8E-4E99-8C7E-D4DB2CC791F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12660" y="1166633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600" b="1" dirty="0">
                  <a:latin typeface="+mj-lt"/>
                  <a:ea typeface="+mj-ea"/>
                  <a:cs typeface="+mj-cs"/>
                </a:rPr>
                <a:t>Explicação</a:t>
              </a:r>
              <a:endPara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73228E-C641-4A20-B437-0A555C2F0144}"/>
              </a:ext>
            </a:extLst>
          </p:cNvPr>
          <p:cNvSpPr txBox="1"/>
          <p:nvPr/>
        </p:nvSpPr>
        <p:spPr>
          <a:xfrm>
            <a:off x="394040" y="692696"/>
            <a:ext cx="8070878" cy="754694"/>
          </a:xfrm>
          <a:prstGeom prst="rect">
            <a:avLst/>
          </a:prstGeom>
          <a:solidFill>
            <a:srgbClr val="A3E0FF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200" b="1" dirty="0">
                <a:solidFill>
                  <a:schemeClr val="tx2"/>
                </a:solidFill>
              </a:rPr>
              <a:t>Análise e Desenvolvimento de Sistemas - ADS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131D7B7F-3699-480F-837C-7F980AD0F96D}"/>
              </a:ext>
            </a:extLst>
          </p:cNvPr>
          <p:cNvSpPr txBox="1"/>
          <p:nvPr/>
        </p:nvSpPr>
        <p:spPr>
          <a:xfrm>
            <a:off x="394040" y="4941168"/>
            <a:ext cx="8070878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200" b="1" dirty="0">
                <a:solidFill>
                  <a:schemeClr val="tx2"/>
                </a:solidFill>
              </a:rPr>
              <a:t>Documentação no GitHub</a:t>
            </a:r>
          </a:p>
        </p:txBody>
      </p:sp>
      <p:sp>
        <p:nvSpPr>
          <p:cNvPr id="3" name="CaixaDeTexto 1">
            <a:extLst>
              <a:ext uri="{FF2B5EF4-FFF2-40B4-BE49-F238E27FC236}">
                <a16:creationId xmlns:a16="http://schemas.microsoft.com/office/drawing/2014/main" id="{8567F352-7D06-3EF7-22F9-D93ACFCAE335}"/>
              </a:ext>
            </a:extLst>
          </p:cNvPr>
          <p:cNvSpPr txBox="1"/>
          <p:nvPr/>
        </p:nvSpPr>
        <p:spPr>
          <a:xfrm>
            <a:off x="394040" y="2638415"/>
            <a:ext cx="8070878" cy="1493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3200" b="1" dirty="0">
                <a:solidFill>
                  <a:schemeClr val="tx2"/>
                </a:solidFill>
              </a:rPr>
              <a:t>PROJETO INTEGRADOR ADS </a:t>
            </a:r>
            <a:r>
              <a:rPr lang="pt-BR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</a:p>
          <a:p>
            <a:pPr algn="ctr">
              <a:lnSpc>
                <a:spcPct val="150000"/>
              </a:lnSpc>
            </a:pPr>
            <a:r>
              <a:rPr lang="pt-BR" sz="3200" b="1" dirty="0">
                <a:solidFill>
                  <a:schemeClr val="tx2"/>
                </a:solidFill>
              </a:rPr>
              <a:t>Prof. JULIO FERNANDO LIEIRA</a:t>
            </a:r>
          </a:p>
        </p:txBody>
      </p:sp>
    </p:spTree>
    <p:extLst>
      <p:ext uri="{BB962C8B-B14F-4D97-AF65-F5344CB8AC3E}">
        <p14:creationId xmlns:p14="http://schemas.microsoft.com/office/powerpoint/2010/main" val="42178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Finalização" hidden="1">
            <a:extLst>
              <a:ext uri="{FF2B5EF4-FFF2-40B4-BE49-F238E27FC236}">
                <a16:creationId xmlns:a16="http://schemas.microsoft.com/office/drawing/2014/main" id="{0424C286-E773-4E1B-8B3A-E544485A7E99}"/>
              </a:ext>
            </a:extLst>
          </p:cNvPr>
          <p:cNvGrpSpPr/>
          <p:nvPr/>
        </p:nvGrpSpPr>
        <p:grpSpPr>
          <a:xfrm>
            <a:off x="251520" y="152946"/>
            <a:ext cx="2026293" cy="708117"/>
            <a:chOff x="710653" y="2372584"/>
            <a:chExt cx="2026293" cy="708117"/>
          </a:xfrm>
        </p:grpSpPr>
        <p:pic>
          <p:nvPicPr>
            <p:cNvPr id="27" name="Imagem 26" descr="Uma imagem contendo desenho&#10;&#10;Descrição gerada automaticamente">
              <a:extLst>
                <a:ext uri="{FF2B5EF4-FFF2-40B4-BE49-F238E27FC236}">
                  <a16:creationId xmlns:a16="http://schemas.microsoft.com/office/drawing/2014/main" id="{7D9EEE30-426E-4131-A4E6-4647FC8A3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653" y="2372584"/>
              <a:ext cx="708117" cy="708117"/>
            </a:xfrm>
            <a:prstGeom prst="rect">
              <a:avLst/>
            </a:prstGeom>
          </p:spPr>
        </p:pic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26F09638-0F7A-43B6-A83D-14253ACFEC91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84818" y="2560676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Finalização</a:t>
              </a:r>
            </a:p>
          </p:txBody>
        </p:sp>
      </p:grpSp>
      <p:grpSp>
        <p:nvGrpSpPr>
          <p:cNvPr id="31" name="Chamada" hidden="1">
            <a:extLst>
              <a:ext uri="{FF2B5EF4-FFF2-40B4-BE49-F238E27FC236}">
                <a16:creationId xmlns:a16="http://schemas.microsoft.com/office/drawing/2014/main" id="{F09E5168-C2B6-45D8-B2D2-5D1A2439E15A}"/>
              </a:ext>
            </a:extLst>
          </p:cNvPr>
          <p:cNvGrpSpPr/>
          <p:nvPr/>
        </p:nvGrpSpPr>
        <p:grpSpPr>
          <a:xfrm>
            <a:off x="251520" y="152945"/>
            <a:ext cx="1985242" cy="708117"/>
            <a:chOff x="426518" y="4270879"/>
            <a:chExt cx="1985242" cy="708117"/>
          </a:xfrm>
        </p:grpSpPr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F195771D-6365-417E-BA6D-315906EC3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6518" y="4270879"/>
              <a:ext cx="708117" cy="708117"/>
            </a:xfrm>
            <a:prstGeom prst="rect">
              <a:avLst/>
            </a:prstGeom>
          </p:spPr>
        </p:pic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54B77940-AA76-43E2-8611-498F2BA6E54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259632" y="4403691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Chamada</a:t>
              </a:r>
            </a:p>
          </p:txBody>
        </p:sp>
      </p:grpSp>
      <p:grpSp>
        <p:nvGrpSpPr>
          <p:cNvPr id="11" name="Dúvidas" hidden="1">
            <a:extLst>
              <a:ext uri="{FF2B5EF4-FFF2-40B4-BE49-F238E27FC236}">
                <a16:creationId xmlns:a16="http://schemas.microsoft.com/office/drawing/2014/main" id="{8FEF6B2C-3410-4572-A524-0D29351EE9AF}"/>
              </a:ext>
            </a:extLst>
          </p:cNvPr>
          <p:cNvGrpSpPr/>
          <p:nvPr/>
        </p:nvGrpSpPr>
        <p:grpSpPr>
          <a:xfrm>
            <a:off x="251520" y="152946"/>
            <a:ext cx="1769218" cy="708117"/>
            <a:chOff x="714551" y="978296"/>
            <a:chExt cx="1769218" cy="708117"/>
          </a:xfrm>
        </p:grpSpPr>
        <p:pic>
          <p:nvPicPr>
            <p:cNvPr id="12" name="Imagem 11" descr="Uma imagem contendo roda&#10;&#10;Descrição gerada automaticamente">
              <a:extLst>
                <a:ext uri="{FF2B5EF4-FFF2-40B4-BE49-F238E27FC236}">
                  <a16:creationId xmlns:a16="http://schemas.microsoft.com/office/drawing/2014/main" id="{E98798ED-64BC-4D86-9126-07F167AD1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978296"/>
              <a:ext cx="708117" cy="708117"/>
            </a:xfrm>
            <a:prstGeom prst="rect">
              <a:avLst/>
            </a:prstGeom>
          </p:spPr>
        </p:pic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8FC22FE4-849A-479B-8520-89E7DD9D950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1166388"/>
              <a:ext cx="936104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Dúvidas</a:t>
              </a:r>
            </a:p>
          </p:txBody>
        </p:sp>
      </p:grpSp>
      <p:grpSp>
        <p:nvGrpSpPr>
          <p:cNvPr id="20" name="Discussão" hidden="1">
            <a:extLst>
              <a:ext uri="{FF2B5EF4-FFF2-40B4-BE49-F238E27FC236}">
                <a16:creationId xmlns:a16="http://schemas.microsoft.com/office/drawing/2014/main" id="{C9396896-990F-4FE7-BDB8-2DE0283FBAE1}"/>
              </a:ext>
            </a:extLst>
          </p:cNvPr>
          <p:cNvGrpSpPr/>
          <p:nvPr/>
        </p:nvGrpSpPr>
        <p:grpSpPr>
          <a:xfrm>
            <a:off x="251520" y="152946"/>
            <a:ext cx="1913234" cy="708117"/>
            <a:chOff x="714551" y="5734027"/>
            <a:chExt cx="1913234" cy="708117"/>
          </a:xfrm>
        </p:grpSpPr>
        <p:pic>
          <p:nvPicPr>
            <p:cNvPr id="21" name="Imagem 20" descr="Uma imagem contendo relógio&#10;&#10;Descrição gerada automaticamente">
              <a:extLst>
                <a:ext uri="{FF2B5EF4-FFF2-40B4-BE49-F238E27FC236}">
                  <a16:creationId xmlns:a16="http://schemas.microsoft.com/office/drawing/2014/main" id="{D565FFBF-60CA-43B1-AEAB-B180A40D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1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5734027"/>
              <a:ext cx="708117" cy="708117"/>
            </a:xfrm>
            <a:prstGeom prst="rect">
              <a:avLst/>
            </a:prstGeom>
          </p:spPr>
        </p:pic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ADD956CF-2112-425C-8E3A-23836E2CF47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5922119"/>
              <a:ext cx="1080120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Discussão</a:t>
              </a:r>
            </a:p>
          </p:txBody>
        </p:sp>
      </p:grpSp>
      <p:grpSp>
        <p:nvGrpSpPr>
          <p:cNvPr id="17" name="Resolução de Atividade" hidden="1">
            <a:extLst>
              <a:ext uri="{FF2B5EF4-FFF2-40B4-BE49-F238E27FC236}">
                <a16:creationId xmlns:a16="http://schemas.microsoft.com/office/drawing/2014/main" id="{9B5129E1-DFEE-49D9-8B8C-6025E26FC311}"/>
              </a:ext>
            </a:extLst>
          </p:cNvPr>
          <p:cNvGrpSpPr/>
          <p:nvPr/>
        </p:nvGrpSpPr>
        <p:grpSpPr>
          <a:xfrm>
            <a:off x="251520" y="152946"/>
            <a:ext cx="3074411" cy="708117"/>
            <a:chOff x="3490878" y="2044301"/>
            <a:chExt cx="3074411" cy="708117"/>
          </a:xfrm>
        </p:grpSpPr>
        <p:pic>
          <p:nvPicPr>
            <p:cNvPr id="18" name="Imagem 17" descr="Uma imagem contendo relógio, placar&#10;&#10;Descrição gerada automaticamente">
              <a:extLst>
                <a:ext uri="{FF2B5EF4-FFF2-40B4-BE49-F238E27FC236}">
                  <a16:creationId xmlns:a16="http://schemas.microsoft.com/office/drawing/2014/main" id="{E0F691F0-D45E-4716-95E9-AA6005F66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878" y="2044301"/>
              <a:ext cx="708117" cy="708117"/>
            </a:xfrm>
            <a:prstGeom prst="rect">
              <a:avLst/>
            </a:prstGeom>
          </p:spPr>
        </p:pic>
        <p:sp>
          <p:nvSpPr>
            <p:cNvPr id="19" name="Rectangle 3">
              <a:extLst>
                <a:ext uri="{FF2B5EF4-FFF2-40B4-BE49-F238E27FC236}">
                  <a16:creationId xmlns:a16="http://schemas.microsoft.com/office/drawing/2014/main" id="{07BE65BE-AC80-4BCD-AC4C-6265364AEAE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31040" y="2234504"/>
              <a:ext cx="2234249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Resolução de Atividade</a:t>
              </a:r>
            </a:p>
          </p:txBody>
        </p:sp>
      </p:grpSp>
      <p:grpSp>
        <p:nvGrpSpPr>
          <p:cNvPr id="14" name="Tempo para Atividade" hidden="1">
            <a:extLst>
              <a:ext uri="{FF2B5EF4-FFF2-40B4-BE49-F238E27FC236}">
                <a16:creationId xmlns:a16="http://schemas.microsoft.com/office/drawing/2014/main" id="{0FCAF2B3-7166-4FD0-A255-ACBBA7C80B88}"/>
              </a:ext>
            </a:extLst>
          </p:cNvPr>
          <p:cNvGrpSpPr/>
          <p:nvPr/>
        </p:nvGrpSpPr>
        <p:grpSpPr>
          <a:xfrm>
            <a:off x="251520" y="152946"/>
            <a:ext cx="2921346" cy="708117"/>
            <a:chOff x="714551" y="4788580"/>
            <a:chExt cx="2921346" cy="708117"/>
          </a:xfrm>
        </p:grpSpPr>
        <p:pic>
          <p:nvPicPr>
            <p:cNvPr id="15" name="Imagem 14" descr="Desenho de um cachorro&#10;&#10;Descrição gerada automaticamente">
              <a:extLst>
                <a:ext uri="{FF2B5EF4-FFF2-40B4-BE49-F238E27FC236}">
                  <a16:creationId xmlns:a16="http://schemas.microsoft.com/office/drawing/2014/main" id="{46119C8E-17EC-48D6-BC56-8C003D76D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551" y="4788580"/>
              <a:ext cx="708117" cy="708117"/>
            </a:xfrm>
            <a:prstGeom prst="rect">
              <a:avLst/>
            </a:prstGeom>
          </p:spPr>
        </p:pic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93F0D48B-C89F-4534-8B15-8C3CF0EA000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47665" y="4976672"/>
              <a:ext cx="2088232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Tempo para Atividade</a:t>
              </a:r>
            </a:p>
          </p:txBody>
        </p:sp>
      </p:grpSp>
      <p:grpSp>
        <p:nvGrpSpPr>
          <p:cNvPr id="23" name="Atividade" hidden="1">
            <a:extLst>
              <a:ext uri="{FF2B5EF4-FFF2-40B4-BE49-F238E27FC236}">
                <a16:creationId xmlns:a16="http://schemas.microsoft.com/office/drawing/2014/main" id="{3F7CD914-1678-44F0-99EA-018BB62F875F}"/>
              </a:ext>
            </a:extLst>
          </p:cNvPr>
          <p:cNvGrpSpPr/>
          <p:nvPr/>
        </p:nvGrpSpPr>
        <p:grpSpPr>
          <a:xfrm>
            <a:off x="251520" y="152946"/>
            <a:ext cx="1883281" cy="708117"/>
            <a:chOff x="3490877" y="188518"/>
            <a:chExt cx="1883281" cy="708117"/>
          </a:xfrm>
        </p:grpSpPr>
        <p:pic>
          <p:nvPicPr>
            <p:cNvPr id="24" name="Imagem 23">
              <a:extLst>
                <a:ext uri="{FF2B5EF4-FFF2-40B4-BE49-F238E27FC236}">
                  <a16:creationId xmlns:a16="http://schemas.microsoft.com/office/drawing/2014/main" id="{5FF8C3A3-2844-43D3-94F3-EA6D8AA75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0877" y="188518"/>
              <a:ext cx="708117" cy="708117"/>
            </a:xfrm>
            <a:prstGeom prst="rect">
              <a:avLst/>
            </a:prstGeom>
          </p:spPr>
        </p:pic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C64DFB0F-B7A1-409D-A159-AFDD4104D3E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66046" y="376611"/>
              <a:ext cx="1008112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rPr>
                <a:t>Atividade </a:t>
              </a:r>
            </a:p>
          </p:txBody>
        </p:sp>
      </p:grpSp>
      <p:grpSp>
        <p:nvGrpSpPr>
          <p:cNvPr id="8" name="Explicação" hidden="1">
            <a:extLst>
              <a:ext uri="{FF2B5EF4-FFF2-40B4-BE49-F238E27FC236}">
                <a16:creationId xmlns:a16="http://schemas.microsoft.com/office/drawing/2014/main" id="{EECF055E-6D66-4B24-9F93-011867A32C17}"/>
              </a:ext>
            </a:extLst>
          </p:cNvPr>
          <p:cNvGrpSpPr/>
          <p:nvPr/>
        </p:nvGrpSpPr>
        <p:grpSpPr>
          <a:xfrm>
            <a:off x="251520" y="152946"/>
            <a:ext cx="1985242" cy="708117"/>
            <a:chOff x="679546" y="978541"/>
            <a:chExt cx="1985242" cy="708117"/>
          </a:xfrm>
        </p:grpSpPr>
        <p:pic>
          <p:nvPicPr>
            <p:cNvPr id="9" name="Imagem 8" descr="Uma imagem contendo desenho, relógio&#10;&#10;Descrição gerada automaticamente">
              <a:extLst>
                <a:ext uri="{FF2B5EF4-FFF2-40B4-BE49-F238E27FC236}">
                  <a16:creationId xmlns:a16="http://schemas.microsoft.com/office/drawing/2014/main" id="{0D73A77E-815A-4885-9F3B-9083912CE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9546" y="978541"/>
              <a:ext cx="708117" cy="708117"/>
            </a:xfrm>
            <a:prstGeom prst="rect">
              <a:avLst/>
            </a:prstGeom>
          </p:spPr>
        </p:pic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FAA3888F-DB8E-4E99-8C7E-D4DB2CC791FE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512660" y="1166633"/>
              <a:ext cx="1152128" cy="3319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600" b="1" dirty="0">
                  <a:latin typeface="+mj-lt"/>
                  <a:ea typeface="+mj-ea"/>
                  <a:cs typeface="+mj-cs"/>
                </a:rPr>
                <a:t>Explicação</a:t>
              </a:r>
              <a:endPara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73228E-C641-4A20-B437-0A555C2F0144}"/>
              </a:ext>
            </a:extLst>
          </p:cNvPr>
          <p:cNvSpPr txBox="1"/>
          <p:nvPr/>
        </p:nvSpPr>
        <p:spPr>
          <a:xfrm>
            <a:off x="959637" y="29949"/>
            <a:ext cx="79328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tx2"/>
                </a:solidFill>
              </a:rPr>
              <a:t>Projeto Integrador ADS I</a:t>
            </a:r>
          </a:p>
          <a:p>
            <a:pPr algn="ctr"/>
            <a:r>
              <a:rPr lang="pt-BR" sz="2800" b="1" dirty="0">
                <a:solidFill>
                  <a:schemeClr val="tx2"/>
                </a:solidFill>
              </a:rPr>
              <a:t>Documentação no GitHub</a:t>
            </a:r>
          </a:p>
        </p:txBody>
      </p:sp>
      <p:pic>
        <p:nvPicPr>
          <p:cNvPr id="3" name="Imagem 2" descr="Desenho de um cachorro&#10;&#10;Descrição gerada automaticamente">
            <a:extLst>
              <a:ext uri="{FF2B5EF4-FFF2-40B4-BE49-F238E27FC236}">
                <a16:creationId xmlns:a16="http://schemas.microsoft.com/office/drawing/2014/main" id="{730BA3E2-1006-4E80-ACF0-B36C728F37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05346"/>
            <a:ext cx="708117" cy="70811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B910D0F-1087-4B27-B22D-E8A0564C4A25}"/>
              </a:ext>
            </a:extLst>
          </p:cNvPr>
          <p:cNvSpPr txBox="1"/>
          <p:nvPr/>
        </p:nvSpPr>
        <p:spPr>
          <a:xfrm>
            <a:off x="251520" y="928778"/>
            <a:ext cx="8640960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Criar uma Pasta por Semestre: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ADS-1º.Semestre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Dentro da Pasta, colocar todos os documentos gerados em cada disciplina, organizados por disciplina: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Algoritmos e Lógica de Programação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Enegenharia de Software I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sz="2000" b="1" dirty="0"/>
              <a:t>Projeto Integrador em ADS I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Documentos na pasta Raiz: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Documento de Visão e Escopo do Projeto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Lista de Requisitos (Backlog Inicial)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Apresentação (Pitch) da Proposta de solução para a comunidade/cliente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Relatório técnico documental da atividade desenvolvida, seguindo as normas da ABNT</a:t>
            </a: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README descrevendo as atividades desenvolvidas no semestre.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/>
              <a:t>Todos os alunos devem ter a sua pasta no GitHub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b="1" dirty="0">
                <a:hlinkClick r:id="rId14"/>
              </a:rPr>
              <a:t>https://docs.github.com/pt/get-started</a:t>
            </a:r>
            <a:endParaRPr 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3871097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4A4E3993A53C4B9EF4EC74B0DAABA2" ma:contentTypeVersion="4" ma:contentTypeDescription="Crie um novo documento." ma:contentTypeScope="" ma:versionID="ac4d9c5d47fb8a661bdb748ff784d5d6">
  <xsd:schema xmlns:xsd="http://www.w3.org/2001/XMLSchema" xmlns:xs="http://www.w3.org/2001/XMLSchema" xmlns:p="http://schemas.microsoft.com/office/2006/metadata/properties" xmlns:ns2="200c6f7a-6513-429b-b01a-794abbde0f91" xmlns:ns3="a1bbbf2f-1306-4e5f-bc14-4b15125197eb" targetNamespace="http://schemas.microsoft.com/office/2006/metadata/properties" ma:root="true" ma:fieldsID="302be6097f309f6f90c8c35031945607" ns2:_="" ns3:_="">
    <xsd:import namespace="200c6f7a-6513-429b-b01a-794abbde0f91"/>
    <xsd:import namespace="a1bbbf2f-1306-4e5f-bc14-4b15125197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0c6f7a-6513-429b-b01a-794abbde0f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bbf2f-1306-4e5f-bc14-4b15125197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0AC79A-8DD5-400B-A0F8-3A1891654D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42B03E-9340-4884-874E-3D2EB63DB0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0c6f7a-6513-429b-b01a-794abbde0f91"/>
    <ds:schemaRef ds:uri="a1bbbf2f-1306-4e5f-bc14-4b15125197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D9E131-797F-44B1-B4EE-93F7B0F6B4F6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a1bbbf2f-1306-4e5f-bc14-4b15125197eb"/>
    <ds:schemaRef ds:uri="200c6f7a-6513-429b-b01a-794abbde0f9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2882</TotalTime>
  <Words>163</Words>
  <Application>Microsoft Office PowerPoint</Application>
  <PresentationFormat>On-screen Show (4:3)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Times New Roman</vt:lpstr>
      <vt:lpstr>Wingdings</vt:lpstr>
      <vt:lpstr>Tema do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JULIO LIEIRA</dc:creator>
  <cp:lastModifiedBy>Julio</cp:lastModifiedBy>
  <cp:revision>48</cp:revision>
  <cp:lastPrinted>2020-08-24T18:14:17Z</cp:lastPrinted>
  <dcterms:created xsi:type="dcterms:W3CDTF">2020-04-28T22:19:20Z</dcterms:created>
  <dcterms:modified xsi:type="dcterms:W3CDTF">2026-05-12T22:20:00Z</dcterms:modified>
</cp:coreProperties>
</file>